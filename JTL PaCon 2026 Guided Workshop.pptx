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94_FB235B6D.xml" ContentType="application/vnd.ms-powerpoint.comments+xml"/>
  <Override PartName="/ppt/comments/modernComment_1C0_B805321B.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912" r:id="rId4"/>
  </p:sldMasterIdLst>
  <p:notesMasterIdLst>
    <p:notesMasterId r:id="rId49"/>
  </p:notesMasterIdLst>
  <p:handoutMasterIdLst>
    <p:handoutMasterId r:id="rId50"/>
  </p:handoutMasterIdLst>
  <p:sldIdLst>
    <p:sldId id="434" r:id="rId5"/>
    <p:sldId id="528" r:id="rId6"/>
    <p:sldId id="408" r:id="rId7"/>
    <p:sldId id="409" r:id="rId8"/>
    <p:sldId id="410" r:id="rId9"/>
    <p:sldId id="437" r:id="rId10"/>
    <p:sldId id="411" r:id="rId11"/>
    <p:sldId id="458" r:id="rId12"/>
    <p:sldId id="459" r:id="rId13"/>
    <p:sldId id="460" r:id="rId14"/>
    <p:sldId id="461" r:id="rId15"/>
    <p:sldId id="404" r:id="rId16"/>
    <p:sldId id="448" r:id="rId17"/>
    <p:sldId id="529" r:id="rId18"/>
    <p:sldId id="530" r:id="rId19"/>
    <p:sldId id="531" r:id="rId20"/>
    <p:sldId id="532" r:id="rId21"/>
    <p:sldId id="416" r:id="rId22"/>
    <p:sldId id="417" r:id="rId23"/>
    <p:sldId id="418" r:id="rId24"/>
    <p:sldId id="465" r:id="rId25"/>
    <p:sldId id="443" r:id="rId26"/>
    <p:sldId id="445" r:id="rId27"/>
    <p:sldId id="463" r:id="rId28"/>
    <p:sldId id="471" r:id="rId29"/>
    <p:sldId id="447" r:id="rId30"/>
    <p:sldId id="454" r:id="rId31"/>
    <p:sldId id="470" r:id="rId32"/>
    <p:sldId id="436" r:id="rId33"/>
    <p:sldId id="449" r:id="rId34"/>
    <p:sldId id="451" r:id="rId35"/>
    <p:sldId id="452" r:id="rId36"/>
    <p:sldId id="466" r:id="rId37"/>
    <p:sldId id="467" r:id="rId38"/>
    <p:sldId id="468" r:id="rId39"/>
    <p:sldId id="469" r:id="rId40"/>
    <p:sldId id="423" r:id="rId41"/>
    <p:sldId id="424" r:id="rId42"/>
    <p:sldId id="426" r:id="rId43"/>
    <p:sldId id="427" r:id="rId44"/>
    <p:sldId id="475" r:id="rId45"/>
    <p:sldId id="430" r:id="rId46"/>
    <p:sldId id="431" r:id="rId47"/>
    <p:sldId id="386" r:id="rId48"/>
  </p:sldIdLst>
  <p:sldSz cx="12192000" cy="6858000"/>
  <p:notesSz cx="6858000" cy="9144000"/>
  <p:embeddedFontLst>
    <p:embeddedFont>
      <p:font typeface="Inter" panose="02000503000000020004" pitchFamily="2" charset="0"/>
      <p:regular r:id="rId51"/>
      <p:bold r:id="rId52"/>
      <p:italic r:id="rId53"/>
      <p:boldItalic r:id="rId54"/>
    </p:embeddedFont>
    <p:embeddedFont>
      <p:font typeface="Inter Semi Bold" panose="02000703000000020004" pitchFamily="2" charset="0"/>
      <p:regular r:id="rId55"/>
      <p:bold r:id="rId56"/>
      <p:italic r:id="rId57"/>
      <p:boldItalic r:id="rId58"/>
    </p:embeddedFont>
    <p:embeddedFont>
      <p:font typeface="Kurdis Wide" pitchFamily="2" charset="77"/>
      <p:regular r:id="rId59"/>
      <p:bold r:id="rId60"/>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34" userDrawn="1">
          <p15:clr>
            <a:srgbClr val="A4A3A4"/>
          </p15:clr>
        </p15:guide>
        <p15:guide id="4" pos="7446" userDrawn="1">
          <p15:clr>
            <a:srgbClr val="A4A3A4"/>
          </p15:clr>
        </p15:guide>
        <p15:guide id="5" orient="horz" pos="323" userDrawn="1">
          <p15:clr>
            <a:srgbClr val="A4A3A4"/>
          </p15:clr>
        </p15:guide>
        <p15:guide id="6" orient="horz" pos="572" userDrawn="1">
          <p15:clr>
            <a:srgbClr val="A4A3A4"/>
          </p15:clr>
        </p15:guide>
        <p15:guide id="7" orient="horz" pos="145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98C792-3C21-B0BF-006E-DFDD295E0FF0}" name="Sebastian Küsters" initials="SK" userId="S::sebastian.kuesters@jtl-software.com::6ca322cc-f3bb-4f00-ac78-f0c83846d226" providerId="AD"/>
  <p188:author id="{BE7001DC-F4AF-5C93-1C78-14BC600F984C}" name="Robin-Manuel Thiel" initials="RT" userId="S::robin-manuel.thiel@jtl-software.com::cc3f88a3-64af-4ccb-99c7-f16740f9a77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BFC"/>
    <a:srgbClr val="FFFFFF"/>
    <a:srgbClr val="7EF7F5"/>
    <a:srgbClr val="FFA128"/>
    <a:srgbClr val="05C7D1"/>
    <a:srgbClr val="E6F9FA"/>
    <a:srgbClr val="FFC935"/>
    <a:srgbClr val="FFF5E9"/>
    <a:srgbClr val="FF9A26"/>
    <a:srgbClr val="814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F3975-0D44-9F43-9AF7-ABF5AFBB58CD}" v="8" dt="2026-05-28T07:08:44.325"/>
    <p1510:client id="{5909A7DC-C2D4-65D3-728A-6D68E24469DF}" v="30" dt="2026-05-27T12:41:04.247"/>
    <p1510:client id="{9C1A9B1A-6125-4650-A568-D33A1FA603D6}" v="254" dt="2026-05-28T01:06:37.622"/>
    <p1510:client id="{E80BDC54-623D-4D4B-A9E2-92EE5702C644}" v="61" dt="2026-05-27T17:41:49.492"/>
    <p1510:client id="{F5B74657-5F48-FC1B-0D26-365662CE9C19}" v="1" dt="2026-05-28T01:09:04.96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7CE84F3-28C3-443E-9E96-99CF82512B78}" styleName="Dunkle Formatvorlage 1 - Akz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40" autoAdjust="0"/>
    <p:restoredTop sz="94643"/>
  </p:normalViewPr>
  <p:slideViewPr>
    <p:cSldViewPr snapToGrid="0" showGuides="1">
      <p:cViewPr varScale="1">
        <p:scale>
          <a:sx n="163" d="100"/>
          <a:sy n="163" d="100"/>
        </p:scale>
        <p:origin x="208" y="728"/>
      </p:cViewPr>
      <p:guideLst>
        <p:guide orient="horz" pos="2160"/>
        <p:guide pos="3840"/>
        <p:guide pos="234"/>
        <p:guide pos="7446"/>
        <p:guide orient="horz" pos="323"/>
        <p:guide orient="horz" pos="572"/>
        <p:guide orient="horz" pos="14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font" Target="fonts/font5.fntdata"/><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Küsters" userId="6ca322cc-f3bb-4f00-ac78-f0c83846d226" providerId="ADAL" clId="{6D59CB42-561A-54A3-8EC2-EFF7A8716567}"/>
    <pc:docChg chg="undo custSel addSld modSld sldOrd">
      <pc:chgData name="Sebastian Küsters" userId="6ca322cc-f3bb-4f00-ac78-f0c83846d226" providerId="ADAL" clId="{6D59CB42-561A-54A3-8EC2-EFF7A8716567}" dt="2026-05-28T07:09:07.844" v="135" actId="14826"/>
      <pc:docMkLst>
        <pc:docMk/>
      </pc:docMkLst>
      <pc:sldChg chg="modSp mod">
        <pc:chgData name="Sebastian Küsters" userId="6ca322cc-f3bb-4f00-ac78-f0c83846d226" providerId="ADAL" clId="{6D59CB42-561A-54A3-8EC2-EFF7A8716567}" dt="2026-05-28T06:30:55.517" v="73" actId="20577"/>
        <pc:sldMkLst>
          <pc:docMk/>
          <pc:sldMk cId="2318373314" sldId="417"/>
        </pc:sldMkLst>
        <pc:spChg chg="mod">
          <ac:chgData name="Sebastian Küsters" userId="6ca322cc-f3bb-4f00-ac78-f0c83846d226" providerId="ADAL" clId="{6D59CB42-561A-54A3-8EC2-EFF7A8716567}" dt="2026-05-28T06:30:55.517" v="73" actId="20577"/>
          <ac:spMkLst>
            <pc:docMk/>
            <pc:sldMk cId="2318373314" sldId="417"/>
            <ac:spMk id="2" creationId="{2A5A8CC6-A713-64BD-CD53-A33999ABCFDD}"/>
          </ac:spMkLst>
        </pc:spChg>
      </pc:sldChg>
      <pc:sldChg chg="modSp mod">
        <pc:chgData name="Sebastian Küsters" userId="6ca322cc-f3bb-4f00-ac78-f0c83846d226" providerId="ADAL" clId="{6D59CB42-561A-54A3-8EC2-EFF7A8716567}" dt="2026-05-28T06:33:49.149" v="89" actId="20577"/>
        <pc:sldMkLst>
          <pc:docMk/>
          <pc:sldMk cId="393792833" sldId="424"/>
        </pc:sldMkLst>
        <pc:spChg chg="mod">
          <ac:chgData name="Sebastian Küsters" userId="6ca322cc-f3bb-4f00-ac78-f0c83846d226" providerId="ADAL" clId="{6D59CB42-561A-54A3-8EC2-EFF7A8716567}" dt="2026-05-28T06:33:49.149" v="89" actId="20577"/>
          <ac:spMkLst>
            <pc:docMk/>
            <pc:sldMk cId="393792833" sldId="424"/>
            <ac:spMk id="2" creationId="{1C67B0A3-31B5-4537-BF17-DB3F80D86A8E}"/>
          </ac:spMkLst>
        </pc:spChg>
      </pc:sldChg>
      <pc:sldChg chg="ord">
        <pc:chgData name="Sebastian Küsters" userId="6ca322cc-f3bb-4f00-ac78-f0c83846d226" providerId="ADAL" clId="{6D59CB42-561A-54A3-8EC2-EFF7A8716567}" dt="2026-05-28T06:34:06.856" v="90" actId="20578"/>
        <pc:sldMkLst>
          <pc:docMk/>
          <pc:sldMk cId="349344943" sldId="427"/>
        </pc:sldMkLst>
      </pc:sldChg>
      <pc:sldChg chg="ord">
        <pc:chgData name="Sebastian Küsters" userId="6ca322cc-f3bb-4f00-ac78-f0c83846d226" providerId="ADAL" clId="{6D59CB42-561A-54A3-8EC2-EFF7A8716567}" dt="2026-05-28T06:39:55.567" v="95" actId="20578"/>
        <pc:sldMkLst>
          <pc:docMk/>
          <pc:sldMk cId="954924867" sldId="443"/>
        </pc:sldMkLst>
      </pc:sldChg>
      <pc:sldChg chg="ord">
        <pc:chgData name="Sebastian Küsters" userId="6ca322cc-f3bb-4f00-ac78-f0c83846d226" providerId="ADAL" clId="{6D59CB42-561A-54A3-8EC2-EFF7A8716567}" dt="2026-05-28T06:39:55.567" v="95" actId="20578"/>
        <pc:sldMkLst>
          <pc:docMk/>
          <pc:sldMk cId="2495066934" sldId="445"/>
        </pc:sldMkLst>
      </pc:sldChg>
      <pc:sldChg chg="addSp delSp modSp mod">
        <pc:chgData name="Sebastian Küsters" userId="6ca322cc-f3bb-4f00-ac78-f0c83846d226" providerId="ADAL" clId="{6D59CB42-561A-54A3-8EC2-EFF7A8716567}" dt="2026-05-28T07:07:49.261" v="127" actId="1076"/>
        <pc:sldMkLst>
          <pc:docMk/>
          <pc:sldMk cId="3087348251" sldId="448"/>
        </pc:sldMkLst>
        <pc:spChg chg="mod">
          <ac:chgData name="Sebastian Küsters" userId="6ca322cc-f3bb-4f00-ac78-f0c83846d226" providerId="ADAL" clId="{6D59CB42-561A-54A3-8EC2-EFF7A8716567}" dt="2026-05-28T07:07:23.172" v="123" actId="20577"/>
          <ac:spMkLst>
            <pc:docMk/>
            <pc:sldMk cId="3087348251" sldId="448"/>
            <ac:spMk id="2" creationId="{BA97BC4E-91B1-28C6-3120-250947B9F0F5}"/>
          </ac:spMkLst>
        </pc:spChg>
        <pc:spChg chg="del">
          <ac:chgData name="Sebastian Küsters" userId="6ca322cc-f3bb-4f00-ac78-f0c83846d226" providerId="ADAL" clId="{6D59CB42-561A-54A3-8EC2-EFF7A8716567}" dt="2026-05-28T07:07:26.713" v="124" actId="478"/>
          <ac:spMkLst>
            <pc:docMk/>
            <pc:sldMk cId="3087348251" sldId="448"/>
            <ac:spMk id="9" creationId="{65E564A9-8338-9C99-1893-3AFEB491AED9}"/>
          </ac:spMkLst>
        </pc:spChg>
        <pc:picChg chg="add mod">
          <ac:chgData name="Sebastian Küsters" userId="6ca322cc-f3bb-4f00-ac78-f0c83846d226" providerId="ADAL" clId="{6D59CB42-561A-54A3-8EC2-EFF7A8716567}" dt="2026-05-28T07:07:49.261" v="127" actId="1076"/>
          <ac:picMkLst>
            <pc:docMk/>
            <pc:sldMk cId="3087348251" sldId="448"/>
            <ac:picMk id="5" creationId="{4BD45303-0E04-D39A-FFA7-780CEDFC2A35}"/>
          </ac:picMkLst>
        </pc:picChg>
      </pc:sldChg>
      <pc:sldChg chg="addSp delSp modSp mod ord modClrScheme chgLayout">
        <pc:chgData name="Sebastian Küsters" userId="6ca322cc-f3bb-4f00-ac78-f0c83846d226" providerId="ADAL" clId="{6D59CB42-561A-54A3-8EC2-EFF7A8716567}" dt="2026-05-28T06:39:55.567" v="95" actId="20578"/>
        <pc:sldMkLst>
          <pc:docMk/>
          <pc:sldMk cId="3792185446" sldId="463"/>
        </pc:sldMkLst>
        <pc:spChg chg="mod">
          <ac:chgData name="Sebastian Küsters" userId="6ca322cc-f3bb-4f00-ac78-f0c83846d226" providerId="ADAL" clId="{6D59CB42-561A-54A3-8EC2-EFF7A8716567}" dt="2026-05-28T06:32:57.510" v="83" actId="20577"/>
          <ac:spMkLst>
            <pc:docMk/>
            <pc:sldMk cId="3792185446" sldId="463"/>
            <ac:spMk id="2" creationId="{DB5E2624-E87D-4C2E-6015-FA1AF95D6BBF}"/>
          </ac:spMkLst>
        </pc:spChg>
        <pc:spChg chg="mod">
          <ac:chgData name="Sebastian Küsters" userId="6ca322cc-f3bb-4f00-ac78-f0c83846d226" providerId="ADAL" clId="{6D59CB42-561A-54A3-8EC2-EFF7A8716567}" dt="2026-05-28T06:32:49.219" v="80" actId="26606"/>
          <ac:spMkLst>
            <pc:docMk/>
            <pc:sldMk cId="3792185446" sldId="463"/>
            <ac:spMk id="3" creationId="{F4E075FE-6CEF-36FC-DFF5-9B6047A51B9B}"/>
          </ac:spMkLst>
        </pc:spChg>
        <pc:spChg chg="mod">
          <ac:chgData name="Sebastian Küsters" userId="6ca322cc-f3bb-4f00-ac78-f0c83846d226" providerId="ADAL" clId="{6D59CB42-561A-54A3-8EC2-EFF7A8716567}" dt="2026-05-28T06:32:49.219" v="80" actId="26606"/>
          <ac:spMkLst>
            <pc:docMk/>
            <pc:sldMk cId="3792185446" sldId="463"/>
            <ac:spMk id="4" creationId="{DFCC3D65-62C2-3904-F095-4E832E49D947}"/>
          </ac:spMkLst>
        </pc:spChg>
        <pc:spChg chg="del">
          <ac:chgData name="Sebastian Küsters" userId="6ca322cc-f3bb-4f00-ac78-f0c83846d226" providerId="ADAL" clId="{6D59CB42-561A-54A3-8EC2-EFF7A8716567}" dt="2026-05-28T06:32:32.583" v="74" actId="478"/>
          <ac:spMkLst>
            <pc:docMk/>
            <pc:sldMk cId="3792185446" sldId="463"/>
            <ac:spMk id="5" creationId="{B370EBAB-1149-B80E-28AF-B8C976CCA50C}"/>
          </ac:spMkLst>
        </pc:spChg>
        <pc:spChg chg="mod">
          <ac:chgData name="Sebastian Küsters" userId="6ca322cc-f3bb-4f00-ac78-f0c83846d226" providerId="ADAL" clId="{6D59CB42-561A-54A3-8EC2-EFF7A8716567}" dt="2026-05-28T06:32:49.219" v="80" actId="26606"/>
          <ac:spMkLst>
            <pc:docMk/>
            <pc:sldMk cId="3792185446" sldId="463"/>
            <ac:spMk id="6" creationId="{67345150-4700-F17A-44B6-B5C3AA5BA408}"/>
          </ac:spMkLst>
        </pc:spChg>
        <pc:spChg chg="mod">
          <ac:chgData name="Sebastian Küsters" userId="6ca322cc-f3bb-4f00-ac78-f0c83846d226" providerId="ADAL" clId="{6D59CB42-561A-54A3-8EC2-EFF7A8716567}" dt="2026-05-28T06:32:49.219" v="80" actId="26606"/>
          <ac:spMkLst>
            <pc:docMk/>
            <pc:sldMk cId="3792185446" sldId="463"/>
            <ac:spMk id="7" creationId="{0EC6E1A6-675B-A061-C9AA-4E7105034091}"/>
          </ac:spMkLst>
        </pc:spChg>
        <pc:picChg chg="add mod ord">
          <ac:chgData name="Sebastian Küsters" userId="6ca322cc-f3bb-4f00-ac78-f0c83846d226" providerId="ADAL" clId="{6D59CB42-561A-54A3-8EC2-EFF7A8716567}" dt="2026-05-28T06:32:49.219" v="80" actId="26606"/>
          <ac:picMkLst>
            <pc:docMk/>
            <pc:sldMk cId="3792185446" sldId="463"/>
            <ac:picMk id="8" creationId="{B9EC6993-3601-D0BE-6391-E3070605E4E2}"/>
          </ac:picMkLst>
        </pc:picChg>
        <pc:picChg chg="del">
          <ac:chgData name="Sebastian Küsters" userId="6ca322cc-f3bb-4f00-ac78-f0c83846d226" providerId="ADAL" clId="{6D59CB42-561A-54A3-8EC2-EFF7A8716567}" dt="2026-05-28T06:32:33.360" v="75" actId="478"/>
          <ac:picMkLst>
            <pc:docMk/>
            <pc:sldMk cId="3792185446" sldId="463"/>
            <ac:picMk id="10" creationId="{C54AC644-561D-2A9C-C0C6-902386EFC2F8}"/>
          </ac:picMkLst>
        </pc:picChg>
      </pc:sldChg>
      <pc:sldChg chg="ord">
        <pc:chgData name="Sebastian Küsters" userId="6ca322cc-f3bb-4f00-ac78-f0c83846d226" providerId="ADAL" clId="{6D59CB42-561A-54A3-8EC2-EFF7A8716567}" dt="2026-05-28T06:40:59.251" v="97" actId="20578"/>
        <pc:sldMkLst>
          <pc:docMk/>
          <pc:sldMk cId="2442450523" sldId="466"/>
        </pc:sldMkLst>
      </pc:sldChg>
      <pc:sldChg chg="ord">
        <pc:chgData name="Sebastian Küsters" userId="6ca322cc-f3bb-4f00-ac78-f0c83846d226" providerId="ADAL" clId="{6D59CB42-561A-54A3-8EC2-EFF7A8716567}" dt="2026-05-28T06:40:59.251" v="97" actId="20578"/>
        <pc:sldMkLst>
          <pc:docMk/>
          <pc:sldMk cId="2571520665" sldId="467"/>
        </pc:sldMkLst>
      </pc:sldChg>
      <pc:sldChg chg="ord">
        <pc:chgData name="Sebastian Küsters" userId="6ca322cc-f3bb-4f00-ac78-f0c83846d226" providerId="ADAL" clId="{6D59CB42-561A-54A3-8EC2-EFF7A8716567}" dt="2026-05-28T05:53:57.911" v="1" actId="20578"/>
        <pc:sldMkLst>
          <pc:docMk/>
          <pc:sldMk cId="847784318" sldId="468"/>
        </pc:sldMkLst>
      </pc:sldChg>
      <pc:sldChg chg="ord">
        <pc:chgData name="Sebastian Küsters" userId="6ca322cc-f3bb-4f00-ac78-f0c83846d226" providerId="ADAL" clId="{6D59CB42-561A-54A3-8EC2-EFF7A8716567}" dt="2026-05-28T05:51:28.769" v="0" actId="20578"/>
        <pc:sldMkLst>
          <pc:docMk/>
          <pc:sldMk cId="3793881414" sldId="471"/>
        </pc:sldMkLst>
      </pc:sldChg>
      <pc:sldChg chg="addSp delSp modSp add mod">
        <pc:chgData name="Sebastian Küsters" userId="6ca322cc-f3bb-4f00-ac78-f0c83846d226" providerId="ADAL" clId="{6D59CB42-561A-54A3-8EC2-EFF7A8716567}" dt="2026-05-28T06:13:12.836" v="72" actId="14826"/>
        <pc:sldMkLst>
          <pc:docMk/>
          <pc:sldMk cId="3148849976" sldId="528"/>
        </pc:sldMkLst>
        <pc:spChg chg="mod">
          <ac:chgData name="Sebastian Küsters" userId="6ca322cc-f3bb-4f00-ac78-f0c83846d226" providerId="ADAL" clId="{6D59CB42-561A-54A3-8EC2-EFF7A8716567}" dt="2026-05-28T06:11:38.047" v="19" actId="20577"/>
          <ac:spMkLst>
            <pc:docMk/>
            <pc:sldMk cId="3148849976" sldId="528"/>
            <ac:spMk id="8" creationId="{D63C5942-7ED5-996B-18F9-504F70121C58}"/>
          </ac:spMkLst>
        </pc:spChg>
        <pc:spChg chg="mod">
          <ac:chgData name="Sebastian Küsters" userId="6ca322cc-f3bb-4f00-ac78-f0c83846d226" providerId="ADAL" clId="{6D59CB42-561A-54A3-8EC2-EFF7A8716567}" dt="2026-05-28T06:12:15.808" v="63" actId="403"/>
          <ac:spMkLst>
            <pc:docMk/>
            <pc:sldMk cId="3148849976" sldId="528"/>
            <ac:spMk id="9" creationId="{6798A9EA-E0EC-84FD-A874-305AFC1AB622}"/>
          </ac:spMkLst>
        </pc:spChg>
        <pc:picChg chg="add mod">
          <ac:chgData name="Sebastian Küsters" userId="6ca322cc-f3bb-4f00-ac78-f0c83846d226" providerId="ADAL" clId="{6D59CB42-561A-54A3-8EC2-EFF7A8716567}" dt="2026-05-28T06:12:41.911" v="69" actId="1076"/>
          <ac:picMkLst>
            <pc:docMk/>
            <pc:sldMk cId="3148849976" sldId="528"/>
            <ac:picMk id="5" creationId="{F411FA4D-51B0-60B9-0D3D-7DDE90CCC783}"/>
          </ac:picMkLst>
        </pc:picChg>
        <pc:picChg chg="mod">
          <ac:chgData name="Sebastian Küsters" userId="6ca322cc-f3bb-4f00-ac78-f0c83846d226" providerId="ADAL" clId="{6D59CB42-561A-54A3-8EC2-EFF7A8716567}" dt="2026-05-28T06:13:12.836" v="72" actId="14826"/>
          <ac:picMkLst>
            <pc:docMk/>
            <pc:sldMk cId="3148849976" sldId="528"/>
            <ac:picMk id="7" creationId="{BBE0D381-073C-BA4D-CC65-62CFAC4F511B}"/>
          </ac:picMkLst>
        </pc:picChg>
        <pc:picChg chg="del">
          <ac:chgData name="Sebastian Küsters" userId="6ca322cc-f3bb-4f00-ac78-f0c83846d226" providerId="ADAL" clId="{6D59CB42-561A-54A3-8EC2-EFF7A8716567}" dt="2026-05-28T06:12:38.086" v="68" actId="478"/>
          <ac:picMkLst>
            <pc:docMk/>
            <pc:sldMk cId="3148849976" sldId="528"/>
            <ac:picMk id="11" creationId="{D59408ED-C97F-7ACD-84E3-EDCDD5F6279A}"/>
          </ac:picMkLst>
        </pc:picChg>
      </pc:sldChg>
      <pc:sldChg chg="modSp add mod">
        <pc:chgData name="Sebastian Küsters" userId="6ca322cc-f3bb-4f00-ac78-f0c83846d226" providerId="ADAL" clId="{6D59CB42-561A-54A3-8EC2-EFF7A8716567}" dt="2026-05-28T07:08:19.592" v="129" actId="14826"/>
        <pc:sldMkLst>
          <pc:docMk/>
          <pc:sldMk cId="2171129902" sldId="529"/>
        </pc:sldMkLst>
        <pc:picChg chg="mod">
          <ac:chgData name="Sebastian Küsters" userId="6ca322cc-f3bb-4f00-ac78-f0c83846d226" providerId="ADAL" clId="{6D59CB42-561A-54A3-8EC2-EFF7A8716567}" dt="2026-05-28T07:08:19.592" v="129" actId="14826"/>
          <ac:picMkLst>
            <pc:docMk/>
            <pc:sldMk cId="2171129902" sldId="529"/>
            <ac:picMk id="5" creationId="{262DB0CA-654E-32A9-9181-287C0A34308D}"/>
          </ac:picMkLst>
        </pc:picChg>
      </pc:sldChg>
      <pc:sldChg chg="modSp add mod">
        <pc:chgData name="Sebastian Küsters" userId="6ca322cc-f3bb-4f00-ac78-f0c83846d226" providerId="ADAL" clId="{6D59CB42-561A-54A3-8EC2-EFF7A8716567}" dt="2026-05-28T07:08:31.226" v="131" actId="14826"/>
        <pc:sldMkLst>
          <pc:docMk/>
          <pc:sldMk cId="2203516481" sldId="530"/>
        </pc:sldMkLst>
        <pc:picChg chg="mod">
          <ac:chgData name="Sebastian Küsters" userId="6ca322cc-f3bb-4f00-ac78-f0c83846d226" providerId="ADAL" clId="{6D59CB42-561A-54A3-8EC2-EFF7A8716567}" dt="2026-05-28T07:08:31.226" v="131" actId="14826"/>
          <ac:picMkLst>
            <pc:docMk/>
            <pc:sldMk cId="2203516481" sldId="530"/>
            <ac:picMk id="5" creationId="{19FE2907-23AB-6188-A418-32285E8F3E61}"/>
          </ac:picMkLst>
        </pc:picChg>
      </pc:sldChg>
      <pc:sldChg chg="modSp add mod">
        <pc:chgData name="Sebastian Küsters" userId="6ca322cc-f3bb-4f00-ac78-f0c83846d226" providerId="ADAL" clId="{6D59CB42-561A-54A3-8EC2-EFF7A8716567}" dt="2026-05-28T07:08:42.511" v="133" actId="14826"/>
        <pc:sldMkLst>
          <pc:docMk/>
          <pc:sldMk cId="32606645" sldId="531"/>
        </pc:sldMkLst>
        <pc:picChg chg="mod">
          <ac:chgData name="Sebastian Küsters" userId="6ca322cc-f3bb-4f00-ac78-f0c83846d226" providerId="ADAL" clId="{6D59CB42-561A-54A3-8EC2-EFF7A8716567}" dt="2026-05-28T07:08:42.511" v="133" actId="14826"/>
          <ac:picMkLst>
            <pc:docMk/>
            <pc:sldMk cId="32606645" sldId="531"/>
            <ac:picMk id="5" creationId="{B6DCF0F6-C919-77A5-9756-0A4995780DDD}"/>
          </ac:picMkLst>
        </pc:picChg>
      </pc:sldChg>
      <pc:sldChg chg="modSp add mod">
        <pc:chgData name="Sebastian Küsters" userId="6ca322cc-f3bb-4f00-ac78-f0c83846d226" providerId="ADAL" clId="{6D59CB42-561A-54A3-8EC2-EFF7A8716567}" dt="2026-05-28T07:09:07.844" v="135" actId="14826"/>
        <pc:sldMkLst>
          <pc:docMk/>
          <pc:sldMk cId="3943858344" sldId="532"/>
        </pc:sldMkLst>
        <pc:picChg chg="mod">
          <ac:chgData name="Sebastian Küsters" userId="6ca322cc-f3bb-4f00-ac78-f0c83846d226" providerId="ADAL" clId="{6D59CB42-561A-54A3-8EC2-EFF7A8716567}" dt="2026-05-28T07:09:07.844" v="135" actId="14826"/>
          <ac:picMkLst>
            <pc:docMk/>
            <pc:sldMk cId="3943858344" sldId="532"/>
            <ac:picMk id="5" creationId="{26ED4A3A-A639-8729-8C3E-D8937130ECB6}"/>
          </ac:picMkLst>
        </pc:picChg>
      </pc:sldChg>
    </pc:docChg>
  </pc:docChgLst>
</pc:chgInfo>
</file>

<file path=ppt/comments/modernComment_1C0_B805321B.xml><?xml version="1.0" encoding="utf-8"?>
<p188:cmLst xmlns:a="http://schemas.openxmlformats.org/drawingml/2006/main" xmlns:r="http://schemas.openxmlformats.org/officeDocument/2006/relationships" xmlns:p188="http://schemas.microsoft.com/office/powerpoint/2018/8/main">
  <p188:cm id="{36068F5E-4114-3146-84D0-13FDDA4B3475}" authorId="{BE7001DC-F4AF-5C93-1C78-14BC600F984C}" status="resolved" created="2026-05-27T12:28:24.705">
    <ac:deMkLst xmlns:ac="http://schemas.microsoft.com/office/drawing/2013/main/command">
      <pc:docMk xmlns:pc="http://schemas.microsoft.com/office/powerpoint/2013/main/command"/>
      <pc:sldMk xmlns:pc="http://schemas.microsoft.com/office/powerpoint/2013/main/command" cId="3087348251" sldId="448"/>
      <ac:spMk id="13" creationId="{AA92C469-BF71-26BB-5AA7-18C7104BAA79}"/>
    </ac:deMkLst>
    <p188:txBody>
      <a:bodyPr/>
      <a:lstStyle/>
      <a:p>
        <a:r>
          <a:rPr lang="en-US"/>
          <a:t>Was ist die "JTL Cloud App"? Wenn du mehrere meinst, dann Plural oder mehrere einzeichnen</a:t>
        </a:r>
      </a:p>
    </p188:txBody>
  </p188:cm>
  <p188:cm id="{4E9BBEEE-A4A1-A345-9E17-006C61BA6B6F}" authorId="{BE7001DC-F4AF-5C93-1C78-14BC600F984C}" status="resolved" created="2026-05-27T12:28:34.753" complete="100000">
    <pc:sldMkLst xmlns:pc="http://schemas.microsoft.com/office/powerpoint/2013/main/command">
      <pc:docMk/>
      <pc:sldMk cId="4213398381" sldId="404"/>
    </pc:sldMkLst>
    <p188:txBody>
      <a:bodyPr/>
      <a:lstStyle/>
      <a:p>
        <a:r>
          <a:rPr lang="en-US"/>
          <a:t>Wawi connection Flow hier zeigen</a:t>
        </a:r>
      </a:p>
    </p188:txBody>
  </p188:cm>
</p188:cmLst>
</file>

<file path=ppt/comments/modernComment_194_FB235B6D.xml><?xml version="1.0" encoding="utf-8"?>
<p188:cmLst xmlns:a="http://schemas.openxmlformats.org/drawingml/2006/main" xmlns:r="http://schemas.openxmlformats.org/officeDocument/2006/relationships" xmlns:p188="http://schemas.microsoft.com/office/powerpoint/2018/8/main">
  <p188:cm id="{FA59F19B-D2AA-446B-9966-2041E313712F}" authorId="{BE7001DC-F4AF-5C93-1C78-14BC600F984C}" status="resolved" created="2026-05-27T12:28:24.705" complete="100000">
    <ac:deMkLst xmlns:ac="http://schemas.microsoft.com/office/drawing/2013/main/command">
      <pc:docMk xmlns:pc="http://schemas.microsoft.com/office/powerpoint/2013/main/command"/>
      <pc:sldMk xmlns:pc="http://schemas.microsoft.com/office/powerpoint/2013/main/command" cId="4213398381" sldId="404"/>
      <ac:spMk id="13" creationId="{CD57A3F6-EED2-06B1-48D2-39DA805A9252}"/>
    </ac:deMkLst>
    <p188:txBody>
      <a:bodyPr/>
      <a:lstStyle/>
      <a:p>
        <a:r>
          <a:rPr lang="en-US"/>
          <a:t>Was ist die "JTL Cloud App"? Wenn du mehrere meinst, dann Plural oder mehrere einzeichnen</a:t>
        </a:r>
      </a:p>
    </p188:txBody>
  </p188:cm>
  <p188:cm id="{D2B3892A-DC96-4AE4-99BA-D96FC768153A}" authorId="{BE7001DC-F4AF-5C93-1C78-14BC600F984C}" created="2026-05-27T12:28:34.753">
    <pc:sldMkLst xmlns:pc="http://schemas.microsoft.com/office/powerpoint/2013/main/command">
      <pc:docMk/>
      <pc:sldMk cId="4213398381" sldId="404"/>
    </pc:sldMkLst>
    <p188:txBody>
      <a:bodyPr/>
      <a:lstStyle/>
      <a:p>
        <a:r>
          <a:rPr lang="en-US"/>
          <a:t>Wawi connection Flow hier zeigen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BA8E93B-41AA-B979-D3D6-641C4AA964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latin typeface="Inter" panose="020B0502030000000004" pitchFamily="34" charset="0"/>
            </a:endParaRPr>
          </a:p>
        </p:txBody>
      </p:sp>
      <p:sp>
        <p:nvSpPr>
          <p:cNvPr id="3" name="Datumsplatzhalter 2">
            <a:extLst>
              <a:ext uri="{FF2B5EF4-FFF2-40B4-BE49-F238E27FC236}">
                <a16:creationId xmlns:a16="http://schemas.microsoft.com/office/drawing/2014/main" id="{6DD680F2-4468-97E4-261F-1ABB13BAF6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C11A8A-D3B9-492A-A0E4-3E631E8B8D1B}" type="datetimeFigureOut">
              <a:rPr lang="de-DE" smtClean="0">
                <a:latin typeface="Inter" panose="020B0502030000000004" pitchFamily="34" charset="0"/>
              </a:rPr>
              <a:t>28.05.26</a:t>
            </a:fld>
            <a:endParaRPr lang="de-DE">
              <a:latin typeface="Inter" panose="020B0502030000000004" pitchFamily="34" charset="0"/>
            </a:endParaRPr>
          </a:p>
        </p:txBody>
      </p:sp>
      <p:sp>
        <p:nvSpPr>
          <p:cNvPr id="4" name="Fußzeilenplatzhalter 3">
            <a:extLst>
              <a:ext uri="{FF2B5EF4-FFF2-40B4-BE49-F238E27FC236}">
                <a16:creationId xmlns:a16="http://schemas.microsoft.com/office/drawing/2014/main" id="{96C8392B-E959-0CEE-1835-8845C580BE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latin typeface="Inter" panose="020B0502030000000004" pitchFamily="34" charset="0"/>
            </a:endParaRPr>
          </a:p>
        </p:txBody>
      </p:sp>
      <p:sp>
        <p:nvSpPr>
          <p:cNvPr id="5" name="Foliennummernplatzhalter 4">
            <a:extLst>
              <a:ext uri="{FF2B5EF4-FFF2-40B4-BE49-F238E27FC236}">
                <a16:creationId xmlns:a16="http://schemas.microsoft.com/office/drawing/2014/main" id="{13838070-A4AE-9C13-7327-FD11CAF028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CD5B0F-3F56-40F1-81FB-DC5CA664F0E4}" type="slidenum">
              <a:rPr lang="de-DE" smtClean="0">
                <a:latin typeface="Inter" panose="020B0502030000000004" pitchFamily="34" charset="0"/>
              </a:rPr>
              <a:t>‹#›</a:t>
            </a:fld>
            <a:endParaRPr lang="de-DE">
              <a:latin typeface="Inter" panose="020B0502030000000004" pitchFamily="34" charset="0"/>
            </a:endParaRPr>
          </a:p>
        </p:txBody>
      </p:sp>
    </p:spTree>
    <p:extLst>
      <p:ext uri="{BB962C8B-B14F-4D97-AF65-F5344CB8AC3E}">
        <p14:creationId xmlns:p14="http://schemas.microsoft.com/office/powerpoint/2010/main" val="115811727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B0502030000000004" pitchFamily="34" charset="0"/>
              </a:defRPr>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B0502030000000004" pitchFamily="34" charset="0"/>
              </a:defRPr>
            </a:lvl1pPr>
          </a:lstStyle>
          <a:p>
            <a:fld id="{1EDE9FFD-8A61-4BC8-929F-F2AC0D0D0411}" type="datetimeFigureOut">
              <a:rPr lang="de-DE" smtClean="0"/>
              <a:pPr/>
              <a:t>28.05.26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B0502030000000004"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B0502030000000004" pitchFamily="34" charset="0"/>
              </a:defRPr>
            </a:lvl1pPr>
          </a:lstStyle>
          <a:p>
            <a:fld id="{3DDA7A6E-6B51-42D8-B517-1E04FE1FE2CA}" type="slidenum">
              <a:rPr lang="de-DE" smtClean="0"/>
              <a:pPr/>
              <a:t>‹#›</a:t>
            </a:fld>
            <a:endParaRPr lang="de-DE"/>
          </a:p>
        </p:txBody>
      </p:sp>
    </p:spTree>
    <p:extLst>
      <p:ext uri="{BB962C8B-B14F-4D97-AF65-F5344CB8AC3E}">
        <p14:creationId xmlns:p14="http://schemas.microsoft.com/office/powerpoint/2010/main" val="10534633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b="0" i="0" kern="1200">
        <a:solidFill>
          <a:schemeClr val="tx1"/>
        </a:solidFill>
        <a:latin typeface="Inter" panose="020B0502030000000004" pitchFamily="34" charset="0"/>
        <a:ea typeface="+mn-ea"/>
        <a:cs typeface="+mn-cs"/>
      </a:defRPr>
    </a:lvl1pPr>
    <a:lvl2pPr marL="457200" algn="l" defTabSz="914400" rtl="0" eaLnBrk="1" latinLnBrk="0" hangingPunct="1">
      <a:defRPr sz="1200" b="0" i="0" kern="1200">
        <a:solidFill>
          <a:schemeClr val="tx1"/>
        </a:solidFill>
        <a:latin typeface="Inter" panose="020B0502030000000004" pitchFamily="34" charset="0"/>
        <a:ea typeface="+mn-ea"/>
        <a:cs typeface="+mn-cs"/>
      </a:defRPr>
    </a:lvl2pPr>
    <a:lvl3pPr marL="914400" algn="l" defTabSz="914400" rtl="0" eaLnBrk="1" latinLnBrk="0" hangingPunct="1">
      <a:defRPr sz="1200" b="0" i="0" kern="1200">
        <a:solidFill>
          <a:schemeClr val="tx1"/>
        </a:solidFill>
        <a:latin typeface="Inter" panose="020B0502030000000004" pitchFamily="34" charset="0"/>
        <a:ea typeface="+mn-ea"/>
        <a:cs typeface="+mn-cs"/>
      </a:defRPr>
    </a:lvl3pPr>
    <a:lvl4pPr marL="1371600" algn="l" defTabSz="914400" rtl="0" eaLnBrk="1" latinLnBrk="0" hangingPunct="1">
      <a:defRPr sz="1200" b="0" i="0" kern="1200">
        <a:solidFill>
          <a:schemeClr val="tx1"/>
        </a:solidFill>
        <a:latin typeface="Inter" panose="020B0502030000000004" pitchFamily="34" charset="0"/>
        <a:ea typeface="+mn-ea"/>
        <a:cs typeface="+mn-cs"/>
      </a:defRPr>
    </a:lvl4pPr>
    <a:lvl5pPr marL="1828800" algn="l" defTabSz="914400" rtl="0" eaLnBrk="1" latinLnBrk="0" hangingPunct="1">
      <a:defRPr sz="1200" b="0" i="0" kern="1200">
        <a:solidFill>
          <a:schemeClr val="tx1"/>
        </a:solidFill>
        <a:latin typeface="Inter" panose="020B05020300000000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DDA7A6E-6B51-42D8-B517-1E04FE1FE2CA}" type="slidenum">
              <a:rPr lang="de-DE" smtClean="0"/>
              <a:pPr/>
              <a:t>1</a:t>
            </a:fld>
            <a:endParaRPr lang="de-DE"/>
          </a:p>
        </p:txBody>
      </p:sp>
    </p:spTree>
    <p:extLst>
      <p:ext uri="{BB962C8B-B14F-4D97-AF65-F5344CB8AC3E}">
        <p14:creationId xmlns:p14="http://schemas.microsoft.com/office/powerpoint/2010/main" val="1358700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a:solidFill>
                  <a:schemeClr val="tx1"/>
                </a:solidFill>
                <a:effectLst/>
                <a:latin typeface="Inter" panose="020B0502030000000004" pitchFamily="34" charset="0"/>
                <a:ea typeface="+mn-ea"/>
                <a:cs typeface="+mn-cs"/>
              </a:rPr>
              <a:t>Danke Dana. </a:t>
            </a:r>
          </a:p>
          <a:p>
            <a:pPr marL="17145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Du hast recht, ich bin tatsächlich erst seit ein paar Wochen bei JTL. </a:t>
            </a:r>
          </a:p>
          <a:p>
            <a:pPr marL="17145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Was ich Euch in den nächsten 75 Minuten zeige, ist deshalb auch nicht </a:t>
            </a:r>
            <a:r>
              <a:rPr lang="de-DE" sz="1200" b="0" i="0" u="sng" kern="1200">
                <a:solidFill>
                  <a:schemeClr val="tx1"/>
                </a:solidFill>
                <a:effectLst/>
                <a:latin typeface="Inter" panose="020B0502030000000004" pitchFamily="34" charset="0"/>
                <a:ea typeface="+mn-ea"/>
                <a:cs typeface="+mn-cs"/>
              </a:rPr>
              <a:t>meine</a:t>
            </a:r>
            <a:r>
              <a:rPr lang="de-DE" sz="1200" b="0" i="0" kern="1200">
                <a:solidFill>
                  <a:schemeClr val="tx1"/>
                </a:solidFill>
                <a:effectLst/>
                <a:latin typeface="Inter" panose="020B0502030000000004" pitchFamily="34" charset="0"/>
                <a:ea typeface="+mn-ea"/>
                <a:cs typeface="+mn-cs"/>
              </a:rPr>
              <a:t> Roadmap, </a:t>
            </a:r>
          </a:p>
          <a:p>
            <a:pPr marL="17145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sondern die Roadmap unserer einzelnen Produkte. </a:t>
            </a:r>
          </a:p>
          <a:p>
            <a:pPr marL="17145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Und deshalb stelle ich die Roadmaps auch nicht alleine vor:</a:t>
            </a:r>
          </a:p>
          <a:p>
            <a:pPr marL="628650" lvl="1"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zu jedem Produkt steht in den nächsten 75 Minuten eine Expertin oder ein Experte mit mir auf dieser Bühne, </a:t>
            </a:r>
          </a:p>
          <a:p>
            <a:pPr marL="628650" lvl="1"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die/der seit Jahren an genau diesem Produkt arbeitet und am besten weiß, was Ihr vom entsprechenden Produkt in den kommenden Quartalen erwarten könnt.</a:t>
            </a:r>
          </a:p>
          <a:p>
            <a:pPr marL="171450" lvl="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Ich darf Euch also durchführen, </a:t>
            </a:r>
          </a:p>
          <a:p>
            <a:pPr marL="171450" lvl="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mich freuen, Euch die Köpfe hinter den Produkten vorzustellen, </a:t>
            </a:r>
          </a:p>
          <a:p>
            <a:pPr marL="171450" lvl="0" indent="-171450">
              <a:buFont typeface="Arial" panose="020B0604020202020204" pitchFamily="34" charset="0"/>
              <a:buChar char="•"/>
            </a:pPr>
            <a:r>
              <a:rPr lang="de-DE" sz="1200" b="0" i="0" kern="1200">
                <a:solidFill>
                  <a:schemeClr val="tx1"/>
                </a:solidFill>
                <a:effectLst/>
                <a:latin typeface="Inter" panose="020B0502030000000004" pitchFamily="34" charset="0"/>
                <a:ea typeface="+mn-ea"/>
                <a:cs typeface="+mn-cs"/>
              </a:rPr>
              <a:t>und mit Euch zusammen einen Blick auf die kommenden 12 Monate zu werfen</a:t>
            </a:r>
          </a:p>
          <a:p>
            <a:endParaRPr lang="de-DE"/>
          </a:p>
        </p:txBody>
      </p:sp>
      <p:sp>
        <p:nvSpPr>
          <p:cNvPr id="4" name="Foliennummernplatzhalter 3"/>
          <p:cNvSpPr>
            <a:spLocks noGrp="1"/>
          </p:cNvSpPr>
          <p:nvPr>
            <p:ph type="sldNum" sz="quarter" idx="5"/>
          </p:nvPr>
        </p:nvSpPr>
        <p:spPr/>
        <p:txBody>
          <a:bodyPr/>
          <a:lstStyle/>
          <a:p>
            <a:fld id="{3DDA7A6E-6B51-42D8-B517-1E04FE1FE2CA}" type="slidenum">
              <a:rPr lang="de-DE" smtClean="0"/>
              <a:pPr/>
              <a:t>2</a:t>
            </a:fld>
            <a:endParaRPr lang="de-DE"/>
          </a:p>
        </p:txBody>
      </p:sp>
    </p:spTree>
    <p:extLst>
      <p:ext uri="{BB962C8B-B14F-4D97-AF65-F5344CB8AC3E}">
        <p14:creationId xmlns:p14="http://schemas.microsoft.com/office/powerpoint/2010/main" val="1122275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dirty="0"/>
          </a:p>
          <a:p>
            <a:r>
              <a:rPr lang="en-US" dirty="0"/>
              <a:t>Your app appears as a top-level menu item in the Cloud ERP, right next to JTL's native modules.</a:t>
            </a:r>
          </a:p>
          <a:p>
            <a:r>
              <a:rPr lang="en-US" dirty="0"/>
              <a:t>Clicking it opens your full UI inside the ERP frame — sized for productive day-to-day work.</a:t>
            </a:r>
          </a:p>
          <a:p>
            <a:r>
              <a:rPr lang="en-US" dirty="0"/>
              <a:t>Users stay in the ERP for everything; no tab-switching, no context loss.</a:t>
            </a:r>
          </a:p>
          <a:p>
            <a:r>
              <a:rPr lang="en-US" dirty="0"/>
              <a:t>Best fit when your app is its own workspace — reports, planning tools, custom ops dashboards.</a:t>
            </a:r>
          </a:p>
          <a:p>
            <a:endParaRPr lang="en-US" dirty="0"/>
          </a:p>
        </p:txBody>
      </p:sp>
      <p:sp>
        <p:nvSpPr>
          <p:cNvPr id="4" name="Slide Number Placeholder 3"/>
          <p:cNvSpPr>
            <a:spLocks noGrp="1"/>
          </p:cNvSpPr>
          <p:nvPr>
            <p:ph type="sldNum" sz="quarter" idx="5"/>
          </p:nvPr>
        </p:nvSpPr>
        <p:spPr/>
        <p:txBody>
          <a:bodyPr/>
          <a:lstStyle/>
          <a:p>
            <a:fld id="{3DDA7A6E-6B51-42D8-B517-1E04FE1FE2CA}" type="slidenum">
              <a:rPr lang="de-DE" smtClean="0"/>
              <a:pPr/>
              <a:t>23</a:t>
            </a:fld>
            <a:endParaRPr lang="de-DE"/>
          </a:p>
        </p:txBody>
      </p:sp>
    </p:spTree>
    <p:extLst>
      <p:ext uri="{BB962C8B-B14F-4D97-AF65-F5344CB8AC3E}">
        <p14:creationId xmlns:p14="http://schemas.microsoft.com/office/powerpoint/2010/main" val="1414616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7493E-0C3D-6CF4-CEF3-EE6D5A32E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7D00B-400C-6458-58C3-B769A6F4C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DB823-DCD7-8ADC-EF8A-58727CDCB27A}"/>
              </a:ext>
            </a:extLst>
          </p:cNvPr>
          <p:cNvSpPr>
            <a:spLocks noGrp="1"/>
          </p:cNvSpPr>
          <p:nvPr>
            <p:ph type="body" idx="1"/>
          </p:nvPr>
        </p:nvSpPr>
        <p:spPr/>
        <p:txBody>
          <a:bodyPr/>
          <a:lstStyle/>
          <a:p>
            <a:pPr>
              <a:buNone/>
            </a:pPr>
            <a:endParaRPr lang="en-US" dirty="0"/>
          </a:p>
          <a:p>
            <a:r>
              <a:rPr lang="en-US" dirty="0"/>
              <a:t>Your app appears as a top-level menu item in the Cloud ERP, right next to JTL's native modules.</a:t>
            </a:r>
          </a:p>
          <a:p>
            <a:r>
              <a:rPr lang="en-US" dirty="0"/>
              <a:t>Clicking it opens your full UI inside the ERP frame — sized for productive day-to-day work.</a:t>
            </a:r>
          </a:p>
          <a:p>
            <a:r>
              <a:rPr lang="en-US" dirty="0"/>
              <a:t>Users stay in the ERP for everything; no tab-switching, no context loss.</a:t>
            </a:r>
          </a:p>
          <a:p>
            <a:r>
              <a:rPr lang="en-US" dirty="0"/>
              <a:t>Best fit when your app is its own workspace — reports, planning tools, custom ops dashboards.</a:t>
            </a:r>
          </a:p>
          <a:p>
            <a:endParaRPr lang="en-US" dirty="0"/>
          </a:p>
        </p:txBody>
      </p:sp>
      <p:sp>
        <p:nvSpPr>
          <p:cNvPr id="4" name="Slide Number Placeholder 3">
            <a:extLst>
              <a:ext uri="{FF2B5EF4-FFF2-40B4-BE49-F238E27FC236}">
                <a16:creationId xmlns:a16="http://schemas.microsoft.com/office/drawing/2014/main" id="{26180FCB-547E-96D7-06D3-611BB3945996}"/>
              </a:ext>
            </a:extLst>
          </p:cNvPr>
          <p:cNvSpPr>
            <a:spLocks noGrp="1"/>
          </p:cNvSpPr>
          <p:nvPr>
            <p:ph type="sldNum" sz="quarter" idx="5"/>
          </p:nvPr>
        </p:nvSpPr>
        <p:spPr/>
        <p:txBody>
          <a:bodyPr/>
          <a:lstStyle/>
          <a:p>
            <a:fld id="{3DDA7A6E-6B51-42D8-B517-1E04FE1FE2CA}" type="slidenum">
              <a:rPr lang="de-DE" smtClean="0"/>
              <a:pPr/>
              <a:t>24</a:t>
            </a:fld>
            <a:endParaRPr lang="de-DE"/>
          </a:p>
        </p:txBody>
      </p:sp>
    </p:spTree>
    <p:extLst>
      <p:ext uri="{BB962C8B-B14F-4D97-AF65-F5344CB8AC3E}">
        <p14:creationId xmlns:p14="http://schemas.microsoft.com/office/powerpoint/2010/main" val="4033448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DEAF4-6868-4D18-9D78-BBD064915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65BB9-92C8-AFDE-B33C-568F42D32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F8A6E-B804-F73A-5127-5E364D49D381}"/>
              </a:ext>
            </a:extLst>
          </p:cNvPr>
          <p:cNvSpPr>
            <a:spLocks noGrp="1"/>
          </p:cNvSpPr>
          <p:nvPr>
            <p:ph type="body" idx="1"/>
          </p:nvPr>
        </p:nvSpPr>
        <p:spPr/>
        <p:txBody>
          <a:bodyPr/>
          <a:lstStyle/>
          <a:p>
            <a:r>
              <a:rPr lang="en-US" dirty="0"/>
              <a:t>A small JavaScript library you load in your </a:t>
            </a:r>
            <a:r>
              <a:rPr lang="en-US" dirty="0" err="1"/>
              <a:t>iframe</a:t>
            </a:r>
            <a:r>
              <a:rPr lang="en-US" dirty="0"/>
              <a:t> — exposes a typed API to talk to the surrounding host (Hub or Cloud ERP).</a:t>
            </a:r>
          </a:p>
          <a:p>
            <a:r>
              <a:rPr lang="en-US" dirty="0"/>
              <a:t>Subscribe to events: locale changes, active context (current order, product, customer), theme switches, navigation.</a:t>
            </a:r>
          </a:p>
          <a:p>
            <a:r>
              <a:rPr lang="en-US" dirty="0"/>
              <a:t>Send commands back: open a deep-link, show a toast, request a fresh auth token, trigger a host-level action.</a:t>
            </a:r>
          </a:p>
          <a:p>
            <a:r>
              <a:rPr lang="en-US" dirty="0"/>
              <a:t>Handles the </a:t>
            </a:r>
            <a:r>
              <a:rPr lang="en-US" dirty="0" err="1"/>
              <a:t>iframe</a:t>
            </a:r>
            <a:r>
              <a:rPr lang="en-US" dirty="0"/>
              <a:t> boundary, </a:t>
            </a:r>
            <a:r>
              <a:rPr lang="en-US" dirty="0" err="1"/>
              <a:t>postMessage</a:t>
            </a:r>
            <a:r>
              <a:rPr lang="en-US" dirty="0"/>
              <a:t> plumbing, and security checks so your code stays clean.</a:t>
            </a:r>
          </a:p>
          <a:p>
            <a:endParaRPr lang="en-US" dirty="0"/>
          </a:p>
        </p:txBody>
      </p:sp>
      <p:sp>
        <p:nvSpPr>
          <p:cNvPr id="4" name="Slide Number Placeholder 3">
            <a:extLst>
              <a:ext uri="{FF2B5EF4-FFF2-40B4-BE49-F238E27FC236}">
                <a16:creationId xmlns:a16="http://schemas.microsoft.com/office/drawing/2014/main" id="{10B65BBC-56DB-2664-580D-7FB2F4D29773}"/>
              </a:ext>
            </a:extLst>
          </p:cNvPr>
          <p:cNvSpPr>
            <a:spLocks noGrp="1"/>
          </p:cNvSpPr>
          <p:nvPr>
            <p:ph type="sldNum" sz="quarter" idx="5"/>
          </p:nvPr>
        </p:nvSpPr>
        <p:spPr/>
        <p:txBody>
          <a:bodyPr/>
          <a:lstStyle/>
          <a:p>
            <a:fld id="{3DDA7A6E-6B51-42D8-B517-1E04FE1FE2CA}" type="slidenum">
              <a:rPr lang="de-DE" smtClean="0"/>
              <a:pPr/>
              <a:t>25</a:t>
            </a:fld>
            <a:endParaRPr lang="de-DE"/>
          </a:p>
        </p:txBody>
      </p:sp>
    </p:spTree>
    <p:extLst>
      <p:ext uri="{BB962C8B-B14F-4D97-AF65-F5344CB8AC3E}">
        <p14:creationId xmlns:p14="http://schemas.microsoft.com/office/powerpoint/2010/main" val="2548667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JavaScript library you load in your </a:t>
            </a:r>
            <a:r>
              <a:rPr lang="en-US" dirty="0" err="1"/>
              <a:t>iframe</a:t>
            </a:r>
            <a:r>
              <a:rPr lang="en-US" dirty="0"/>
              <a:t> — exposes a typed API to talk to the surrounding host (Hub or Cloud ERP).</a:t>
            </a:r>
          </a:p>
          <a:p>
            <a:r>
              <a:rPr lang="en-US" dirty="0"/>
              <a:t>Subscribe to events: locale changes, active context (current order, product, customer), theme switches, navigation.</a:t>
            </a:r>
          </a:p>
          <a:p>
            <a:r>
              <a:rPr lang="en-US" dirty="0"/>
              <a:t>Send commands back: open a deep-link, show a toast, request a fresh auth token, trigger a host-level action.</a:t>
            </a:r>
          </a:p>
          <a:p>
            <a:r>
              <a:rPr lang="en-US" dirty="0"/>
              <a:t>Handles the </a:t>
            </a:r>
            <a:r>
              <a:rPr lang="en-US" dirty="0" err="1"/>
              <a:t>iframe</a:t>
            </a:r>
            <a:r>
              <a:rPr lang="en-US" dirty="0"/>
              <a:t> boundary, </a:t>
            </a:r>
            <a:r>
              <a:rPr lang="en-US" dirty="0" err="1"/>
              <a:t>postMessage</a:t>
            </a:r>
            <a:r>
              <a:rPr lang="en-US" dirty="0"/>
              <a:t> plumbing, and security checks so your code stays clean.</a:t>
            </a:r>
          </a:p>
          <a:p>
            <a:endParaRPr lang="en-US" dirty="0"/>
          </a:p>
        </p:txBody>
      </p:sp>
      <p:sp>
        <p:nvSpPr>
          <p:cNvPr id="4" name="Slide Number Placeholder 3"/>
          <p:cNvSpPr>
            <a:spLocks noGrp="1"/>
          </p:cNvSpPr>
          <p:nvPr>
            <p:ph type="sldNum" sz="quarter" idx="5"/>
          </p:nvPr>
        </p:nvSpPr>
        <p:spPr/>
        <p:txBody>
          <a:bodyPr/>
          <a:lstStyle/>
          <a:p>
            <a:fld id="{3DDA7A6E-6B51-42D8-B517-1E04FE1FE2CA}" type="slidenum">
              <a:rPr lang="de-DE" smtClean="0"/>
              <a:pPr/>
              <a:t>26</a:t>
            </a:fld>
            <a:endParaRPr lang="de-DE"/>
          </a:p>
        </p:txBody>
      </p:sp>
    </p:spTree>
    <p:extLst>
      <p:ext uri="{BB962C8B-B14F-4D97-AF65-F5344CB8AC3E}">
        <p14:creationId xmlns:p14="http://schemas.microsoft.com/office/powerpoint/2010/main" val="4268886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JavaScript library you load in your </a:t>
            </a:r>
            <a:r>
              <a:rPr lang="en-US" dirty="0" err="1"/>
              <a:t>iframe</a:t>
            </a:r>
            <a:r>
              <a:rPr lang="en-US" dirty="0"/>
              <a:t> — exposes a typed API to talk to the surrounding host (Hub or Cloud ERP).</a:t>
            </a:r>
          </a:p>
          <a:p>
            <a:r>
              <a:rPr lang="en-US" dirty="0"/>
              <a:t>Subscribe to events: locale changes, active context (current order, product, customer), theme switches, navigation.</a:t>
            </a:r>
          </a:p>
          <a:p>
            <a:r>
              <a:rPr lang="en-US" dirty="0"/>
              <a:t>Send commands back: open a deep-link, show a toast, request a fresh auth token, trigger a host-level action.</a:t>
            </a:r>
          </a:p>
          <a:p>
            <a:r>
              <a:rPr lang="en-US" dirty="0"/>
              <a:t>Handles the </a:t>
            </a:r>
            <a:r>
              <a:rPr lang="en-US" dirty="0" err="1"/>
              <a:t>iframe</a:t>
            </a:r>
            <a:r>
              <a:rPr lang="en-US" dirty="0"/>
              <a:t> boundary, </a:t>
            </a:r>
            <a:r>
              <a:rPr lang="en-US" dirty="0" err="1"/>
              <a:t>postMessage</a:t>
            </a:r>
            <a:r>
              <a:rPr lang="en-US" dirty="0"/>
              <a:t> plumbing, and security checks so your code stays clean.</a:t>
            </a:r>
          </a:p>
          <a:p>
            <a:endParaRPr lang="en-US" dirty="0"/>
          </a:p>
        </p:txBody>
      </p:sp>
      <p:sp>
        <p:nvSpPr>
          <p:cNvPr id="4" name="Slide Number Placeholder 3"/>
          <p:cNvSpPr>
            <a:spLocks noGrp="1"/>
          </p:cNvSpPr>
          <p:nvPr>
            <p:ph type="sldNum" sz="quarter" idx="5"/>
          </p:nvPr>
        </p:nvSpPr>
        <p:spPr/>
        <p:txBody>
          <a:bodyPr/>
          <a:lstStyle/>
          <a:p>
            <a:fld id="{3DDA7A6E-6B51-42D8-B517-1E04FE1FE2CA}" type="slidenum">
              <a:rPr lang="de-DE" smtClean="0"/>
              <a:pPr/>
              <a:t>27</a:t>
            </a:fld>
            <a:endParaRPr lang="de-DE"/>
          </a:p>
        </p:txBody>
      </p:sp>
    </p:spTree>
    <p:extLst>
      <p:ext uri="{BB962C8B-B14F-4D97-AF65-F5344CB8AC3E}">
        <p14:creationId xmlns:p14="http://schemas.microsoft.com/office/powerpoint/2010/main" val="2053545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9E74-B34E-FBBD-0AD3-5F344EAA7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64B9D-E41C-9A31-C5F5-E043A16B2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C9F48-8CAF-0580-D4BC-28D3D302E2E9}"/>
              </a:ext>
            </a:extLst>
          </p:cNvPr>
          <p:cNvSpPr>
            <a:spLocks noGrp="1"/>
          </p:cNvSpPr>
          <p:nvPr>
            <p:ph type="body" idx="1"/>
          </p:nvPr>
        </p:nvSpPr>
        <p:spPr/>
        <p:txBody>
          <a:bodyPr/>
          <a:lstStyle/>
          <a:p>
            <a:r>
              <a:rPr lang="en-US" dirty="0"/>
              <a:t>A small JavaScript library you load in your </a:t>
            </a:r>
            <a:r>
              <a:rPr lang="en-US" dirty="0" err="1"/>
              <a:t>iframe</a:t>
            </a:r>
            <a:r>
              <a:rPr lang="en-US" dirty="0"/>
              <a:t> — exposes a typed API to talk to the surrounding host (Hub or Cloud ERP).</a:t>
            </a:r>
          </a:p>
          <a:p>
            <a:r>
              <a:rPr lang="en-US" dirty="0"/>
              <a:t>Subscribe to events: locale changes, active context (current order, product, customer), theme switches, navigation.</a:t>
            </a:r>
          </a:p>
          <a:p>
            <a:r>
              <a:rPr lang="en-US" dirty="0"/>
              <a:t>Send commands back: open a deep-link, show a toast, request a fresh auth token, trigger a host-level action.</a:t>
            </a:r>
          </a:p>
          <a:p>
            <a:r>
              <a:rPr lang="en-US" dirty="0"/>
              <a:t>Handles the </a:t>
            </a:r>
            <a:r>
              <a:rPr lang="en-US" dirty="0" err="1"/>
              <a:t>iframe</a:t>
            </a:r>
            <a:r>
              <a:rPr lang="en-US" dirty="0"/>
              <a:t> boundary, </a:t>
            </a:r>
            <a:r>
              <a:rPr lang="en-US" dirty="0" err="1"/>
              <a:t>postMessage</a:t>
            </a:r>
            <a:r>
              <a:rPr lang="en-US" dirty="0"/>
              <a:t> plumbing, and security checks so your code stays clean.</a:t>
            </a:r>
          </a:p>
          <a:p>
            <a:endParaRPr lang="en-US" dirty="0"/>
          </a:p>
        </p:txBody>
      </p:sp>
      <p:sp>
        <p:nvSpPr>
          <p:cNvPr id="4" name="Slide Number Placeholder 3">
            <a:extLst>
              <a:ext uri="{FF2B5EF4-FFF2-40B4-BE49-F238E27FC236}">
                <a16:creationId xmlns:a16="http://schemas.microsoft.com/office/drawing/2014/main" id="{A0287C27-59D7-0F17-41D3-00DA985DEBC8}"/>
              </a:ext>
            </a:extLst>
          </p:cNvPr>
          <p:cNvSpPr>
            <a:spLocks noGrp="1"/>
          </p:cNvSpPr>
          <p:nvPr>
            <p:ph type="sldNum" sz="quarter" idx="5"/>
          </p:nvPr>
        </p:nvSpPr>
        <p:spPr/>
        <p:txBody>
          <a:bodyPr/>
          <a:lstStyle/>
          <a:p>
            <a:fld id="{3DDA7A6E-6B51-42D8-B517-1E04FE1FE2CA}" type="slidenum">
              <a:rPr lang="de-DE" smtClean="0"/>
              <a:pPr/>
              <a:t>28</a:t>
            </a:fld>
            <a:endParaRPr lang="de-DE"/>
          </a:p>
        </p:txBody>
      </p:sp>
    </p:spTree>
    <p:extLst>
      <p:ext uri="{BB962C8B-B14F-4D97-AF65-F5344CB8AC3E}">
        <p14:creationId xmlns:p14="http://schemas.microsoft.com/office/powerpoint/2010/main" val="1736503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0096-03F8-B292-4959-12FE7EC7D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F10A0-C88C-41E7-C148-1898C5406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83216-6F9D-E238-3232-8383E4B2B282}"/>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C707E51D-26C0-5A9A-9CB8-96728D5821CD}"/>
              </a:ext>
            </a:extLst>
          </p:cNvPr>
          <p:cNvSpPr>
            <a:spLocks noGrp="1"/>
          </p:cNvSpPr>
          <p:nvPr>
            <p:ph type="sldNum" sz="quarter" idx="5"/>
          </p:nvPr>
        </p:nvSpPr>
        <p:spPr/>
        <p:txBody>
          <a:bodyPr/>
          <a:lstStyle/>
          <a:p>
            <a:fld id="{3DDA7A6E-6B51-42D8-B517-1E04FE1FE2CA}" type="slidenum">
              <a:rPr lang="de-DE" smtClean="0"/>
              <a:pPr/>
              <a:t>30</a:t>
            </a:fld>
            <a:endParaRPr lang="de-DE"/>
          </a:p>
        </p:txBody>
      </p:sp>
    </p:spTree>
    <p:extLst>
      <p:ext uri="{BB962C8B-B14F-4D97-AF65-F5344CB8AC3E}">
        <p14:creationId xmlns:p14="http://schemas.microsoft.com/office/powerpoint/2010/main" val="3082405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E3BCF-5947-CB98-F247-86CF6EEAE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F11B7-D2B5-82D6-BD84-222BEA04A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3CFB7-4602-1330-67B1-5205B56B5680}"/>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4EE0F33C-9C8B-AEAF-EE5A-AE4AB9DD3231}"/>
              </a:ext>
            </a:extLst>
          </p:cNvPr>
          <p:cNvSpPr>
            <a:spLocks noGrp="1"/>
          </p:cNvSpPr>
          <p:nvPr>
            <p:ph type="sldNum" sz="quarter" idx="5"/>
          </p:nvPr>
        </p:nvSpPr>
        <p:spPr/>
        <p:txBody>
          <a:bodyPr/>
          <a:lstStyle/>
          <a:p>
            <a:fld id="{3DDA7A6E-6B51-42D8-B517-1E04FE1FE2CA}" type="slidenum">
              <a:rPr lang="de-DE" smtClean="0"/>
              <a:pPr/>
              <a:t>31</a:t>
            </a:fld>
            <a:endParaRPr lang="de-DE"/>
          </a:p>
        </p:txBody>
      </p:sp>
    </p:spTree>
    <p:extLst>
      <p:ext uri="{BB962C8B-B14F-4D97-AF65-F5344CB8AC3E}">
        <p14:creationId xmlns:p14="http://schemas.microsoft.com/office/powerpoint/2010/main" val="3941166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70757-2DE0-3294-5EBD-43ADE6746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6D751-C29A-D7BC-19E7-50DE2F800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FEB2A-8649-F52A-CBD8-5F36F585FF47}"/>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56D182F4-74CD-3C74-D2A2-551C4D8FDC25}"/>
              </a:ext>
            </a:extLst>
          </p:cNvPr>
          <p:cNvSpPr>
            <a:spLocks noGrp="1"/>
          </p:cNvSpPr>
          <p:nvPr>
            <p:ph type="sldNum" sz="quarter" idx="5"/>
          </p:nvPr>
        </p:nvSpPr>
        <p:spPr/>
        <p:txBody>
          <a:bodyPr/>
          <a:lstStyle/>
          <a:p>
            <a:fld id="{3DDA7A6E-6B51-42D8-B517-1E04FE1FE2CA}" type="slidenum">
              <a:rPr lang="de-DE" smtClean="0"/>
              <a:pPr/>
              <a:t>32</a:t>
            </a:fld>
            <a:endParaRPr lang="de-DE"/>
          </a:p>
        </p:txBody>
      </p:sp>
    </p:spTree>
    <p:extLst>
      <p:ext uri="{BB962C8B-B14F-4D97-AF65-F5344CB8AC3E}">
        <p14:creationId xmlns:p14="http://schemas.microsoft.com/office/powerpoint/2010/main" val="3869507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D52D-41E7-C0F3-52B1-7282855E8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90A0B-125D-D05E-0757-CC47914F9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81FDB-4F9D-B60A-7E1D-135885CBFB8E}"/>
              </a:ext>
            </a:extLst>
          </p:cNvPr>
          <p:cNvSpPr>
            <a:spLocks noGrp="1"/>
          </p:cNvSpPr>
          <p:nvPr>
            <p:ph type="body" idx="1"/>
          </p:nvPr>
        </p:nvSpPr>
        <p:spPr/>
        <p:txBody>
          <a:bodyPr/>
          <a:lstStyle/>
          <a:p>
            <a:r>
              <a:rPr lang="en-US" dirty="0"/>
              <a:t>A small JavaScript library you load in your </a:t>
            </a:r>
            <a:r>
              <a:rPr lang="en-US" dirty="0" err="1"/>
              <a:t>iframe</a:t>
            </a:r>
            <a:r>
              <a:rPr lang="en-US" dirty="0"/>
              <a:t> — exposes a typed API to talk to the surrounding host (Hub or Cloud ERP).</a:t>
            </a:r>
          </a:p>
          <a:p>
            <a:r>
              <a:rPr lang="en-US" dirty="0"/>
              <a:t>Subscribe to events: locale changes, active context (current order, product, customer), theme switches, navigation.</a:t>
            </a:r>
          </a:p>
          <a:p>
            <a:r>
              <a:rPr lang="en-US" dirty="0"/>
              <a:t>Send commands back: open a deep-link, show a toast, request a fresh auth token, trigger a host-level action.</a:t>
            </a:r>
          </a:p>
          <a:p>
            <a:r>
              <a:rPr lang="en-US" dirty="0"/>
              <a:t>Handles the </a:t>
            </a:r>
            <a:r>
              <a:rPr lang="en-US" dirty="0" err="1"/>
              <a:t>iframe</a:t>
            </a:r>
            <a:r>
              <a:rPr lang="en-US" dirty="0"/>
              <a:t> boundary, </a:t>
            </a:r>
            <a:r>
              <a:rPr lang="en-US" dirty="0" err="1"/>
              <a:t>postMessage</a:t>
            </a:r>
            <a:r>
              <a:rPr lang="en-US" dirty="0"/>
              <a:t> plumbing, and security checks so your code stays clean.</a:t>
            </a:r>
          </a:p>
          <a:p>
            <a:endParaRPr lang="en-US" dirty="0"/>
          </a:p>
        </p:txBody>
      </p:sp>
      <p:sp>
        <p:nvSpPr>
          <p:cNvPr id="4" name="Slide Number Placeholder 3">
            <a:extLst>
              <a:ext uri="{FF2B5EF4-FFF2-40B4-BE49-F238E27FC236}">
                <a16:creationId xmlns:a16="http://schemas.microsoft.com/office/drawing/2014/main" id="{BF82F26E-7D48-238C-B0D9-911AE4AF755A}"/>
              </a:ext>
            </a:extLst>
          </p:cNvPr>
          <p:cNvSpPr>
            <a:spLocks noGrp="1"/>
          </p:cNvSpPr>
          <p:nvPr>
            <p:ph type="sldNum" sz="quarter" idx="5"/>
          </p:nvPr>
        </p:nvSpPr>
        <p:spPr/>
        <p:txBody>
          <a:bodyPr/>
          <a:lstStyle/>
          <a:p>
            <a:fld id="{3DDA7A6E-6B51-42D8-B517-1E04FE1FE2CA}" type="slidenum">
              <a:rPr lang="de-DE" smtClean="0"/>
              <a:pPr/>
              <a:t>33</a:t>
            </a:fld>
            <a:endParaRPr lang="de-DE"/>
          </a:p>
        </p:txBody>
      </p:sp>
    </p:spTree>
    <p:extLst>
      <p:ext uri="{BB962C8B-B14F-4D97-AF65-F5344CB8AC3E}">
        <p14:creationId xmlns:p14="http://schemas.microsoft.com/office/powerpoint/2010/main" val="2717227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E8C8E-495C-35EA-F680-AA8E3B746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73343-8EF8-EB32-D800-099865CEE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0AB0C-3557-5B1C-0402-E1974F892DDB}"/>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52425CA4-F03B-6252-A138-6A809B099953}"/>
              </a:ext>
            </a:extLst>
          </p:cNvPr>
          <p:cNvSpPr>
            <a:spLocks noGrp="1"/>
          </p:cNvSpPr>
          <p:nvPr>
            <p:ph type="sldNum" sz="quarter" idx="5"/>
          </p:nvPr>
        </p:nvSpPr>
        <p:spPr/>
        <p:txBody>
          <a:bodyPr/>
          <a:lstStyle/>
          <a:p>
            <a:fld id="{3DDA7A6E-6B51-42D8-B517-1E04FE1FE2CA}" type="slidenum">
              <a:rPr lang="de-DE" smtClean="0"/>
              <a:pPr/>
              <a:t>34</a:t>
            </a:fld>
            <a:endParaRPr lang="de-DE"/>
          </a:p>
        </p:txBody>
      </p:sp>
    </p:spTree>
    <p:extLst>
      <p:ext uri="{BB962C8B-B14F-4D97-AF65-F5344CB8AC3E}">
        <p14:creationId xmlns:p14="http://schemas.microsoft.com/office/powerpoint/2010/main" val="537186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D0C7-A9C5-5714-6388-7ADF24C1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A13C2-0E2D-3668-BA0A-4480027E72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EC79B-84D1-6289-FEA3-8E4730058CEE}"/>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BCD4D2EF-E29D-3638-03A9-97B6DE15B52B}"/>
              </a:ext>
            </a:extLst>
          </p:cNvPr>
          <p:cNvSpPr>
            <a:spLocks noGrp="1"/>
          </p:cNvSpPr>
          <p:nvPr>
            <p:ph type="sldNum" sz="quarter" idx="5"/>
          </p:nvPr>
        </p:nvSpPr>
        <p:spPr/>
        <p:txBody>
          <a:bodyPr/>
          <a:lstStyle/>
          <a:p>
            <a:fld id="{3DDA7A6E-6B51-42D8-B517-1E04FE1FE2CA}" type="slidenum">
              <a:rPr lang="de-DE" smtClean="0"/>
              <a:pPr/>
              <a:t>35</a:t>
            </a:fld>
            <a:endParaRPr lang="de-DE"/>
          </a:p>
        </p:txBody>
      </p:sp>
    </p:spTree>
    <p:extLst>
      <p:ext uri="{BB962C8B-B14F-4D97-AF65-F5344CB8AC3E}">
        <p14:creationId xmlns:p14="http://schemas.microsoft.com/office/powerpoint/2010/main" val="3309502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6A30-AF43-1422-600A-5A7D1F327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C7BD5-555B-35CE-D68A-7654AF012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86045-9CE1-94AB-8A95-80926035ED85}"/>
              </a:ext>
            </a:extLst>
          </p:cNvPr>
          <p:cNvSpPr>
            <a:spLocks noGrp="1"/>
          </p:cNvSpPr>
          <p:nvPr>
            <p:ph type="body" idx="1"/>
          </p:nvPr>
        </p:nvSpPr>
        <p:spPr/>
        <p:txBody>
          <a:bodyPr/>
          <a:lstStyle/>
          <a:p>
            <a:r>
              <a:rPr lang="en-US" dirty="0"/>
              <a:t>Your app listens for platform events (orders, stock changes, fulfilment) via webhooks and reacts in the background.</a:t>
            </a:r>
          </a:p>
          <a:p>
            <a:r>
              <a:rPr lang="en-US" dirty="0"/>
              <a:t>You authenticate machine-to-machine and call Platform APIs to read or write data — no user in the loop.</a:t>
            </a:r>
          </a:p>
          <a:p>
            <a:r>
              <a:rPr lang="en-US" dirty="0"/>
              <a:t>Runs on your own infrastructure (or serverless), so any language and any deployment target works.</a:t>
            </a:r>
          </a:p>
          <a:p>
            <a:r>
              <a:rPr lang="en-US" dirty="0"/>
              <a:t>Best fit for syncs, automations, ETL, AI enrichment, and connectors to external systems.</a:t>
            </a:r>
          </a:p>
          <a:p>
            <a:endParaRPr lang="en-US" dirty="0"/>
          </a:p>
        </p:txBody>
      </p:sp>
      <p:sp>
        <p:nvSpPr>
          <p:cNvPr id="4" name="Slide Number Placeholder 3">
            <a:extLst>
              <a:ext uri="{FF2B5EF4-FFF2-40B4-BE49-F238E27FC236}">
                <a16:creationId xmlns:a16="http://schemas.microsoft.com/office/drawing/2014/main" id="{AA59A982-A6F1-ADD8-C64F-2813C3C20CE5}"/>
              </a:ext>
            </a:extLst>
          </p:cNvPr>
          <p:cNvSpPr>
            <a:spLocks noGrp="1"/>
          </p:cNvSpPr>
          <p:nvPr>
            <p:ph type="sldNum" sz="quarter" idx="5"/>
          </p:nvPr>
        </p:nvSpPr>
        <p:spPr/>
        <p:txBody>
          <a:bodyPr/>
          <a:lstStyle/>
          <a:p>
            <a:fld id="{3DDA7A6E-6B51-42D8-B517-1E04FE1FE2CA}" type="slidenum">
              <a:rPr lang="de-DE" smtClean="0"/>
              <a:pPr/>
              <a:t>36</a:t>
            </a:fld>
            <a:endParaRPr lang="de-DE"/>
          </a:p>
        </p:txBody>
      </p:sp>
    </p:spTree>
    <p:extLst>
      <p:ext uri="{BB962C8B-B14F-4D97-AF65-F5344CB8AC3E}">
        <p14:creationId xmlns:p14="http://schemas.microsoft.com/office/powerpoint/2010/main" val="13036801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JTL_Titel-White">
    <p:bg>
      <p:bgRef idx="1001">
        <a:schemeClr val="bg1"/>
      </p:bgRef>
    </p:bg>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2"/>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2"/>
          </a:solidFill>
          <a:ln w="6350" cap="flat">
            <a:noFill/>
            <a:prstDash val="solid"/>
            <a:miter/>
          </a:ln>
        </p:spPr>
        <p:txBody>
          <a:bodyPr rtlCol="0" anchor="ctr"/>
          <a:lstStyle/>
          <a:p>
            <a:endParaRPr lang="de-DE"/>
          </a:p>
        </p:txBody>
      </p:sp>
      <p:pic>
        <p:nvPicPr>
          <p:cNvPr id="22" name="Grafik 21">
            <a:extLst>
              <a:ext uri="{FF2B5EF4-FFF2-40B4-BE49-F238E27FC236}">
                <a16:creationId xmlns:a16="http://schemas.microsoft.com/office/drawing/2014/main" id="{19C178B1-2199-6D1B-7F9A-84EA84E0F5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85875" y="2589204"/>
            <a:ext cx="2662100" cy="862012"/>
          </a:xfrm>
          <a:prstGeom prst="rect">
            <a:avLst/>
          </a:prstGeom>
        </p:spPr>
      </p:pic>
      <p:sp>
        <p:nvSpPr>
          <p:cNvPr id="3" name="Textplatzhalter 8">
            <a:extLst>
              <a:ext uri="{FF2B5EF4-FFF2-40B4-BE49-F238E27FC236}">
                <a16:creationId xmlns:a16="http://schemas.microsoft.com/office/drawing/2014/main" id="{2B4F52A0-6C6E-A1AB-6860-B37F467A27C2}"/>
              </a:ext>
            </a:extLst>
          </p:cNvPr>
          <p:cNvSpPr>
            <a:spLocks noGrp="1"/>
          </p:cNvSpPr>
          <p:nvPr>
            <p:ph type="body" sz="quarter" idx="10" hasCustomPrompt="1"/>
          </p:nvPr>
        </p:nvSpPr>
        <p:spPr>
          <a:xfrm>
            <a:off x="1271588" y="3629256"/>
            <a:ext cx="7010400" cy="595548"/>
          </a:xfrm>
          <a:prstGeom prst="rect">
            <a:avLst/>
          </a:prstGeom>
        </p:spPr>
        <p:txBody>
          <a:bodyPr lIns="0" tIns="0" rIns="72000" anchor="t" anchorCtr="0">
            <a:spAutoFit/>
          </a:bodyPr>
          <a:lstStyle>
            <a:lvl1pPr marL="0" indent="0">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5" name="Datumsplatzhalter 1">
            <a:extLst>
              <a:ext uri="{FF2B5EF4-FFF2-40B4-BE49-F238E27FC236}">
                <a16:creationId xmlns:a16="http://schemas.microsoft.com/office/drawing/2014/main" id="{EE76202E-7919-DF6C-9FEC-2CDD31096809}"/>
              </a:ext>
            </a:extLst>
          </p:cNvPr>
          <p:cNvSpPr>
            <a:spLocks noGrp="1"/>
          </p:cNvSpPr>
          <p:nvPr>
            <p:ph type="dt" sz="half" idx="27"/>
          </p:nvPr>
        </p:nvSpPr>
        <p:spPr>
          <a:xfrm>
            <a:off x="1275569" y="5994933"/>
            <a:ext cx="1854156" cy="218835"/>
          </a:xfrm>
        </p:spPr>
        <p:txBody>
          <a:bodyPr/>
          <a:lstStyle>
            <a:lvl1pPr>
              <a:defRPr sz="1200">
                <a:latin typeface="+mn-lt"/>
              </a:defRPr>
            </a:lvl1pPr>
          </a:lstStyle>
          <a:p>
            <a:fld id="{1872FE25-C5D6-4586-9346-FB4C35463E08}" type="datetime1">
              <a:rPr lang="de-DE" smtClean="0"/>
              <a:t>28.05.26</a:t>
            </a:fld>
            <a:endParaRPr lang="de-DE"/>
          </a:p>
        </p:txBody>
      </p:sp>
    </p:spTree>
    <p:extLst>
      <p:ext uri="{BB962C8B-B14F-4D97-AF65-F5344CB8AC3E}">
        <p14:creationId xmlns:p14="http://schemas.microsoft.com/office/powerpoint/2010/main" val="111213553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JTL_Titel-Darkblue">
    <p:bg>
      <p:bgRef idx="1001">
        <a:schemeClr val="bg2"/>
      </p:bgRef>
    </p:bg>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pic>
        <p:nvPicPr>
          <p:cNvPr id="3" name="Grafik 2">
            <a:extLst>
              <a:ext uri="{FF2B5EF4-FFF2-40B4-BE49-F238E27FC236}">
                <a16:creationId xmlns:a16="http://schemas.microsoft.com/office/drawing/2014/main" id="{293913D4-E5B3-68F4-1468-C9BD9CD9CC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85875" y="2593117"/>
            <a:ext cx="2662100" cy="862012"/>
          </a:xfrm>
          <a:prstGeom prst="rect">
            <a:avLst/>
          </a:prstGeom>
        </p:spPr>
      </p:pic>
      <p:sp>
        <p:nvSpPr>
          <p:cNvPr id="2" name="Textplatzhalter 8">
            <a:extLst>
              <a:ext uri="{FF2B5EF4-FFF2-40B4-BE49-F238E27FC236}">
                <a16:creationId xmlns:a16="http://schemas.microsoft.com/office/drawing/2014/main" id="{9FE4E2A6-0C35-3FE0-D07B-7BC3A2E3B995}"/>
              </a:ext>
            </a:extLst>
          </p:cNvPr>
          <p:cNvSpPr>
            <a:spLocks noGrp="1"/>
          </p:cNvSpPr>
          <p:nvPr>
            <p:ph type="body" sz="quarter" idx="10" hasCustomPrompt="1"/>
          </p:nvPr>
        </p:nvSpPr>
        <p:spPr>
          <a:xfrm>
            <a:off x="1271588" y="3629256"/>
            <a:ext cx="7010400" cy="595548"/>
          </a:xfrm>
          <a:prstGeom prst="rect">
            <a:avLst/>
          </a:prstGeom>
        </p:spPr>
        <p:txBody>
          <a:bodyPr lIns="0" tIns="0" rIns="72000" anchor="t" anchorCtr="0">
            <a:spAutoFit/>
          </a:bodyPr>
          <a:lstStyle>
            <a:lvl1pPr marL="0" indent="0">
              <a:buFontTx/>
              <a:buNone/>
              <a:defRPr sz="36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5" name="Datumsplatzhalter 1">
            <a:extLst>
              <a:ext uri="{FF2B5EF4-FFF2-40B4-BE49-F238E27FC236}">
                <a16:creationId xmlns:a16="http://schemas.microsoft.com/office/drawing/2014/main" id="{2950F332-EF23-8C61-B416-035ED4178213}"/>
              </a:ext>
            </a:extLst>
          </p:cNvPr>
          <p:cNvSpPr>
            <a:spLocks noGrp="1"/>
          </p:cNvSpPr>
          <p:nvPr>
            <p:ph type="dt" sz="half" idx="27"/>
          </p:nvPr>
        </p:nvSpPr>
        <p:spPr>
          <a:xfrm>
            <a:off x="1275569" y="5994933"/>
            <a:ext cx="1854156" cy="218835"/>
          </a:xfrm>
        </p:spPr>
        <p:txBody>
          <a:bodyPr/>
          <a:lstStyle>
            <a:lvl1pPr>
              <a:defRPr sz="1200">
                <a:latin typeface="+mn-lt"/>
              </a:defRPr>
            </a:lvl1pPr>
          </a:lstStyle>
          <a:p>
            <a:fld id="{F5EC7FBF-E3AC-4423-8996-49736FF466CF}" type="datetime1">
              <a:rPr lang="de-DE" smtClean="0"/>
              <a:t>28.05.26</a:t>
            </a:fld>
            <a:endParaRPr lang="de-DE"/>
          </a:p>
        </p:txBody>
      </p:sp>
    </p:spTree>
    <p:extLst>
      <p:ext uri="{BB962C8B-B14F-4D97-AF65-F5344CB8AC3E}">
        <p14:creationId xmlns:p14="http://schemas.microsoft.com/office/powerpoint/2010/main" val="3076813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One JTL_Titel-Darkblue">
    <p:bg>
      <p:bgRef idx="1001">
        <a:schemeClr val="bg2"/>
      </p:bgRef>
    </p:bg>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pic>
        <p:nvPicPr>
          <p:cNvPr id="2" name="Grafik 1">
            <a:extLst>
              <a:ext uri="{FF2B5EF4-FFF2-40B4-BE49-F238E27FC236}">
                <a16:creationId xmlns:a16="http://schemas.microsoft.com/office/drawing/2014/main" id="{A41159EB-B3A6-B99A-E212-CDBFD17C8C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51" y="2362655"/>
            <a:ext cx="5649950" cy="1322935"/>
          </a:xfrm>
          <a:prstGeom prst="rect">
            <a:avLst/>
          </a:prstGeom>
        </p:spPr>
      </p:pic>
      <p:sp>
        <p:nvSpPr>
          <p:cNvPr id="3" name="Textplatzhalter 8">
            <a:extLst>
              <a:ext uri="{FF2B5EF4-FFF2-40B4-BE49-F238E27FC236}">
                <a16:creationId xmlns:a16="http://schemas.microsoft.com/office/drawing/2014/main" id="{02F236A7-01C8-E7F1-4B41-CE6AA50FCA3E}"/>
              </a:ext>
            </a:extLst>
          </p:cNvPr>
          <p:cNvSpPr>
            <a:spLocks noGrp="1"/>
          </p:cNvSpPr>
          <p:nvPr>
            <p:ph type="body" sz="quarter" idx="10" hasCustomPrompt="1"/>
          </p:nvPr>
        </p:nvSpPr>
        <p:spPr>
          <a:xfrm>
            <a:off x="358776" y="3629256"/>
            <a:ext cx="7010400" cy="595548"/>
          </a:xfrm>
          <a:prstGeom prst="rect">
            <a:avLst/>
          </a:prstGeom>
        </p:spPr>
        <p:txBody>
          <a:bodyPr lIns="0" tIns="0" rIns="72000" anchor="t" anchorCtr="0">
            <a:spAutoFit/>
          </a:bodyPr>
          <a:lstStyle>
            <a:lvl1pPr marL="0" indent="0">
              <a:buFontTx/>
              <a:buNone/>
              <a:defRPr sz="36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5" name="Datumsplatzhalter 1">
            <a:extLst>
              <a:ext uri="{FF2B5EF4-FFF2-40B4-BE49-F238E27FC236}">
                <a16:creationId xmlns:a16="http://schemas.microsoft.com/office/drawing/2014/main" id="{FEF25073-8FF0-D708-6196-035B5407A692}"/>
              </a:ext>
            </a:extLst>
          </p:cNvPr>
          <p:cNvSpPr>
            <a:spLocks noGrp="1"/>
          </p:cNvSpPr>
          <p:nvPr>
            <p:ph type="dt" sz="half" idx="27"/>
          </p:nvPr>
        </p:nvSpPr>
        <p:spPr>
          <a:xfrm>
            <a:off x="354509" y="5994933"/>
            <a:ext cx="1854156" cy="218835"/>
          </a:xfrm>
        </p:spPr>
        <p:txBody>
          <a:bodyPr/>
          <a:lstStyle>
            <a:lvl1pPr>
              <a:defRPr sz="1200">
                <a:latin typeface="+mn-lt"/>
              </a:defRPr>
            </a:lvl1pPr>
          </a:lstStyle>
          <a:p>
            <a:fld id="{AB27C8C3-E619-479A-B82C-BAE09683FAD3}" type="datetime1">
              <a:rPr lang="de-DE" smtClean="0"/>
              <a:t>28.05.26</a:t>
            </a:fld>
            <a:endParaRPr lang="de-DE"/>
          </a:p>
        </p:txBody>
      </p:sp>
    </p:spTree>
    <p:extLst>
      <p:ext uri="{BB962C8B-B14F-4D97-AF65-F5344CB8AC3E}">
        <p14:creationId xmlns:p14="http://schemas.microsoft.com/office/powerpoint/2010/main" val="9238037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3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elfolie-White">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2"/>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2"/>
          </a:solidFill>
          <a:ln w="6350" cap="flat">
            <a:noFill/>
            <a:prstDash val="solid"/>
            <a:miter/>
          </a:ln>
        </p:spPr>
        <p:txBody>
          <a:bodyPr rtlCol="0" anchor="ctr"/>
          <a:lstStyle/>
          <a:p>
            <a:endParaRPr lang="de-DE"/>
          </a:p>
        </p:txBody>
      </p:sp>
      <p:pic>
        <p:nvPicPr>
          <p:cNvPr id="4" name="Grafik 3">
            <a:extLst>
              <a:ext uri="{FF2B5EF4-FFF2-40B4-BE49-F238E27FC236}">
                <a16:creationId xmlns:a16="http://schemas.microsoft.com/office/drawing/2014/main" id="{F2D79FD1-0F1C-F7DE-913F-492569D96CB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5" name="Datumsplatzhalter 1">
            <a:extLst>
              <a:ext uri="{FF2B5EF4-FFF2-40B4-BE49-F238E27FC236}">
                <a16:creationId xmlns:a16="http://schemas.microsoft.com/office/drawing/2014/main" id="{527557E7-C623-E9C7-BEB2-96EF70C1DEF2}"/>
              </a:ext>
            </a:extLst>
          </p:cNvPr>
          <p:cNvSpPr>
            <a:spLocks noGrp="1"/>
          </p:cNvSpPr>
          <p:nvPr>
            <p:ph type="dt" sz="half" idx="27"/>
          </p:nvPr>
        </p:nvSpPr>
        <p:spPr>
          <a:xfrm>
            <a:off x="354509" y="5994933"/>
            <a:ext cx="1854156" cy="218835"/>
          </a:xfrm>
        </p:spPr>
        <p:txBody>
          <a:bodyPr/>
          <a:lstStyle>
            <a:lvl1pPr>
              <a:defRPr sz="1200">
                <a:latin typeface="+mn-lt"/>
              </a:defRPr>
            </a:lvl1pPr>
          </a:lstStyle>
          <a:p>
            <a:fld id="{79DE3599-9D60-41F0-8091-DA95604E357A}" type="datetime1">
              <a:rPr lang="de-DE" smtClean="0"/>
              <a:t>28.05.26</a:t>
            </a:fld>
            <a:endParaRPr lang="de-DE"/>
          </a:p>
        </p:txBody>
      </p:sp>
      <p:sp>
        <p:nvSpPr>
          <p:cNvPr id="6" name="Textplatzhalter 8">
            <a:extLst>
              <a:ext uri="{FF2B5EF4-FFF2-40B4-BE49-F238E27FC236}">
                <a16:creationId xmlns:a16="http://schemas.microsoft.com/office/drawing/2014/main" id="{BA66C110-72B8-8C5E-7320-23BE251082C7}"/>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8" name="Textplatzhalter 8">
            <a:extLst>
              <a:ext uri="{FF2B5EF4-FFF2-40B4-BE49-F238E27FC236}">
                <a16:creationId xmlns:a16="http://schemas.microsoft.com/office/drawing/2014/main" id="{431F0F69-71D8-F21C-EDCD-5AAC1E553EFE}"/>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1224247670"/>
      </p:ext>
    </p:extLst>
  </p:cSld>
  <p:clrMapOvr>
    <a:masterClrMapping/>
  </p:clrMapOvr>
  <p:extLst>
    <p:ext uri="{DCECCB84-F9BA-43D5-87BE-67443E8EF086}">
      <p15:sldGuideLst xmlns:p15="http://schemas.microsoft.com/office/powerpoint/2012/main">
        <p15:guide id="1" orient="horz" pos="413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elfolie-Sand.">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2"/>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pic>
        <p:nvPicPr>
          <p:cNvPr id="8" name="Grafik 7">
            <a:extLst>
              <a:ext uri="{FF2B5EF4-FFF2-40B4-BE49-F238E27FC236}">
                <a16:creationId xmlns:a16="http://schemas.microsoft.com/office/drawing/2014/main" id="{FF7547DE-9F2F-9A97-74BE-3F69570683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5" name="Textplatzhalter 8">
            <a:extLst>
              <a:ext uri="{FF2B5EF4-FFF2-40B4-BE49-F238E27FC236}">
                <a16:creationId xmlns:a16="http://schemas.microsoft.com/office/drawing/2014/main" id="{121167F4-3EDB-6BAF-5148-4801F6E306F7}"/>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7" name="Textplatzhalter 8">
            <a:extLst>
              <a:ext uri="{FF2B5EF4-FFF2-40B4-BE49-F238E27FC236}">
                <a16:creationId xmlns:a16="http://schemas.microsoft.com/office/drawing/2014/main" id="{9E3897B3-DBDF-6DB0-A88D-0FA892F09CD8}"/>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
        <p:nvSpPr>
          <p:cNvPr id="9" name="Datumsplatzhalter 1">
            <a:extLst>
              <a:ext uri="{FF2B5EF4-FFF2-40B4-BE49-F238E27FC236}">
                <a16:creationId xmlns:a16="http://schemas.microsoft.com/office/drawing/2014/main" id="{077A09F5-0E19-3338-8B5A-6C0EC3AD4D4E}"/>
              </a:ext>
            </a:extLst>
          </p:cNvPr>
          <p:cNvSpPr>
            <a:spLocks noGrp="1"/>
          </p:cNvSpPr>
          <p:nvPr>
            <p:ph type="dt" sz="half" idx="27"/>
          </p:nvPr>
        </p:nvSpPr>
        <p:spPr>
          <a:xfrm>
            <a:off x="358775" y="5994933"/>
            <a:ext cx="1854156" cy="218835"/>
          </a:xfrm>
        </p:spPr>
        <p:txBody>
          <a:bodyPr/>
          <a:lstStyle>
            <a:lvl1pPr>
              <a:defRPr sz="1200">
                <a:latin typeface="+mn-lt"/>
              </a:defRPr>
            </a:lvl1pPr>
          </a:lstStyle>
          <a:p>
            <a:fld id="{1E02FBBE-4CD1-40BB-BC21-1096A6979186}" type="datetime1">
              <a:rPr lang="de-DE" smtClean="0"/>
              <a:t>28.05.26</a:t>
            </a:fld>
            <a:endParaRPr lang="de-DE"/>
          </a:p>
        </p:txBody>
      </p:sp>
    </p:spTree>
    <p:extLst>
      <p:ext uri="{BB962C8B-B14F-4D97-AF65-F5344CB8AC3E}">
        <p14:creationId xmlns:p14="http://schemas.microsoft.com/office/powerpoint/2010/main" val="31055297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elfolie-Sand.">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2"/>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3"/>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spTree>
    <p:extLst>
      <p:ext uri="{BB962C8B-B14F-4D97-AF65-F5344CB8AC3E}">
        <p14:creationId xmlns:p14="http://schemas.microsoft.com/office/powerpoint/2010/main" val="39323371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elfolie-Darkblue 03">
    <p:bg>
      <p:bgPr>
        <a:solidFill>
          <a:schemeClr val="accent2"/>
        </a:solidFill>
        <a:effectLst/>
      </p:bgPr>
    </p:bg>
    <p:spTree>
      <p:nvGrpSpPr>
        <p:cNvPr id="1" name=""/>
        <p:cNvGrpSpPr/>
        <p:nvPr/>
      </p:nvGrpSpPr>
      <p:grpSpPr>
        <a:xfrm>
          <a:off x="0" y="0"/>
          <a:ext cx="0" cy="0"/>
          <a:chOff x="0" y="0"/>
          <a:chExt cx="0" cy="0"/>
        </a:xfrm>
      </p:grpSpPr>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3"/>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spTree>
    <p:extLst>
      <p:ext uri="{BB962C8B-B14F-4D97-AF65-F5344CB8AC3E}">
        <p14:creationId xmlns:p14="http://schemas.microsoft.com/office/powerpoint/2010/main" val="22597757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3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elfolie-Darkblue 03">
    <p:bg>
      <p:bgRef idx="1001">
        <a:schemeClr val="bg2"/>
      </p:bgRef>
    </p:bg>
    <p:spTree>
      <p:nvGrpSpPr>
        <p:cNvPr id="1" name=""/>
        <p:cNvGrpSpPr/>
        <p:nvPr/>
      </p:nvGrpSpPr>
      <p:grpSpPr>
        <a:xfrm>
          <a:off x="0" y="0"/>
          <a:ext cx="0" cy="0"/>
          <a:chOff x="0" y="0"/>
          <a:chExt cx="0" cy="0"/>
        </a:xfrm>
      </p:grpSpPr>
      <p:sp>
        <p:nvSpPr>
          <p:cNvPr id="21" name="Freihandform: Form 20">
            <a:extLst>
              <a:ext uri="{FF2B5EF4-FFF2-40B4-BE49-F238E27FC236}">
                <a16:creationId xmlns:a16="http://schemas.microsoft.com/office/drawing/2014/main" id="{EE321CAA-941F-8132-BE3E-3AECD882E3AE}"/>
              </a:ext>
            </a:extLst>
          </p:cNvPr>
          <p:cNvSpPr>
            <a:spLocks noGrp="1" noRot="1" noMove="1" noResize="1" noEditPoints="1" noAdjustHandles="1" noChangeArrowheads="1" noChangeShapeType="1"/>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635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69E7C2F6-EE44-B9F4-0336-7DE895B62AE8}"/>
              </a:ext>
            </a:extLst>
          </p:cNvPr>
          <p:cNvSpPr>
            <a:spLocks noGrp="1" noRot="1" noMove="1" noResize="1" noEditPoints="1" noAdjustHandles="1" noChangeArrowheads="1" noChangeShapeType="1"/>
          </p:cNvSpPr>
          <p:nvPr userDrawn="1"/>
        </p:nvSpPr>
        <p:spPr>
          <a:xfrm>
            <a:off x="8513762" y="3826192"/>
            <a:ext cx="3678237" cy="3031871"/>
          </a:xfrm>
          <a:custGeom>
            <a:avLst/>
            <a:gdLst>
              <a:gd name="connsiteX0" fmla="*/ 3678238 w 3678237"/>
              <a:gd name="connsiteY0" fmla="*/ 0 h 3031871"/>
              <a:gd name="connsiteX1" fmla="*/ 739711 w 3678237"/>
              <a:gd name="connsiteY1" fmla="*/ 1747838 h 3031871"/>
              <a:gd name="connsiteX2" fmla="*/ 0 w 3678237"/>
              <a:gd name="connsiteY2" fmla="*/ 3031871 h 3031871"/>
              <a:gd name="connsiteX3" fmla="*/ 3678174 w 3678237"/>
              <a:gd name="connsiteY3" fmla="*/ 3031871 h 3031871"/>
              <a:gd name="connsiteX4" fmla="*/ 3678174 w 3678237"/>
              <a:gd name="connsiteY4" fmla="*/ 64 h 3031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8237" h="3031871">
                <a:moveTo>
                  <a:pt x="3678238" y="0"/>
                </a:moveTo>
                <a:cubicBezTo>
                  <a:pt x="2463800" y="29210"/>
                  <a:pt x="1349121" y="689928"/>
                  <a:pt x="739711" y="1747838"/>
                </a:cubicBezTo>
                <a:lnTo>
                  <a:pt x="0" y="3031871"/>
                </a:lnTo>
                <a:lnTo>
                  <a:pt x="3678174" y="3031871"/>
                </a:lnTo>
                <a:lnTo>
                  <a:pt x="3678174" y="64"/>
                </a:lnTo>
                <a:close/>
              </a:path>
            </a:pathLst>
          </a:custGeom>
          <a:solidFill>
            <a:schemeClr val="accent1"/>
          </a:solidFill>
          <a:ln w="635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DE20F5F9-07BA-143A-6285-A62A2549EA4C}"/>
              </a:ext>
            </a:extLst>
          </p:cNvPr>
          <p:cNvSpPr>
            <a:spLocks noGrp="1" noRot="1" noMove="1" noResize="1" noEditPoints="1" noAdjustHandles="1" noChangeArrowheads="1" noChangeShapeType="1"/>
          </p:cNvSpPr>
          <p:nvPr userDrawn="1"/>
        </p:nvSpPr>
        <p:spPr>
          <a:xfrm>
            <a:off x="8675687" y="0"/>
            <a:ext cx="3516312" cy="3024123"/>
          </a:xfrm>
          <a:custGeom>
            <a:avLst/>
            <a:gdLst>
              <a:gd name="connsiteX0" fmla="*/ 3516313 w 3516312"/>
              <a:gd name="connsiteY0" fmla="*/ 3024124 h 3024123"/>
              <a:gd name="connsiteX1" fmla="*/ 3516313 w 3516312"/>
              <a:gd name="connsiteY1" fmla="*/ 0 h 3024123"/>
              <a:gd name="connsiteX2" fmla="*/ 0 w 3516312"/>
              <a:gd name="connsiteY2" fmla="*/ 0 h 3024123"/>
              <a:gd name="connsiteX3" fmla="*/ 739584 w 3516312"/>
              <a:gd name="connsiteY3" fmla="*/ 1283907 h 3024123"/>
              <a:gd name="connsiteX4" fmla="*/ 3516313 w 3516312"/>
              <a:gd name="connsiteY4" fmla="*/ 3024124 h 302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312" h="3024123">
                <a:moveTo>
                  <a:pt x="3516313" y="3024124"/>
                </a:moveTo>
                <a:lnTo>
                  <a:pt x="3516313" y="0"/>
                </a:lnTo>
                <a:lnTo>
                  <a:pt x="0" y="0"/>
                </a:lnTo>
                <a:lnTo>
                  <a:pt x="739584" y="1283907"/>
                </a:lnTo>
                <a:cubicBezTo>
                  <a:pt x="1321816" y="2294636"/>
                  <a:pt x="2365248" y="2942844"/>
                  <a:pt x="3516313" y="3024124"/>
                </a:cubicBezTo>
                <a:close/>
              </a:path>
            </a:pathLst>
          </a:custGeom>
          <a:solidFill>
            <a:schemeClr val="accent1"/>
          </a:solidFill>
          <a:ln w="635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4B28505C-9DD2-0235-5214-AC279A536D8F}"/>
              </a:ext>
            </a:extLst>
          </p:cNvPr>
          <p:cNvSpPr>
            <a:spLocks noGrp="1" noRot="1" noMove="1" noResize="1" noEditPoints="1" noAdjustHandles="1" noChangeArrowheads="1" noChangeShapeType="1"/>
          </p:cNvSpPr>
          <p:nvPr userDrawn="1"/>
        </p:nvSpPr>
        <p:spPr>
          <a:xfrm>
            <a:off x="0" y="0"/>
            <a:ext cx="8577675" cy="6858000"/>
          </a:xfrm>
          <a:custGeom>
            <a:avLst/>
            <a:gdLst>
              <a:gd name="connsiteX0" fmla="*/ 8110094 w 8577675"/>
              <a:gd name="connsiteY0" fmla="*/ 1680083 h 6858000"/>
              <a:gd name="connsiteX1" fmla="*/ 7142290 w 8577675"/>
              <a:gd name="connsiteY1" fmla="*/ 0 h 6858000"/>
              <a:gd name="connsiteX2" fmla="*/ 0 w 8577675"/>
              <a:gd name="connsiteY2" fmla="*/ 0 h 6858000"/>
              <a:gd name="connsiteX3" fmla="*/ 0 w 8577675"/>
              <a:gd name="connsiteY3" fmla="*/ 6858000 h 6858000"/>
              <a:gd name="connsiteX4" fmla="*/ 7142290 w 8577675"/>
              <a:gd name="connsiteY4" fmla="*/ 6858000 h 6858000"/>
              <a:gd name="connsiteX5" fmla="*/ 8110094 w 8577675"/>
              <a:gd name="connsiteY5" fmla="*/ 5177981 h 6858000"/>
              <a:gd name="connsiteX6" fmla="*/ 8110094 w 8577675"/>
              <a:gd name="connsiteY6" fmla="*/ 16800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675" h="6858000">
                <a:moveTo>
                  <a:pt x="8110094" y="1680083"/>
                </a:moveTo>
                <a:lnTo>
                  <a:pt x="7142290" y="0"/>
                </a:lnTo>
                <a:lnTo>
                  <a:pt x="0" y="0"/>
                </a:lnTo>
                <a:lnTo>
                  <a:pt x="0" y="6858000"/>
                </a:lnTo>
                <a:lnTo>
                  <a:pt x="7142290" y="6858000"/>
                </a:lnTo>
                <a:lnTo>
                  <a:pt x="8110094" y="5177981"/>
                </a:lnTo>
                <a:cubicBezTo>
                  <a:pt x="8733536" y="4095750"/>
                  <a:pt x="8733536" y="2762314"/>
                  <a:pt x="8110094" y="1680083"/>
                </a:cubicBezTo>
                <a:close/>
              </a:path>
            </a:pathLst>
          </a:custGeom>
          <a:solidFill>
            <a:schemeClr val="bg1"/>
          </a:solidFill>
          <a:ln w="6350" cap="flat">
            <a:noFill/>
            <a:prstDash val="solid"/>
            <a:miter/>
          </a:ln>
        </p:spPr>
        <p:txBody>
          <a:bodyPr rtlCol="0" anchor="ctr"/>
          <a:lstStyle/>
          <a:p>
            <a:endParaRPr lang="de-DE"/>
          </a:p>
        </p:txBody>
      </p:sp>
      <p:pic>
        <p:nvPicPr>
          <p:cNvPr id="2" name="Grafik 1">
            <a:extLst>
              <a:ext uri="{FF2B5EF4-FFF2-40B4-BE49-F238E27FC236}">
                <a16:creationId xmlns:a16="http://schemas.microsoft.com/office/drawing/2014/main" id="{88AD4552-6B09-01E7-48A5-DCD5AB5693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3" name="Datumsplatzhalter 1">
            <a:extLst>
              <a:ext uri="{FF2B5EF4-FFF2-40B4-BE49-F238E27FC236}">
                <a16:creationId xmlns:a16="http://schemas.microsoft.com/office/drawing/2014/main" id="{493E0E1E-74A2-CD7D-40F9-14F8742C303E}"/>
              </a:ext>
            </a:extLst>
          </p:cNvPr>
          <p:cNvSpPr>
            <a:spLocks noGrp="1"/>
          </p:cNvSpPr>
          <p:nvPr>
            <p:ph type="dt" sz="half" idx="27"/>
          </p:nvPr>
        </p:nvSpPr>
        <p:spPr>
          <a:xfrm>
            <a:off x="354509" y="5968237"/>
            <a:ext cx="1854156" cy="218835"/>
          </a:xfrm>
        </p:spPr>
        <p:txBody>
          <a:bodyPr/>
          <a:lstStyle>
            <a:lvl1pPr>
              <a:defRPr sz="1200">
                <a:latin typeface="+mj-lt"/>
              </a:defRPr>
            </a:lvl1pPr>
          </a:lstStyle>
          <a:p>
            <a:fld id="{B26BE6E6-E2F2-4C9E-A42A-563781B1D096}" type="datetime1">
              <a:rPr lang="de-DE" smtClean="0"/>
              <a:t>28.05.26</a:t>
            </a:fld>
            <a:endParaRPr lang="de-DE">
              <a:latin typeface="+mj-lt"/>
            </a:endParaRPr>
          </a:p>
        </p:txBody>
      </p:sp>
      <p:sp>
        <p:nvSpPr>
          <p:cNvPr id="4" name="Textplatzhalter 8">
            <a:extLst>
              <a:ext uri="{FF2B5EF4-FFF2-40B4-BE49-F238E27FC236}">
                <a16:creationId xmlns:a16="http://schemas.microsoft.com/office/drawing/2014/main" id="{4F94D430-5B5D-14D3-C8C4-EDEDFCAFD165}"/>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9" name="Textplatzhalter 8">
            <a:extLst>
              <a:ext uri="{FF2B5EF4-FFF2-40B4-BE49-F238E27FC236}">
                <a16:creationId xmlns:a16="http://schemas.microsoft.com/office/drawing/2014/main" id="{4454BCFF-5729-9453-CA23-7147B79E966D}"/>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2"/>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938835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3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Zwischentitel-Lightblue">
    <p:bg>
      <p:bgPr>
        <a:solidFill>
          <a:schemeClr val="accent2"/>
        </a:solidFill>
        <a:effectLst/>
      </p:bgPr>
    </p:bg>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394AA0C9-1CBC-C12B-EB21-6B6D478F5548}"/>
              </a:ext>
            </a:extLst>
          </p:cNvPr>
          <p:cNvSpPr/>
          <p:nvPr/>
        </p:nvSpPr>
        <p:spPr>
          <a:xfrm>
            <a:off x="3651313" y="4358179"/>
            <a:ext cx="8540686" cy="2499820"/>
          </a:xfrm>
          <a:custGeom>
            <a:avLst/>
            <a:gdLst>
              <a:gd name="connsiteX0" fmla="*/ 3231134 w 8540686"/>
              <a:gd name="connsiteY0" fmla="*/ 422164 h 2499820"/>
              <a:gd name="connsiteX1" fmla="*/ 837247 w 8540686"/>
              <a:gd name="connsiteY1" fmla="*/ 1804242 h 2499820"/>
              <a:gd name="connsiteX2" fmla="*/ 0 w 8540686"/>
              <a:gd name="connsiteY2" fmla="*/ 2499821 h 2499820"/>
              <a:gd name="connsiteX3" fmla="*/ 8540686 w 8540686"/>
              <a:gd name="connsiteY3" fmla="*/ 2499821 h 2499820"/>
              <a:gd name="connsiteX4" fmla="*/ 8540686 w 8540686"/>
              <a:gd name="connsiteY4" fmla="*/ 1668669 h 2499820"/>
              <a:gd name="connsiteX5" fmla="*/ 6381623 w 8540686"/>
              <a:gd name="connsiteY5" fmla="*/ 422100 h 2499820"/>
              <a:gd name="connsiteX6" fmla="*/ 3231134 w 8540686"/>
              <a:gd name="connsiteY6" fmla="*/ 422100 h 24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0686" h="2499820">
                <a:moveTo>
                  <a:pt x="3231134" y="422164"/>
                </a:moveTo>
                <a:lnTo>
                  <a:pt x="837247" y="1804242"/>
                </a:lnTo>
                <a:cubicBezTo>
                  <a:pt x="505841" y="1995567"/>
                  <a:pt x="226822" y="2232232"/>
                  <a:pt x="0" y="2499821"/>
                </a:cubicBezTo>
                <a:lnTo>
                  <a:pt x="8540686" y="2499821"/>
                </a:lnTo>
                <a:lnTo>
                  <a:pt x="8540686" y="1668669"/>
                </a:lnTo>
                <a:lnTo>
                  <a:pt x="6381623" y="422100"/>
                </a:lnTo>
                <a:cubicBezTo>
                  <a:pt x="5406835" y="-140700"/>
                  <a:pt x="4205923" y="-140700"/>
                  <a:pt x="3231134" y="422100"/>
                </a:cubicBezTo>
                <a:close/>
              </a:path>
            </a:pathLst>
          </a:custGeom>
          <a:solidFill>
            <a:schemeClr val="tx1"/>
          </a:solidFill>
          <a:ln w="6350"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1828B343-3C8F-67BD-7438-7DF0A398D451}"/>
              </a:ext>
            </a:extLst>
          </p:cNvPr>
          <p:cNvSpPr/>
          <p:nvPr/>
        </p:nvSpPr>
        <p:spPr>
          <a:xfrm>
            <a:off x="8940927" y="0"/>
            <a:ext cx="3251072" cy="5203063"/>
          </a:xfrm>
          <a:custGeom>
            <a:avLst/>
            <a:gdLst>
              <a:gd name="connsiteX0" fmla="*/ 0 w 3251072"/>
              <a:gd name="connsiteY0" fmla="*/ 0 h 5203063"/>
              <a:gd name="connsiteX1" fmla="*/ 0 w 3251072"/>
              <a:gd name="connsiteY1" fmla="*/ 1507046 h 5203063"/>
              <a:gd name="connsiteX2" fmla="*/ 1575244 w 3251072"/>
              <a:gd name="connsiteY2" fmla="*/ 4235514 h 5203063"/>
              <a:gd name="connsiteX3" fmla="*/ 3251073 w 3251072"/>
              <a:gd name="connsiteY3" fmla="*/ 5203063 h 5203063"/>
              <a:gd name="connsiteX4" fmla="*/ 3251073 w 3251072"/>
              <a:gd name="connsiteY4" fmla="*/ 0 h 5203063"/>
              <a:gd name="connsiteX5" fmla="*/ 0 w 3251072"/>
              <a:gd name="connsiteY5" fmla="*/ 0 h 520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1072" h="5203063">
                <a:moveTo>
                  <a:pt x="0" y="0"/>
                </a:moveTo>
                <a:lnTo>
                  <a:pt x="0" y="1507046"/>
                </a:lnTo>
                <a:cubicBezTo>
                  <a:pt x="0" y="2632647"/>
                  <a:pt x="600456" y="3672713"/>
                  <a:pt x="1575244" y="4235514"/>
                </a:cubicBezTo>
                <a:lnTo>
                  <a:pt x="3251073" y="5203063"/>
                </a:lnTo>
                <a:lnTo>
                  <a:pt x="3251073" y="0"/>
                </a:lnTo>
                <a:lnTo>
                  <a:pt x="0" y="0"/>
                </a:lnTo>
                <a:close/>
              </a:path>
            </a:pathLst>
          </a:custGeom>
          <a:solidFill>
            <a:schemeClr val="accent1"/>
          </a:solidFill>
          <a:ln w="6350" cap="flat">
            <a:noFill/>
            <a:prstDash val="solid"/>
            <a:miter/>
          </a:ln>
        </p:spPr>
        <p:txBody>
          <a:bodyPr rtlCol="0" anchor="ctr"/>
          <a:lstStyle/>
          <a:p>
            <a:endParaRPr lang="de-DE"/>
          </a:p>
        </p:txBody>
      </p:sp>
      <p:pic>
        <p:nvPicPr>
          <p:cNvPr id="7" name="Grafik 6">
            <a:extLst>
              <a:ext uri="{FF2B5EF4-FFF2-40B4-BE49-F238E27FC236}">
                <a16:creationId xmlns:a16="http://schemas.microsoft.com/office/drawing/2014/main" id="{FE7ADEE5-5BC2-34AF-04B6-B184C25F60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2" name="Datumsplatzhalter 1">
            <a:extLst>
              <a:ext uri="{FF2B5EF4-FFF2-40B4-BE49-F238E27FC236}">
                <a16:creationId xmlns:a16="http://schemas.microsoft.com/office/drawing/2014/main" id="{24EBEF98-50FF-ACCC-C809-3AD03C91473D}"/>
              </a:ext>
            </a:extLst>
          </p:cNvPr>
          <p:cNvSpPr>
            <a:spLocks noGrp="1"/>
          </p:cNvSpPr>
          <p:nvPr>
            <p:ph type="dt" sz="half" idx="12"/>
          </p:nvPr>
        </p:nvSpPr>
        <p:spPr/>
        <p:txBody>
          <a:bodyPr/>
          <a:lstStyle>
            <a:lvl1pPr>
              <a:defRPr>
                <a:solidFill>
                  <a:schemeClr val="bg2"/>
                </a:solidFill>
              </a:defRPr>
            </a:lvl1pPr>
          </a:lstStyle>
          <a:p>
            <a:fld id="{26922BCB-3D2E-4D60-9EFB-4D9E98F130E0}" type="datetime1">
              <a:rPr lang="de-DE" smtClean="0"/>
              <a:t>28.05.26</a:t>
            </a:fld>
            <a:endParaRPr lang="de-DE">
              <a:solidFill>
                <a:schemeClr val="bg2"/>
              </a:solidFill>
            </a:endParaRPr>
          </a:p>
        </p:txBody>
      </p:sp>
      <p:sp>
        <p:nvSpPr>
          <p:cNvPr id="3" name="Fußzeilenplatzhalter 2">
            <a:extLst>
              <a:ext uri="{FF2B5EF4-FFF2-40B4-BE49-F238E27FC236}">
                <a16:creationId xmlns:a16="http://schemas.microsoft.com/office/drawing/2014/main" id="{CF700D72-FED5-7F7B-EE52-80ABB23B275E}"/>
              </a:ext>
            </a:extLst>
          </p:cNvPr>
          <p:cNvSpPr>
            <a:spLocks noGrp="1"/>
          </p:cNvSpPr>
          <p:nvPr>
            <p:ph type="ftr" sz="quarter" idx="13"/>
          </p:nvPr>
        </p:nvSpPr>
        <p:spPr/>
        <p:txBody>
          <a:bodyPr/>
          <a:lstStyle/>
          <a:p>
            <a:r>
              <a:rPr lang="de-DE"/>
              <a:t>Hackathon 2026</a:t>
            </a:r>
          </a:p>
        </p:txBody>
      </p:sp>
      <p:sp>
        <p:nvSpPr>
          <p:cNvPr id="6" name="Foliennummernplatzhalter 5">
            <a:extLst>
              <a:ext uri="{FF2B5EF4-FFF2-40B4-BE49-F238E27FC236}">
                <a16:creationId xmlns:a16="http://schemas.microsoft.com/office/drawing/2014/main" id="{0440DEBA-A0B8-8219-1633-AB3457F1B0A6}"/>
              </a:ext>
            </a:extLst>
          </p:cNvPr>
          <p:cNvSpPr>
            <a:spLocks noGrp="1"/>
          </p:cNvSpPr>
          <p:nvPr>
            <p:ph type="sldNum" sz="quarter" idx="14"/>
          </p:nvPr>
        </p:nvSpPr>
        <p:spPr/>
        <p:txBody>
          <a:bodyPr/>
          <a:lstStyle>
            <a:lvl1pPr>
              <a:defRPr>
                <a:solidFill>
                  <a:schemeClr val="bg2"/>
                </a:solidFill>
              </a:defRPr>
            </a:lvl1pPr>
          </a:lstStyle>
          <a:p>
            <a:fld id="{75E2EC28-BB56-4A8E-A990-AA8F876D888B}" type="slidenum">
              <a:rPr lang="de-DE" smtClean="0"/>
              <a:pPr/>
              <a:t>‹#›</a:t>
            </a:fld>
            <a:endParaRPr lang="de-DE"/>
          </a:p>
        </p:txBody>
      </p:sp>
      <p:sp>
        <p:nvSpPr>
          <p:cNvPr id="9" name="Textplatzhalter 8">
            <a:extLst>
              <a:ext uri="{FF2B5EF4-FFF2-40B4-BE49-F238E27FC236}">
                <a16:creationId xmlns:a16="http://schemas.microsoft.com/office/drawing/2014/main" id="{4D885FB3-DD7E-58D8-B88A-7205276852B5}"/>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1" name="Textplatzhalter 8">
            <a:extLst>
              <a:ext uri="{FF2B5EF4-FFF2-40B4-BE49-F238E27FC236}">
                <a16:creationId xmlns:a16="http://schemas.microsoft.com/office/drawing/2014/main" id="{FCFD743D-F064-85E8-1210-62FDD7128AD4}"/>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42703383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Zwischentitel-Sand-V1">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394AA0C9-1CBC-C12B-EB21-6B6D478F5548}"/>
              </a:ext>
            </a:extLst>
          </p:cNvPr>
          <p:cNvSpPr>
            <a:spLocks noGrp="1" noRot="1" noMove="1" noResize="1" noEditPoints="1" noAdjustHandles="1" noChangeArrowheads="1" noChangeShapeType="1"/>
          </p:cNvSpPr>
          <p:nvPr userDrawn="1"/>
        </p:nvSpPr>
        <p:spPr>
          <a:xfrm>
            <a:off x="3651313" y="4358179"/>
            <a:ext cx="8540686" cy="2499820"/>
          </a:xfrm>
          <a:custGeom>
            <a:avLst/>
            <a:gdLst>
              <a:gd name="connsiteX0" fmla="*/ 3231134 w 8540686"/>
              <a:gd name="connsiteY0" fmla="*/ 422164 h 2499820"/>
              <a:gd name="connsiteX1" fmla="*/ 837247 w 8540686"/>
              <a:gd name="connsiteY1" fmla="*/ 1804242 h 2499820"/>
              <a:gd name="connsiteX2" fmla="*/ 0 w 8540686"/>
              <a:gd name="connsiteY2" fmla="*/ 2499821 h 2499820"/>
              <a:gd name="connsiteX3" fmla="*/ 8540686 w 8540686"/>
              <a:gd name="connsiteY3" fmla="*/ 2499821 h 2499820"/>
              <a:gd name="connsiteX4" fmla="*/ 8540686 w 8540686"/>
              <a:gd name="connsiteY4" fmla="*/ 1668669 h 2499820"/>
              <a:gd name="connsiteX5" fmla="*/ 6381623 w 8540686"/>
              <a:gd name="connsiteY5" fmla="*/ 422100 h 2499820"/>
              <a:gd name="connsiteX6" fmla="*/ 3231134 w 8540686"/>
              <a:gd name="connsiteY6" fmla="*/ 422100 h 24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0686" h="2499820">
                <a:moveTo>
                  <a:pt x="3231134" y="422164"/>
                </a:moveTo>
                <a:lnTo>
                  <a:pt x="837247" y="1804242"/>
                </a:lnTo>
                <a:cubicBezTo>
                  <a:pt x="505841" y="1995567"/>
                  <a:pt x="226822" y="2232232"/>
                  <a:pt x="0" y="2499821"/>
                </a:cubicBezTo>
                <a:lnTo>
                  <a:pt x="8540686" y="2499821"/>
                </a:lnTo>
                <a:lnTo>
                  <a:pt x="8540686" y="1668669"/>
                </a:lnTo>
                <a:lnTo>
                  <a:pt x="6381623" y="422100"/>
                </a:lnTo>
                <a:cubicBezTo>
                  <a:pt x="5406835" y="-140700"/>
                  <a:pt x="4205923" y="-140700"/>
                  <a:pt x="3231134" y="422100"/>
                </a:cubicBezTo>
                <a:close/>
              </a:path>
            </a:pathLst>
          </a:custGeom>
          <a:solidFill>
            <a:schemeClr val="tx1"/>
          </a:solidFill>
          <a:ln w="6350"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1828B343-3C8F-67BD-7438-7DF0A398D451}"/>
              </a:ext>
            </a:extLst>
          </p:cNvPr>
          <p:cNvSpPr>
            <a:spLocks noGrp="1" noRot="1" noMove="1" noResize="1" noEditPoints="1" noAdjustHandles="1" noChangeArrowheads="1" noChangeShapeType="1"/>
          </p:cNvSpPr>
          <p:nvPr/>
        </p:nvSpPr>
        <p:spPr>
          <a:xfrm>
            <a:off x="8940927" y="0"/>
            <a:ext cx="3251072" cy="5203063"/>
          </a:xfrm>
          <a:custGeom>
            <a:avLst/>
            <a:gdLst>
              <a:gd name="connsiteX0" fmla="*/ 0 w 3251072"/>
              <a:gd name="connsiteY0" fmla="*/ 0 h 5203063"/>
              <a:gd name="connsiteX1" fmla="*/ 0 w 3251072"/>
              <a:gd name="connsiteY1" fmla="*/ 1507046 h 5203063"/>
              <a:gd name="connsiteX2" fmla="*/ 1575244 w 3251072"/>
              <a:gd name="connsiteY2" fmla="*/ 4235514 h 5203063"/>
              <a:gd name="connsiteX3" fmla="*/ 3251073 w 3251072"/>
              <a:gd name="connsiteY3" fmla="*/ 5203063 h 5203063"/>
              <a:gd name="connsiteX4" fmla="*/ 3251073 w 3251072"/>
              <a:gd name="connsiteY4" fmla="*/ 0 h 5203063"/>
              <a:gd name="connsiteX5" fmla="*/ 0 w 3251072"/>
              <a:gd name="connsiteY5" fmla="*/ 0 h 520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1072" h="5203063">
                <a:moveTo>
                  <a:pt x="0" y="0"/>
                </a:moveTo>
                <a:lnTo>
                  <a:pt x="0" y="1507046"/>
                </a:lnTo>
                <a:cubicBezTo>
                  <a:pt x="0" y="2632647"/>
                  <a:pt x="600456" y="3672713"/>
                  <a:pt x="1575244" y="4235514"/>
                </a:cubicBezTo>
                <a:lnTo>
                  <a:pt x="3251073" y="5203063"/>
                </a:lnTo>
                <a:lnTo>
                  <a:pt x="3251073" y="0"/>
                </a:lnTo>
                <a:lnTo>
                  <a:pt x="0" y="0"/>
                </a:lnTo>
                <a:close/>
              </a:path>
            </a:pathLst>
          </a:custGeom>
          <a:solidFill>
            <a:schemeClr val="accent1"/>
          </a:solidFill>
          <a:ln w="6350" cap="flat">
            <a:noFill/>
            <a:prstDash val="solid"/>
            <a:miter/>
          </a:ln>
        </p:spPr>
        <p:txBody>
          <a:bodyPr rtlCol="0" anchor="ctr"/>
          <a:lstStyle/>
          <a:p>
            <a:endParaRPr lang="de-DE"/>
          </a:p>
        </p:txBody>
      </p:sp>
      <p:pic>
        <p:nvPicPr>
          <p:cNvPr id="9" name="Grafik 8">
            <a:extLst>
              <a:ext uri="{FF2B5EF4-FFF2-40B4-BE49-F238E27FC236}">
                <a16:creationId xmlns:a16="http://schemas.microsoft.com/office/drawing/2014/main" id="{06AD1CA8-A16F-DB02-7885-295B53CD89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2" name="Datumsplatzhalter 1">
            <a:extLst>
              <a:ext uri="{FF2B5EF4-FFF2-40B4-BE49-F238E27FC236}">
                <a16:creationId xmlns:a16="http://schemas.microsoft.com/office/drawing/2014/main" id="{75D1AAFF-39A7-247B-EDA1-A5C62B197803}"/>
              </a:ext>
            </a:extLst>
          </p:cNvPr>
          <p:cNvSpPr>
            <a:spLocks noGrp="1"/>
          </p:cNvSpPr>
          <p:nvPr>
            <p:ph type="dt" sz="half" idx="12"/>
          </p:nvPr>
        </p:nvSpPr>
        <p:spPr/>
        <p:txBody>
          <a:bodyPr/>
          <a:lstStyle>
            <a:lvl1pPr>
              <a:defRPr>
                <a:solidFill>
                  <a:schemeClr val="bg2"/>
                </a:solidFill>
              </a:defRPr>
            </a:lvl1pPr>
          </a:lstStyle>
          <a:p>
            <a:fld id="{834A5E36-BDBD-430F-998F-33BB473D15A7}" type="datetime1">
              <a:rPr lang="de-DE" smtClean="0"/>
              <a:t>28.05.26</a:t>
            </a:fld>
            <a:endParaRPr lang="de-DE"/>
          </a:p>
        </p:txBody>
      </p:sp>
      <p:sp>
        <p:nvSpPr>
          <p:cNvPr id="3" name="Fußzeilenplatzhalter 2">
            <a:extLst>
              <a:ext uri="{FF2B5EF4-FFF2-40B4-BE49-F238E27FC236}">
                <a16:creationId xmlns:a16="http://schemas.microsoft.com/office/drawing/2014/main" id="{4DAAA099-9407-358D-DAB4-D650D9F3A744}"/>
              </a:ext>
            </a:extLst>
          </p:cNvPr>
          <p:cNvSpPr>
            <a:spLocks noGrp="1"/>
          </p:cNvSpPr>
          <p:nvPr>
            <p:ph type="ftr" sz="quarter" idx="13"/>
          </p:nvPr>
        </p:nvSpPr>
        <p:spPr/>
        <p:txBody>
          <a:bodyPr/>
          <a:lstStyle/>
          <a:p>
            <a:r>
              <a:rPr lang="de-DE"/>
              <a:t>Hackathon 2026</a:t>
            </a:r>
          </a:p>
        </p:txBody>
      </p:sp>
      <p:sp>
        <p:nvSpPr>
          <p:cNvPr id="6" name="Foliennummernplatzhalter 5">
            <a:extLst>
              <a:ext uri="{FF2B5EF4-FFF2-40B4-BE49-F238E27FC236}">
                <a16:creationId xmlns:a16="http://schemas.microsoft.com/office/drawing/2014/main" id="{18AF6D77-B34D-7511-8CD6-2B0F2B5DC494}"/>
              </a:ext>
            </a:extLst>
          </p:cNvPr>
          <p:cNvSpPr>
            <a:spLocks noGrp="1"/>
          </p:cNvSpPr>
          <p:nvPr>
            <p:ph type="sldNum" sz="quarter" idx="14"/>
          </p:nvPr>
        </p:nvSpPr>
        <p:spPr/>
        <p:txBody>
          <a:bodyPr/>
          <a:lstStyle>
            <a:lvl1pPr>
              <a:defRPr>
                <a:solidFill>
                  <a:schemeClr val="bg2"/>
                </a:solidFill>
              </a:defRPr>
            </a:lvl1pPr>
          </a:lstStyle>
          <a:p>
            <a:fld id="{75E2EC28-BB56-4A8E-A990-AA8F876D888B}" type="slidenum">
              <a:rPr lang="de-DE" smtClean="0"/>
              <a:pPr/>
              <a:t>‹#›</a:t>
            </a:fld>
            <a:endParaRPr lang="de-DE"/>
          </a:p>
        </p:txBody>
      </p:sp>
      <p:sp>
        <p:nvSpPr>
          <p:cNvPr id="8" name="Textplatzhalter 8">
            <a:extLst>
              <a:ext uri="{FF2B5EF4-FFF2-40B4-BE49-F238E27FC236}">
                <a16:creationId xmlns:a16="http://schemas.microsoft.com/office/drawing/2014/main" id="{77628A0B-D804-F249-CB55-161553B0D783}"/>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1" name="Textplatzhalter 8">
            <a:extLst>
              <a:ext uri="{FF2B5EF4-FFF2-40B4-BE49-F238E27FC236}">
                <a16:creationId xmlns:a16="http://schemas.microsoft.com/office/drawing/2014/main" id="{70FD095B-4A73-F460-9E30-A4F0351BB829}"/>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3074762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Zwischentitel-Darkblue-V1">
    <p:bg>
      <p:bgRef idx="1001">
        <a:schemeClr val="bg1"/>
      </p:bgRef>
    </p:bg>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394AA0C9-1CBC-C12B-EB21-6B6D478F5548}"/>
              </a:ext>
            </a:extLst>
          </p:cNvPr>
          <p:cNvSpPr/>
          <p:nvPr/>
        </p:nvSpPr>
        <p:spPr>
          <a:xfrm>
            <a:off x="3651313" y="4358179"/>
            <a:ext cx="8540686" cy="2499820"/>
          </a:xfrm>
          <a:custGeom>
            <a:avLst/>
            <a:gdLst>
              <a:gd name="connsiteX0" fmla="*/ 3231134 w 8540686"/>
              <a:gd name="connsiteY0" fmla="*/ 422164 h 2499820"/>
              <a:gd name="connsiteX1" fmla="*/ 837247 w 8540686"/>
              <a:gd name="connsiteY1" fmla="*/ 1804242 h 2499820"/>
              <a:gd name="connsiteX2" fmla="*/ 0 w 8540686"/>
              <a:gd name="connsiteY2" fmla="*/ 2499821 h 2499820"/>
              <a:gd name="connsiteX3" fmla="*/ 8540686 w 8540686"/>
              <a:gd name="connsiteY3" fmla="*/ 2499821 h 2499820"/>
              <a:gd name="connsiteX4" fmla="*/ 8540686 w 8540686"/>
              <a:gd name="connsiteY4" fmla="*/ 1668669 h 2499820"/>
              <a:gd name="connsiteX5" fmla="*/ 6381623 w 8540686"/>
              <a:gd name="connsiteY5" fmla="*/ 422100 h 2499820"/>
              <a:gd name="connsiteX6" fmla="*/ 3231134 w 8540686"/>
              <a:gd name="connsiteY6" fmla="*/ 422100 h 24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0686" h="2499820">
                <a:moveTo>
                  <a:pt x="3231134" y="422164"/>
                </a:moveTo>
                <a:lnTo>
                  <a:pt x="837247" y="1804242"/>
                </a:lnTo>
                <a:cubicBezTo>
                  <a:pt x="505841" y="1995567"/>
                  <a:pt x="226822" y="2232232"/>
                  <a:pt x="0" y="2499821"/>
                </a:cubicBezTo>
                <a:lnTo>
                  <a:pt x="8540686" y="2499821"/>
                </a:lnTo>
                <a:lnTo>
                  <a:pt x="8540686" y="1668669"/>
                </a:lnTo>
                <a:lnTo>
                  <a:pt x="6381623" y="422100"/>
                </a:lnTo>
                <a:cubicBezTo>
                  <a:pt x="5406835" y="-140700"/>
                  <a:pt x="4205923" y="-140700"/>
                  <a:pt x="3231134" y="422100"/>
                </a:cubicBezTo>
                <a:close/>
              </a:path>
            </a:pathLst>
          </a:custGeom>
          <a:solidFill>
            <a:schemeClr val="tx1"/>
          </a:solidFill>
          <a:ln w="6350"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1828B343-3C8F-67BD-7438-7DF0A398D451}"/>
              </a:ext>
            </a:extLst>
          </p:cNvPr>
          <p:cNvSpPr/>
          <p:nvPr/>
        </p:nvSpPr>
        <p:spPr>
          <a:xfrm>
            <a:off x="8940927" y="0"/>
            <a:ext cx="3251072" cy="5203063"/>
          </a:xfrm>
          <a:custGeom>
            <a:avLst/>
            <a:gdLst>
              <a:gd name="connsiteX0" fmla="*/ 0 w 3251072"/>
              <a:gd name="connsiteY0" fmla="*/ 0 h 5203063"/>
              <a:gd name="connsiteX1" fmla="*/ 0 w 3251072"/>
              <a:gd name="connsiteY1" fmla="*/ 1507046 h 5203063"/>
              <a:gd name="connsiteX2" fmla="*/ 1575244 w 3251072"/>
              <a:gd name="connsiteY2" fmla="*/ 4235514 h 5203063"/>
              <a:gd name="connsiteX3" fmla="*/ 3251073 w 3251072"/>
              <a:gd name="connsiteY3" fmla="*/ 5203063 h 5203063"/>
              <a:gd name="connsiteX4" fmla="*/ 3251073 w 3251072"/>
              <a:gd name="connsiteY4" fmla="*/ 0 h 5203063"/>
              <a:gd name="connsiteX5" fmla="*/ 0 w 3251072"/>
              <a:gd name="connsiteY5" fmla="*/ 0 h 520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1072" h="5203063">
                <a:moveTo>
                  <a:pt x="0" y="0"/>
                </a:moveTo>
                <a:lnTo>
                  <a:pt x="0" y="1507046"/>
                </a:lnTo>
                <a:cubicBezTo>
                  <a:pt x="0" y="2632647"/>
                  <a:pt x="600456" y="3672713"/>
                  <a:pt x="1575244" y="4235514"/>
                </a:cubicBezTo>
                <a:lnTo>
                  <a:pt x="3251073" y="5203063"/>
                </a:lnTo>
                <a:lnTo>
                  <a:pt x="3251073" y="0"/>
                </a:lnTo>
                <a:lnTo>
                  <a:pt x="0" y="0"/>
                </a:lnTo>
                <a:close/>
              </a:path>
            </a:pathLst>
          </a:custGeom>
          <a:solidFill>
            <a:schemeClr val="accent2"/>
          </a:solidFill>
          <a:ln w="6350" cap="flat">
            <a:noFill/>
            <a:prstDash val="solid"/>
            <a:miter/>
          </a:ln>
        </p:spPr>
        <p:txBody>
          <a:bodyPr rtlCol="0" anchor="ctr"/>
          <a:lstStyle/>
          <a:p>
            <a:endParaRPr lang="de-DE"/>
          </a:p>
        </p:txBody>
      </p:sp>
      <p:pic>
        <p:nvPicPr>
          <p:cNvPr id="7" name="Grafik 6">
            <a:extLst>
              <a:ext uri="{FF2B5EF4-FFF2-40B4-BE49-F238E27FC236}">
                <a16:creationId xmlns:a16="http://schemas.microsoft.com/office/drawing/2014/main" id="{2D711189-1313-07FD-A074-8B652F6CEF8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2" name="Datumsplatzhalter 1">
            <a:extLst>
              <a:ext uri="{FF2B5EF4-FFF2-40B4-BE49-F238E27FC236}">
                <a16:creationId xmlns:a16="http://schemas.microsoft.com/office/drawing/2014/main" id="{C94F9892-E44D-5D82-8ACF-7BC84A449A55}"/>
              </a:ext>
            </a:extLst>
          </p:cNvPr>
          <p:cNvSpPr>
            <a:spLocks noGrp="1"/>
          </p:cNvSpPr>
          <p:nvPr>
            <p:ph type="dt" sz="half" idx="12"/>
          </p:nvPr>
        </p:nvSpPr>
        <p:spPr/>
        <p:txBody>
          <a:bodyPr/>
          <a:lstStyle>
            <a:lvl1pPr>
              <a:defRPr>
                <a:solidFill>
                  <a:schemeClr val="bg1"/>
                </a:solidFill>
              </a:defRPr>
            </a:lvl1pPr>
          </a:lstStyle>
          <a:p>
            <a:fld id="{71EFCA2E-5194-4A83-BDC7-1CDECDDD9764}" type="datetime1">
              <a:rPr lang="de-DE" smtClean="0"/>
              <a:t>28.05.26</a:t>
            </a:fld>
            <a:endParaRPr lang="de-DE">
              <a:solidFill>
                <a:schemeClr val="bg1"/>
              </a:solidFill>
            </a:endParaRPr>
          </a:p>
        </p:txBody>
      </p:sp>
      <p:sp>
        <p:nvSpPr>
          <p:cNvPr id="3" name="Fußzeilenplatzhalter 2">
            <a:extLst>
              <a:ext uri="{FF2B5EF4-FFF2-40B4-BE49-F238E27FC236}">
                <a16:creationId xmlns:a16="http://schemas.microsoft.com/office/drawing/2014/main" id="{BB7F348F-E689-76BB-5295-0BD31151956F}"/>
              </a:ext>
            </a:extLst>
          </p:cNvPr>
          <p:cNvSpPr>
            <a:spLocks noGrp="1"/>
          </p:cNvSpPr>
          <p:nvPr>
            <p:ph type="ftr" sz="quarter" idx="13"/>
          </p:nvPr>
        </p:nvSpPr>
        <p:spPr/>
        <p:txBody>
          <a:bodyPr/>
          <a:lstStyle/>
          <a:p>
            <a:r>
              <a:rPr lang="de-DE"/>
              <a:t>Hackathon 2026</a:t>
            </a:r>
          </a:p>
        </p:txBody>
      </p:sp>
      <p:sp>
        <p:nvSpPr>
          <p:cNvPr id="6" name="Foliennummernplatzhalter 5">
            <a:extLst>
              <a:ext uri="{FF2B5EF4-FFF2-40B4-BE49-F238E27FC236}">
                <a16:creationId xmlns:a16="http://schemas.microsoft.com/office/drawing/2014/main" id="{26AD8889-050C-0912-F291-E4E45ECB7687}"/>
              </a:ext>
            </a:extLst>
          </p:cNvPr>
          <p:cNvSpPr>
            <a:spLocks noGrp="1"/>
          </p:cNvSpPr>
          <p:nvPr>
            <p:ph type="sldNum" sz="quarter" idx="14"/>
          </p:nvPr>
        </p:nvSpPr>
        <p:spPr/>
        <p:txBody>
          <a:bodyPr/>
          <a:lstStyle>
            <a:lvl1pPr>
              <a:defRPr>
                <a:solidFill>
                  <a:schemeClr val="bg1"/>
                </a:solidFill>
              </a:defRPr>
            </a:lvl1pPr>
          </a:lstStyle>
          <a:p>
            <a:fld id="{75E2EC28-BB56-4A8E-A990-AA8F876D888B}" type="slidenum">
              <a:rPr lang="de-DE" smtClean="0"/>
              <a:pPr/>
              <a:t>‹#›</a:t>
            </a:fld>
            <a:endParaRPr lang="de-DE"/>
          </a:p>
        </p:txBody>
      </p:sp>
      <p:sp>
        <p:nvSpPr>
          <p:cNvPr id="9" name="Textplatzhalter 8">
            <a:extLst>
              <a:ext uri="{FF2B5EF4-FFF2-40B4-BE49-F238E27FC236}">
                <a16:creationId xmlns:a16="http://schemas.microsoft.com/office/drawing/2014/main" id="{4B1F79CA-8782-F069-492F-6C007ED8C849}"/>
              </a:ext>
            </a:extLst>
          </p:cNvPr>
          <p:cNvSpPr>
            <a:spLocks noGrp="1"/>
          </p:cNvSpPr>
          <p:nvPr>
            <p:ph type="body" sz="quarter" idx="10" hasCustomPrompt="1"/>
          </p:nvPr>
        </p:nvSpPr>
        <p:spPr>
          <a:xfrm>
            <a:off x="358776" y="2990611"/>
            <a:ext cx="7010400" cy="877163"/>
          </a:xfrm>
          <a:prstGeom prst="rect">
            <a:avLst/>
          </a:prstGeom>
        </p:spPr>
        <p:txBody>
          <a:bodyPr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1" name="Textplatzhalter 8">
            <a:extLst>
              <a:ext uri="{FF2B5EF4-FFF2-40B4-BE49-F238E27FC236}">
                <a16:creationId xmlns:a16="http://schemas.microsoft.com/office/drawing/2014/main" id="{2B5607B4-5405-343F-BF25-66ED3D508090}"/>
              </a:ext>
            </a:extLst>
          </p:cNvPr>
          <p:cNvSpPr>
            <a:spLocks noGrp="1"/>
          </p:cNvSpPr>
          <p:nvPr>
            <p:ph type="body" sz="quarter" idx="11" hasCustomPrompt="1"/>
          </p:nvPr>
        </p:nvSpPr>
        <p:spPr>
          <a:xfrm>
            <a:off x="358775" y="2616073"/>
            <a:ext cx="7010401" cy="360767"/>
          </a:xfrm>
          <a:prstGeom prst="rect">
            <a:avLst/>
          </a:prstGeom>
        </p:spPr>
        <p:txBody>
          <a:bodyPr lIns="18000" tIns="0" rIns="0" bIns="72000" anchor="b" anchorCtr="0">
            <a:normAutofit/>
          </a:bodyPr>
          <a:lstStyle>
            <a:lvl1pPr marL="0" indent="0">
              <a:buFontTx/>
              <a:buNone/>
              <a:defRPr sz="1800" b="1" i="0">
                <a:solidFill>
                  <a:schemeClr val="accent2"/>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322630315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p:bg>
      <p:bgPr>
        <a:solidFill>
          <a:schemeClr val="bg1"/>
        </a:solidFill>
        <a:effectLst/>
      </p:bgPr>
    </p:bg>
    <p:spTree>
      <p:nvGrpSpPr>
        <p:cNvPr id="1" name=""/>
        <p:cNvGrpSpPr/>
        <p:nvPr/>
      </p:nvGrpSpPr>
      <p:grpSpPr>
        <a:xfrm>
          <a:off x="0" y="0"/>
          <a:ext cx="0" cy="0"/>
          <a:chOff x="0" y="0"/>
          <a:chExt cx="0" cy="0"/>
        </a:xfrm>
      </p:grpSpPr>
      <p:sp>
        <p:nvSpPr>
          <p:cNvPr id="7" name="Grafik 11">
            <a:extLst>
              <a:ext uri="{FF2B5EF4-FFF2-40B4-BE49-F238E27FC236}">
                <a16:creationId xmlns:a16="http://schemas.microsoft.com/office/drawing/2014/main" id="{F85B854F-1439-0245-27E6-DEC06FAEDEB6}"/>
              </a:ext>
            </a:extLst>
          </p:cNvPr>
          <p:cNvSpPr>
            <a:spLocks noChangeAspect="1"/>
          </p:cNvSpPr>
          <p:nvPr userDrawn="1"/>
        </p:nvSpPr>
        <p:spPr>
          <a:xfrm rot="10800000">
            <a:off x="7847752" y="0"/>
            <a:ext cx="4344248" cy="6858000"/>
          </a:xfrm>
          <a:custGeom>
            <a:avLst/>
            <a:gdLst>
              <a:gd name="connsiteX0" fmla="*/ 3975989 w 4443095"/>
              <a:gd name="connsiteY0" fmla="*/ 1678432 h 6851395"/>
              <a:gd name="connsiteX1" fmla="*/ 3009011 w 4443095"/>
              <a:gd name="connsiteY1" fmla="*/ 0 h 6851395"/>
              <a:gd name="connsiteX2" fmla="*/ 0 w 4443095"/>
              <a:gd name="connsiteY2" fmla="*/ 0 h 6851395"/>
              <a:gd name="connsiteX3" fmla="*/ 0 w 4443095"/>
              <a:gd name="connsiteY3" fmla="*/ 6851396 h 6851395"/>
              <a:gd name="connsiteX4" fmla="*/ 3009138 w 4443095"/>
              <a:gd name="connsiteY4" fmla="*/ 6851396 h 6851395"/>
              <a:gd name="connsiteX5" fmla="*/ 3975989 w 4443095"/>
              <a:gd name="connsiteY5" fmla="*/ 5172964 h 6851395"/>
              <a:gd name="connsiteX6" fmla="*/ 3975989 w 4443095"/>
              <a:gd name="connsiteY6" fmla="*/ 1678432 h 6851395"/>
              <a:gd name="connsiteX7" fmla="*/ 3975989 w 4443095"/>
              <a:gd name="connsiteY7" fmla="*/ 1678432 h 68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3095" h="6851395">
                <a:moveTo>
                  <a:pt x="3975989" y="1678432"/>
                </a:moveTo>
                <a:lnTo>
                  <a:pt x="3009011" y="0"/>
                </a:lnTo>
                <a:lnTo>
                  <a:pt x="0" y="0"/>
                </a:lnTo>
                <a:lnTo>
                  <a:pt x="0" y="6851396"/>
                </a:lnTo>
                <a:lnTo>
                  <a:pt x="3009138" y="6851396"/>
                </a:lnTo>
                <a:lnTo>
                  <a:pt x="3975989" y="5172964"/>
                </a:lnTo>
                <a:cubicBezTo>
                  <a:pt x="4598797" y="4091813"/>
                  <a:pt x="4598797" y="2759583"/>
                  <a:pt x="3975989" y="1678432"/>
                </a:cubicBezTo>
                <a:lnTo>
                  <a:pt x="3975989" y="1678432"/>
                </a:lnTo>
                <a:close/>
              </a:path>
            </a:pathLst>
          </a:custGeom>
          <a:solidFill>
            <a:schemeClr val="accent2"/>
          </a:solidFill>
          <a:ln w="12682" cap="flat">
            <a:noFill/>
            <a:prstDash val="solid"/>
            <a:miter/>
          </a:ln>
        </p:spPr>
        <p:txBody>
          <a:bodyPr rtlCol="0" anchor="ctr"/>
          <a:lstStyle/>
          <a:p>
            <a:endParaRPr lang="de-DE"/>
          </a:p>
        </p:txBody>
      </p:sp>
      <p:sp>
        <p:nvSpPr>
          <p:cNvPr id="10" name="Textplatzhalter 8">
            <a:extLst>
              <a:ext uri="{FF2B5EF4-FFF2-40B4-BE49-F238E27FC236}">
                <a16:creationId xmlns:a16="http://schemas.microsoft.com/office/drawing/2014/main" id="{55798753-BACA-6CBA-C136-D341FB3C1B4E}"/>
              </a:ext>
            </a:extLst>
          </p:cNvPr>
          <p:cNvSpPr>
            <a:spLocks noGrp="1"/>
          </p:cNvSpPr>
          <p:nvPr>
            <p:ph type="body" sz="quarter" idx="22" hasCustomPrompt="1"/>
          </p:nvPr>
        </p:nvSpPr>
        <p:spPr>
          <a:xfrm>
            <a:off x="1283590" y="2076378"/>
            <a:ext cx="948208" cy="218973"/>
          </a:xfrm>
          <a:prstGeom prst="rect">
            <a:avLst/>
          </a:prstGeom>
        </p:spPr>
        <p:txBody>
          <a:bodyPr lIns="0" tIns="0" rIns="0" bIns="0" anchor="t" anchorCtr="0">
            <a:noAutofit/>
          </a:bodyPr>
          <a:lstStyle>
            <a:lvl1pPr marL="0" marR="0" indent="0" algn="l" defTabSz="914400" rtl="0" eaLnBrk="1" fontAlgn="auto" latinLnBrk="0" hangingPunct="1">
              <a:lnSpc>
                <a:spcPct val="100000"/>
              </a:lnSpc>
              <a:spcBef>
                <a:spcPts val="1000"/>
              </a:spcBef>
              <a:spcAft>
                <a:spcPts val="0"/>
              </a:spcAft>
              <a:buClrTx/>
              <a:buSzTx/>
              <a:buFontTx/>
              <a:buNone/>
              <a:tabLst/>
              <a:defRPr sz="1600" b="1" i="0" baseline="0">
                <a:solidFill>
                  <a:schemeClr val="accent1"/>
                </a:solidFill>
                <a:latin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00000"/>
              </a:lnSpc>
              <a:spcBef>
                <a:spcPts val="1000"/>
              </a:spcBef>
              <a:spcAft>
                <a:spcPts val="0"/>
              </a:spcAft>
              <a:buClrTx/>
              <a:buSzTx/>
              <a:buFontTx/>
              <a:buNone/>
              <a:tabLst/>
              <a:defRPr/>
            </a:pPr>
            <a:r>
              <a:rPr lang="de-DE"/>
              <a:t>Time</a:t>
            </a:r>
          </a:p>
        </p:txBody>
      </p:sp>
      <p:sp>
        <p:nvSpPr>
          <p:cNvPr id="29" name="Textplatzhalter 28">
            <a:extLst>
              <a:ext uri="{FF2B5EF4-FFF2-40B4-BE49-F238E27FC236}">
                <a16:creationId xmlns:a16="http://schemas.microsoft.com/office/drawing/2014/main" id="{51BC7C07-B88B-67A5-E252-3B4CFF07AAC6}"/>
              </a:ext>
            </a:extLst>
          </p:cNvPr>
          <p:cNvSpPr>
            <a:spLocks noGrp="1"/>
          </p:cNvSpPr>
          <p:nvPr>
            <p:ph type="body" sz="quarter" idx="23"/>
          </p:nvPr>
        </p:nvSpPr>
        <p:spPr>
          <a:xfrm>
            <a:off x="2446338" y="2071420"/>
            <a:ext cx="4938664" cy="246221"/>
          </a:xfrm>
          <a:prstGeom prst="rect">
            <a:avLst/>
          </a:prstGeom>
        </p:spPr>
        <p:txBody>
          <a:bodyPr lIns="0" tIns="0" rIns="0" bIns="0">
            <a:spAutoFit/>
          </a:bodyPr>
          <a:lstStyle>
            <a:lvl1pPr>
              <a:lnSpc>
                <a:spcPct val="100000"/>
              </a:lnSpc>
              <a:buFontTx/>
              <a:buNone/>
              <a:defRPr sz="1600" b="1" i="0" baseline="0">
                <a:latin typeface="Inter Semi Bold" panose="020B0502030000000004" pitchFamily="34" charset="0"/>
              </a:defRPr>
            </a:lvl1pPr>
            <a:lvl2pPr marL="6350" indent="396875">
              <a:buFontTx/>
              <a:buBlip>
                <a:blip>
                  <a:extLst>
                    <a:ext uri="{96DAC541-7B7A-43D3-8B79-37D633B846F1}">
                      <asvg:svgBlip xmlns:asvg="http://schemas.microsoft.com/office/drawing/2016/SVG/main" r:embed="rId2"/>
                    </a:ext>
                  </a:extLst>
                </a:blip>
              </a:buBlip>
              <a:tabLst/>
              <a:defRPr sz="1600">
                <a:latin typeface="+mn-lt"/>
              </a:defRPr>
            </a:lvl2pPr>
            <a:lvl3pPr marL="403225" indent="447675">
              <a:buFontTx/>
              <a:buBlip>
                <a:blip>
                  <a:extLst>
                    <a:ext uri="{96DAC541-7B7A-43D3-8B79-37D633B846F1}">
                      <asvg:svgBlip xmlns:asvg="http://schemas.microsoft.com/office/drawing/2016/SVG/main" r:embed="rId2"/>
                    </a:ext>
                  </a:extLst>
                </a:blip>
              </a:buBlip>
              <a:tabLst/>
              <a:defRPr sz="1600">
                <a:latin typeface="+mn-lt"/>
              </a:defRPr>
            </a:lvl3pPr>
            <a:lvl4pPr marL="403225" indent="622300">
              <a:buFontTx/>
              <a:buBlip>
                <a:blip>
                  <a:extLst>
                    <a:ext uri="{96DAC541-7B7A-43D3-8B79-37D633B846F1}">
                      <asvg:svgBlip xmlns:asvg="http://schemas.microsoft.com/office/drawing/2016/SVG/main" r:embed="rId2"/>
                    </a:ext>
                  </a:extLst>
                </a:blip>
              </a:buBlip>
              <a:tabLst/>
              <a:defRPr sz="1600">
                <a:latin typeface="+mn-lt"/>
              </a:defRPr>
            </a:lvl4pPr>
            <a:lvl5pPr marL="403225" indent="622300">
              <a:buFontTx/>
              <a:buBlip>
                <a:blip>
                  <a:extLst>
                    <a:ext uri="{96DAC541-7B7A-43D3-8B79-37D633B846F1}">
                      <asvg:svgBlip xmlns:asvg="http://schemas.microsoft.com/office/drawing/2016/SVG/main" r:embed="rId2"/>
                    </a:ext>
                  </a:extLst>
                </a:blip>
              </a:buBlip>
              <a:tabLst/>
              <a:defRPr sz="1600">
                <a:latin typeface="+mn-lt"/>
              </a:defRPr>
            </a:lvl5pPr>
          </a:lstStyle>
          <a:p>
            <a:pPr lvl="0"/>
            <a:r>
              <a:rPr lang="de-DE"/>
              <a:t>Mastertextformat bearbeite</a:t>
            </a:r>
          </a:p>
        </p:txBody>
      </p:sp>
      <p:sp>
        <p:nvSpPr>
          <p:cNvPr id="32" name="Textplatzhalter 8">
            <a:extLst>
              <a:ext uri="{FF2B5EF4-FFF2-40B4-BE49-F238E27FC236}">
                <a16:creationId xmlns:a16="http://schemas.microsoft.com/office/drawing/2014/main" id="{63A26C88-4659-361B-3FFF-C5EE0D4CB77C}"/>
              </a:ext>
            </a:extLst>
          </p:cNvPr>
          <p:cNvSpPr>
            <a:spLocks noGrp="1"/>
          </p:cNvSpPr>
          <p:nvPr>
            <p:ph type="body" sz="quarter" idx="10" hasCustomPrompt="1"/>
          </p:nvPr>
        </p:nvSpPr>
        <p:spPr>
          <a:xfrm>
            <a:off x="2446338" y="2414842"/>
            <a:ext cx="4938664" cy="666849"/>
          </a:xfrm>
          <a:prstGeom prst="rect">
            <a:avLst/>
          </a:prstGeom>
        </p:spPr>
        <p:txBody>
          <a:bodyPr lIns="0" tIns="0" rIns="0" anchor="t" anchorCtr="0">
            <a:spAutoFit/>
          </a:bodyPr>
          <a:lstStyle>
            <a:lvl1pPr marL="450850" marR="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p>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endParaRPr lang="de-DE"/>
          </a:p>
        </p:txBody>
      </p:sp>
      <p:sp>
        <p:nvSpPr>
          <p:cNvPr id="33" name="Textplatzhalter 8">
            <a:extLst>
              <a:ext uri="{FF2B5EF4-FFF2-40B4-BE49-F238E27FC236}">
                <a16:creationId xmlns:a16="http://schemas.microsoft.com/office/drawing/2014/main" id="{BD515BDF-A605-EEB9-7511-F60EE8F9F133}"/>
              </a:ext>
            </a:extLst>
          </p:cNvPr>
          <p:cNvSpPr>
            <a:spLocks noGrp="1"/>
          </p:cNvSpPr>
          <p:nvPr>
            <p:ph type="body" sz="quarter" idx="24" hasCustomPrompt="1"/>
          </p:nvPr>
        </p:nvSpPr>
        <p:spPr>
          <a:xfrm>
            <a:off x="1283590" y="3653892"/>
            <a:ext cx="948208" cy="218973"/>
          </a:xfrm>
          <a:prstGeom prst="rect">
            <a:avLst/>
          </a:prstGeom>
        </p:spPr>
        <p:txBody>
          <a:bodyPr lIns="0" tIns="0" rIns="0" bIns="0" anchor="t" anchorCtr="0">
            <a:noAutofit/>
          </a:bodyPr>
          <a:lstStyle>
            <a:lvl1pPr marL="0" marR="0" indent="0" algn="l" defTabSz="914400" rtl="0" eaLnBrk="1" fontAlgn="auto" latinLnBrk="0" hangingPunct="1">
              <a:lnSpc>
                <a:spcPct val="100000"/>
              </a:lnSpc>
              <a:spcBef>
                <a:spcPts val="1000"/>
              </a:spcBef>
              <a:spcAft>
                <a:spcPts val="0"/>
              </a:spcAft>
              <a:buClrTx/>
              <a:buSzTx/>
              <a:buFontTx/>
              <a:buNone/>
              <a:tabLst/>
              <a:defRPr sz="1600" b="1" i="0" baseline="0">
                <a:solidFill>
                  <a:schemeClr val="accent1"/>
                </a:solidFill>
                <a:latin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00000"/>
              </a:lnSpc>
              <a:spcBef>
                <a:spcPts val="1000"/>
              </a:spcBef>
              <a:spcAft>
                <a:spcPts val="0"/>
              </a:spcAft>
              <a:buClrTx/>
              <a:buSzTx/>
              <a:buFontTx/>
              <a:buNone/>
              <a:tabLst/>
              <a:defRPr/>
            </a:pPr>
            <a:r>
              <a:rPr lang="de-DE"/>
              <a:t>Time</a:t>
            </a:r>
          </a:p>
        </p:txBody>
      </p:sp>
      <p:sp>
        <p:nvSpPr>
          <p:cNvPr id="34" name="Textplatzhalter 28">
            <a:extLst>
              <a:ext uri="{FF2B5EF4-FFF2-40B4-BE49-F238E27FC236}">
                <a16:creationId xmlns:a16="http://schemas.microsoft.com/office/drawing/2014/main" id="{A0EA4BCC-A29B-B4E4-8222-9FC1C969BA8E}"/>
              </a:ext>
            </a:extLst>
          </p:cNvPr>
          <p:cNvSpPr>
            <a:spLocks noGrp="1"/>
          </p:cNvSpPr>
          <p:nvPr>
            <p:ph type="body" sz="quarter" idx="25"/>
          </p:nvPr>
        </p:nvSpPr>
        <p:spPr>
          <a:xfrm>
            <a:off x="2446338" y="3653892"/>
            <a:ext cx="4938664" cy="246221"/>
          </a:xfrm>
          <a:prstGeom prst="rect">
            <a:avLst/>
          </a:prstGeom>
        </p:spPr>
        <p:txBody>
          <a:bodyPr lIns="0" tIns="0" rIns="0" bIns="0">
            <a:spAutoFit/>
          </a:bodyPr>
          <a:lstStyle>
            <a:lvl1pPr>
              <a:lnSpc>
                <a:spcPct val="100000"/>
              </a:lnSpc>
              <a:buFontTx/>
              <a:buNone/>
              <a:defRPr sz="1600" b="1" i="0" baseline="0">
                <a:latin typeface="Inter Semi Bold" panose="020B0502030000000004" pitchFamily="34" charset="0"/>
              </a:defRPr>
            </a:lvl1pPr>
            <a:lvl2pPr marL="6350" indent="396875">
              <a:buFontTx/>
              <a:buBlip>
                <a:blip>
                  <a:extLst>
                    <a:ext uri="{96DAC541-7B7A-43D3-8B79-37D633B846F1}">
                      <asvg:svgBlip xmlns:asvg="http://schemas.microsoft.com/office/drawing/2016/SVG/main" r:embed="rId2"/>
                    </a:ext>
                  </a:extLst>
                </a:blip>
              </a:buBlip>
              <a:tabLst/>
              <a:defRPr sz="1600">
                <a:latin typeface="+mn-lt"/>
              </a:defRPr>
            </a:lvl2pPr>
            <a:lvl3pPr marL="403225" indent="447675">
              <a:buFontTx/>
              <a:buBlip>
                <a:blip>
                  <a:extLst>
                    <a:ext uri="{96DAC541-7B7A-43D3-8B79-37D633B846F1}">
                      <asvg:svgBlip xmlns:asvg="http://schemas.microsoft.com/office/drawing/2016/SVG/main" r:embed="rId2"/>
                    </a:ext>
                  </a:extLst>
                </a:blip>
              </a:buBlip>
              <a:tabLst/>
              <a:defRPr sz="1600">
                <a:latin typeface="+mn-lt"/>
              </a:defRPr>
            </a:lvl3pPr>
            <a:lvl4pPr marL="403225" indent="622300">
              <a:buFontTx/>
              <a:buBlip>
                <a:blip>
                  <a:extLst>
                    <a:ext uri="{96DAC541-7B7A-43D3-8B79-37D633B846F1}">
                      <asvg:svgBlip xmlns:asvg="http://schemas.microsoft.com/office/drawing/2016/SVG/main" r:embed="rId2"/>
                    </a:ext>
                  </a:extLst>
                </a:blip>
              </a:buBlip>
              <a:tabLst/>
              <a:defRPr sz="1600">
                <a:latin typeface="+mn-lt"/>
              </a:defRPr>
            </a:lvl4pPr>
            <a:lvl5pPr marL="403225" indent="622300">
              <a:buFontTx/>
              <a:buBlip>
                <a:blip>
                  <a:extLst>
                    <a:ext uri="{96DAC541-7B7A-43D3-8B79-37D633B846F1}">
                      <asvg:svgBlip xmlns:asvg="http://schemas.microsoft.com/office/drawing/2016/SVG/main" r:embed="rId2"/>
                    </a:ext>
                  </a:extLst>
                </a:blip>
              </a:buBlip>
              <a:tabLst/>
              <a:defRPr sz="1600">
                <a:latin typeface="+mn-lt"/>
              </a:defRPr>
            </a:lvl5pPr>
          </a:lstStyle>
          <a:p>
            <a:pPr lvl="0"/>
            <a:r>
              <a:rPr lang="de-DE"/>
              <a:t>Mastertextformat bearbeite</a:t>
            </a:r>
          </a:p>
        </p:txBody>
      </p:sp>
      <p:sp>
        <p:nvSpPr>
          <p:cNvPr id="35" name="Textplatzhalter 8">
            <a:extLst>
              <a:ext uri="{FF2B5EF4-FFF2-40B4-BE49-F238E27FC236}">
                <a16:creationId xmlns:a16="http://schemas.microsoft.com/office/drawing/2014/main" id="{93437336-B8AB-1A06-DCFE-703B08A5B109}"/>
              </a:ext>
            </a:extLst>
          </p:cNvPr>
          <p:cNvSpPr>
            <a:spLocks noGrp="1"/>
          </p:cNvSpPr>
          <p:nvPr>
            <p:ph type="body" sz="quarter" idx="26" hasCustomPrompt="1"/>
          </p:nvPr>
        </p:nvSpPr>
        <p:spPr>
          <a:xfrm>
            <a:off x="2446338" y="3992356"/>
            <a:ext cx="4938664" cy="666849"/>
          </a:xfrm>
          <a:prstGeom prst="rect">
            <a:avLst/>
          </a:prstGeom>
        </p:spPr>
        <p:txBody>
          <a:bodyPr lIns="0" tIns="0" rIns="0" anchor="t" anchorCtr="0">
            <a:spAutoFit/>
          </a:bodyPr>
          <a:lstStyle>
            <a:lvl1pPr marL="450850" marR="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p>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endParaRPr lang="de-DE"/>
          </a:p>
        </p:txBody>
      </p:sp>
      <p:sp>
        <p:nvSpPr>
          <p:cNvPr id="2" name="Datumsplatzhalter 1">
            <a:extLst>
              <a:ext uri="{FF2B5EF4-FFF2-40B4-BE49-F238E27FC236}">
                <a16:creationId xmlns:a16="http://schemas.microsoft.com/office/drawing/2014/main" id="{5F1B7E11-C59A-AD18-E3B4-422974146024}"/>
              </a:ext>
            </a:extLst>
          </p:cNvPr>
          <p:cNvSpPr>
            <a:spLocks noGrp="1"/>
          </p:cNvSpPr>
          <p:nvPr>
            <p:ph type="dt" sz="half" idx="27"/>
          </p:nvPr>
        </p:nvSpPr>
        <p:spPr/>
        <p:txBody>
          <a:bodyPr/>
          <a:lstStyle/>
          <a:p>
            <a:fld id="{39AF4E35-D27A-4A98-89C0-DD6F448F8980}" type="datetime1">
              <a:rPr lang="de-DE" smtClean="0"/>
              <a:t>28.05.26</a:t>
            </a:fld>
            <a:endParaRPr lang="de-DE"/>
          </a:p>
        </p:txBody>
      </p:sp>
      <p:sp>
        <p:nvSpPr>
          <p:cNvPr id="3" name="Fußzeilenplatzhalter 2">
            <a:extLst>
              <a:ext uri="{FF2B5EF4-FFF2-40B4-BE49-F238E27FC236}">
                <a16:creationId xmlns:a16="http://schemas.microsoft.com/office/drawing/2014/main" id="{CB2AB655-FF70-8CC8-9271-543858C0ADDD}"/>
              </a:ext>
            </a:extLst>
          </p:cNvPr>
          <p:cNvSpPr>
            <a:spLocks noGrp="1"/>
          </p:cNvSpPr>
          <p:nvPr>
            <p:ph type="ftr" sz="quarter" idx="28"/>
          </p:nvPr>
        </p:nvSpPr>
        <p:spPr/>
        <p:txBody>
          <a:bodyPr/>
          <a:lstStyle/>
          <a:p>
            <a:r>
              <a:rPr lang="de-DE"/>
              <a:t>Hackathon 2026</a:t>
            </a:r>
          </a:p>
        </p:txBody>
      </p:sp>
      <p:sp>
        <p:nvSpPr>
          <p:cNvPr id="9" name="Textplatzhalter 15">
            <a:extLst>
              <a:ext uri="{FF2B5EF4-FFF2-40B4-BE49-F238E27FC236}">
                <a16:creationId xmlns:a16="http://schemas.microsoft.com/office/drawing/2014/main" id="{0601B427-8301-B71D-B9B6-97EC26CFA688}"/>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1" name="Textplatzhalter 15">
            <a:extLst>
              <a:ext uri="{FF2B5EF4-FFF2-40B4-BE49-F238E27FC236}">
                <a16:creationId xmlns:a16="http://schemas.microsoft.com/office/drawing/2014/main" id="{1D3F3185-7DBD-0BD3-22F3-192797CAD832}"/>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702938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Zwischenfolie-Sand_Bild">
    <p:bg>
      <p:bgRef idx="1001">
        <a:schemeClr val="bg1"/>
      </p:bgRef>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03492C3A-85CE-D0DB-E5E3-8C22C943B1A5}"/>
              </a:ext>
            </a:extLst>
          </p:cNvPr>
          <p:cNvSpPr>
            <a:spLocks noGrp="1"/>
          </p:cNvSpPr>
          <p:nvPr>
            <p:ph type="pic" sz="quarter" idx="21"/>
          </p:nvPr>
        </p:nvSpPr>
        <p:spPr>
          <a:xfrm>
            <a:off x="6649755"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3" name="Grafik 2">
            <a:extLst>
              <a:ext uri="{FF2B5EF4-FFF2-40B4-BE49-F238E27FC236}">
                <a16:creationId xmlns:a16="http://schemas.microsoft.com/office/drawing/2014/main" id="{4922DEAB-3398-E1DB-E2D5-DB690B3A34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4" name="Datumsplatzhalter 3">
            <a:extLst>
              <a:ext uri="{FF2B5EF4-FFF2-40B4-BE49-F238E27FC236}">
                <a16:creationId xmlns:a16="http://schemas.microsoft.com/office/drawing/2014/main" id="{391B729F-FD1A-A875-E15C-6843016BBEEE}"/>
              </a:ext>
            </a:extLst>
          </p:cNvPr>
          <p:cNvSpPr>
            <a:spLocks noGrp="1"/>
          </p:cNvSpPr>
          <p:nvPr>
            <p:ph type="dt" sz="half" idx="22"/>
          </p:nvPr>
        </p:nvSpPr>
        <p:spPr/>
        <p:txBody>
          <a:bodyPr/>
          <a:lstStyle/>
          <a:p>
            <a:fld id="{2B0A023F-EE85-49CA-B9C1-7A426722BBBB}" type="datetime1">
              <a:rPr lang="de-DE" smtClean="0"/>
              <a:t>28.05.26</a:t>
            </a:fld>
            <a:endParaRPr lang="de-DE"/>
          </a:p>
        </p:txBody>
      </p:sp>
      <p:sp>
        <p:nvSpPr>
          <p:cNvPr id="11" name="Fußzeilenplatzhalter 10">
            <a:extLst>
              <a:ext uri="{FF2B5EF4-FFF2-40B4-BE49-F238E27FC236}">
                <a16:creationId xmlns:a16="http://schemas.microsoft.com/office/drawing/2014/main" id="{41D38E94-9169-1FBB-BEE8-1B590A4D8DDC}"/>
              </a:ext>
            </a:extLst>
          </p:cNvPr>
          <p:cNvSpPr>
            <a:spLocks noGrp="1"/>
          </p:cNvSpPr>
          <p:nvPr>
            <p:ph type="ftr" sz="quarter" idx="23"/>
          </p:nvPr>
        </p:nvSpPr>
        <p:spPr/>
        <p:txBody>
          <a:bodyPr/>
          <a:lstStyle/>
          <a:p>
            <a:r>
              <a:rPr lang="de-DE"/>
              <a:t>Hackathon 2026</a:t>
            </a:r>
          </a:p>
        </p:txBody>
      </p:sp>
      <p:sp>
        <p:nvSpPr>
          <p:cNvPr id="12" name="Foliennummernplatzhalter 11">
            <a:extLst>
              <a:ext uri="{FF2B5EF4-FFF2-40B4-BE49-F238E27FC236}">
                <a16:creationId xmlns:a16="http://schemas.microsoft.com/office/drawing/2014/main" id="{60A9524D-F946-47AF-E9D7-493EF3D89164}"/>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6" name="Textplatzhalter 8">
            <a:extLst>
              <a:ext uri="{FF2B5EF4-FFF2-40B4-BE49-F238E27FC236}">
                <a16:creationId xmlns:a16="http://schemas.microsoft.com/office/drawing/2014/main" id="{94F13865-2C26-16A4-B724-CBA614CCC53C}"/>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7" name="Textplatzhalter 8">
            <a:extLst>
              <a:ext uri="{FF2B5EF4-FFF2-40B4-BE49-F238E27FC236}">
                <a16:creationId xmlns:a16="http://schemas.microsoft.com/office/drawing/2014/main" id="{6F9845E4-1707-A1DC-8DB2-066D89605802}"/>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48626047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Zwischenfolie-Light-Blue_Bild">
    <p:bg>
      <p:bgPr>
        <a:solidFill>
          <a:schemeClr val="accent2"/>
        </a:solidFill>
        <a:effectLst/>
      </p:bgPr>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B1528A88-AD83-F2CE-FD94-D0DE481B37A6}"/>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bg1"/>
          </a:solidFill>
        </p:spPr>
        <p:txBody>
          <a:bodyPr/>
          <a:lstStyle/>
          <a:p>
            <a:endParaRPr lang="de-DE"/>
          </a:p>
        </p:txBody>
      </p:sp>
      <p:pic>
        <p:nvPicPr>
          <p:cNvPr id="12" name="Grafik 11">
            <a:extLst>
              <a:ext uri="{FF2B5EF4-FFF2-40B4-BE49-F238E27FC236}">
                <a16:creationId xmlns:a16="http://schemas.microsoft.com/office/drawing/2014/main" id="{6A823E32-1F45-9AAA-1E23-62CDDC2CA7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922812" cy="298815"/>
          </a:xfrm>
          <a:prstGeom prst="rect">
            <a:avLst/>
          </a:prstGeom>
        </p:spPr>
      </p:pic>
      <p:sp>
        <p:nvSpPr>
          <p:cNvPr id="3" name="Datumsplatzhalter 2">
            <a:extLst>
              <a:ext uri="{FF2B5EF4-FFF2-40B4-BE49-F238E27FC236}">
                <a16:creationId xmlns:a16="http://schemas.microsoft.com/office/drawing/2014/main" id="{B763FC4A-A059-5CF5-FF90-8B2FA8773D57}"/>
              </a:ext>
            </a:extLst>
          </p:cNvPr>
          <p:cNvSpPr>
            <a:spLocks noGrp="1"/>
          </p:cNvSpPr>
          <p:nvPr>
            <p:ph type="dt" sz="half" idx="22"/>
          </p:nvPr>
        </p:nvSpPr>
        <p:spPr/>
        <p:txBody>
          <a:bodyPr/>
          <a:lstStyle/>
          <a:p>
            <a:fld id="{86A3BD05-5E7C-479B-AB80-4B828F4908FA}" type="datetime1">
              <a:rPr lang="de-DE" smtClean="0"/>
              <a:t>28.05.26</a:t>
            </a:fld>
            <a:endParaRPr lang="de-DE"/>
          </a:p>
        </p:txBody>
      </p:sp>
      <p:sp>
        <p:nvSpPr>
          <p:cNvPr id="10" name="Fußzeilenplatzhalter 9">
            <a:extLst>
              <a:ext uri="{FF2B5EF4-FFF2-40B4-BE49-F238E27FC236}">
                <a16:creationId xmlns:a16="http://schemas.microsoft.com/office/drawing/2014/main" id="{B4936611-91A3-E7BC-4C46-969BA15E4684}"/>
              </a:ext>
            </a:extLst>
          </p:cNvPr>
          <p:cNvSpPr>
            <a:spLocks noGrp="1"/>
          </p:cNvSpPr>
          <p:nvPr>
            <p:ph type="ftr" sz="quarter" idx="23"/>
          </p:nvPr>
        </p:nvSpPr>
        <p:spPr/>
        <p:txBody>
          <a:bodyPr/>
          <a:lstStyle/>
          <a:p>
            <a:r>
              <a:rPr lang="de-DE"/>
              <a:t>Hackathon 2026</a:t>
            </a:r>
          </a:p>
        </p:txBody>
      </p:sp>
      <p:sp>
        <p:nvSpPr>
          <p:cNvPr id="11" name="Foliennummernplatzhalter 10">
            <a:extLst>
              <a:ext uri="{FF2B5EF4-FFF2-40B4-BE49-F238E27FC236}">
                <a16:creationId xmlns:a16="http://schemas.microsoft.com/office/drawing/2014/main" id="{47F08EA1-4C9F-078A-3D78-FB736EE04744}"/>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4" name="Textplatzhalter 8">
            <a:extLst>
              <a:ext uri="{FF2B5EF4-FFF2-40B4-BE49-F238E27FC236}">
                <a16:creationId xmlns:a16="http://schemas.microsoft.com/office/drawing/2014/main" id="{9F931B61-4A15-131A-107D-568BFE4532C1}"/>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6" name="Textplatzhalter 8">
            <a:extLst>
              <a:ext uri="{FF2B5EF4-FFF2-40B4-BE49-F238E27FC236}">
                <a16:creationId xmlns:a16="http://schemas.microsoft.com/office/drawing/2014/main" id="{0CB5BE9E-97CD-A9C5-C3CE-EE9CD8E61038}"/>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6458197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Zwischenfolie-Darkblue_Bild">
    <p:bg>
      <p:bgRef idx="1001">
        <a:schemeClr val="bg1"/>
      </p:bgRef>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362738E7-E36D-BB51-3707-25AB93134B6E}"/>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4" name="Grafik 13">
            <a:extLst>
              <a:ext uri="{FF2B5EF4-FFF2-40B4-BE49-F238E27FC236}">
                <a16:creationId xmlns:a16="http://schemas.microsoft.com/office/drawing/2014/main" id="{1FCBFE8F-4B7A-72D7-FEF2-C42E058B07B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3" name="Grafik 2">
            <a:extLst>
              <a:ext uri="{FF2B5EF4-FFF2-40B4-BE49-F238E27FC236}">
                <a16:creationId xmlns:a16="http://schemas.microsoft.com/office/drawing/2014/main" id="{26FFD342-4FAD-9EB5-E0A2-D35B215E9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sp>
        <p:nvSpPr>
          <p:cNvPr id="4" name="Datumsplatzhalter 3">
            <a:extLst>
              <a:ext uri="{FF2B5EF4-FFF2-40B4-BE49-F238E27FC236}">
                <a16:creationId xmlns:a16="http://schemas.microsoft.com/office/drawing/2014/main" id="{CE6E0AF8-15BE-D25A-9B01-70C74125090D}"/>
              </a:ext>
            </a:extLst>
          </p:cNvPr>
          <p:cNvSpPr>
            <a:spLocks noGrp="1"/>
          </p:cNvSpPr>
          <p:nvPr>
            <p:ph type="dt" sz="half" idx="22"/>
          </p:nvPr>
        </p:nvSpPr>
        <p:spPr/>
        <p:txBody>
          <a:bodyPr/>
          <a:lstStyle/>
          <a:p>
            <a:fld id="{91AD0780-5A0C-442B-A0CE-77C0BAEB8D84}" type="datetime1">
              <a:rPr lang="de-DE" smtClean="0"/>
              <a:t>28.05.26</a:t>
            </a:fld>
            <a:endParaRPr lang="de-DE"/>
          </a:p>
        </p:txBody>
      </p:sp>
      <p:sp>
        <p:nvSpPr>
          <p:cNvPr id="6" name="Fußzeilenplatzhalter 5">
            <a:extLst>
              <a:ext uri="{FF2B5EF4-FFF2-40B4-BE49-F238E27FC236}">
                <a16:creationId xmlns:a16="http://schemas.microsoft.com/office/drawing/2014/main" id="{8F3192F1-FC77-1B37-30BE-758FA6C71B0C}"/>
              </a:ext>
            </a:extLst>
          </p:cNvPr>
          <p:cNvSpPr>
            <a:spLocks noGrp="1"/>
          </p:cNvSpPr>
          <p:nvPr>
            <p:ph type="ftr" sz="quarter" idx="23"/>
          </p:nvPr>
        </p:nvSpPr>
        <p:spPr/>
        <p:txBody>
          <a:bodyPr/>
          <a:lstStyle/>
          <a:p>
            <a:r>
              <a:rPr lang="de-DE"/>
              <a:t>Hackathon 2026</a:t>
            </a:r>
          </a:p>
        </p:txBody>
      </p:sp>
      <p:sp>
        <p:nvSpPr>
          <p:cNvPr id="12" name="Foliennummernplatzhalter 11">
            <a:extLst>
              <a:ext uri="{FF2B5EF4-FFF2-40B4-BE49-F238E27FC236}">
                <a16:creationId xmlns:a16="http://schemas.microsoft.com/office/drawing/2014/main" id="{831340B0-815E-1EDE-50B1-4579D1161E67}"/>
              </a:ext>
            </a:extLst>
          </p:cNvPr>
          <p:cNvSpPr>
            <a:spLocks noGrp="1"/>
          </p:cNvSpPr>
          <p:nvPr>
            <p:ph type="sldNum" sz="quarter" idx="24"/>
          </p:nvPr>
        </p:nvSpPr>
        <p:spPr/>
        <p:txBody>
          <a:bodyPr/>
          <a:lstStyle>
            <a:lvl1pPr>
              <a:defRPr>
                <a:solidFill>
                  <a:schemeClr val="bg1"/>
                </a:solidFill>
              </a:defRPr>
            </a:lvl1pPr>
          </a:lstStyle>
          <a:p>
            <a:fld id="{75E2EC28-BB56-4A8E-A990-AA8F876D888B}" type="slidenum">
              <a:rPr lang="de-DE" smtClean="0"/>
              <a:pPr/>
              <a:t>‹#›</a:t>
            </a:fld>
            <a:endParaRPr lang="de-DE">
              <a:solidFill>
                <a:schemeClr val="bg1"/>
              </a:solidFill>
            </a:endParaRPr>
          </a:p>
        </p:txBody>
      </p:sp>
      <p:sp>
        <p:nvSpPr>
          <p:cNvPr id="7" name="Textplatzhalter 8">
            <a:extLst>
              <a:ext uri="{FF2B5EF4-FFF2-40B4-BE49-F238E27FC236}">
                <a16:creationId xmlns:a16="http://schemas.microsoft.com/office/drawing/2014/main" id="{32495F43-ABC5-0105-E129-F1C5F95A3645}"/>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8" name="Textplatzhalter 8">
            <a:extLst>
              <a:ext uri="{FF2B5EF4-FFF2-40B4-BE49-F238E27FC236}">
                <a16:creationId xmlns:a16="http://schemas.microsoft.com/office/drawing/2014/main" id="{09F21D61-3F92-9FC7-4878-9F9770ABDEA3}"/>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2"/>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1093593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Zwischenfolie-White_Bild">
    <p:bg>
      <p:bgRef idx="1001">
        <a:schemeClr val="bg2"/>
      </p:bgRef>
    </p:bg>
    <p:spTree>
      <p:nvGrpSpPr>
        <p:cNvPr id="1" name=""/>
        <p:cNvGrpSpPr/>
        <p:nvPr/>
      </p:nvGrpSpPr>
      <p:grpSpPr>
        <a:xfrm>
          <a:off x="0" y="0"/>
          <a:ext cx="0" cy="0"/>
          <a:chOff x="0" y="0"/>
          <a:chExt cx="0" cy="0"/>
        </a:xfrm>
      </p:grpSpPr>
      <p:sp>
        <p:nvSpPr>
          <p:cNvPr id="14" name="Bildplatzhalter 12">
            <a:extLst>
              <a:ext uri="{FF2B5EF4-FFF2-40B4-BE49-F238E27FC236}">
                <a16:creationId xmlns:a16="http://schemas.microsoft.com/office/drawing/2014/main" id="{8DE8EB8A-B8D5-645B-AE00-A1D82E615F24}"/>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3" name="Grafik 12">
            <a:extLst>
              <a:ext uri="{FF2B5EF4-FFF2-40B4-BE49-F238E27FC236}">
                <a16:creationId xmlns:a16="http://schemas.microsoft.com/office/drawing/2014/main" id="{390073C6-8AC6-9B8C-FB8B-F503541BE0B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3" name="Grafik 2">
            <a:extLst>
              <a:ext uri="{FF2B5EF4-FFF2-40B4-BE49-F238E27FC236}">
                <a16:creationId xmlns:a16="http://schemas.microsoft.com/office/drawing/2014/main" id="{4922DEAB-3398-E1DB-E2D5-DB690B3A34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sp>
        <p:nvSpPr>
          <p:cNvPr id="4" name="Datumsplatzhalter 3">
            <a:extLst>
              <a:ext uri="{FF2B5EF4-FFF2-40B4-BE49-F238E27FC236}">
                <a16:creationId xmlns:a16="http://schemas.microsoft.com/office/drawing/2014/main" id="{5A43EABF-3648-9EDF-7FF0-7CEB07A5F634}"/>
              </a:ext>
            </a:extLst>
          </p:cNvPr>
          <p:cNvSpPr>
            <a:spLocks noGrp="1"/>
          </p:cNvSpPr>
          <p:nvPr>
            <p:ph type="dt" sz="half" idx="22"/>
          </p:nvPr>
        </p:nvSpPr>
        <p:spPr/>
        <p:txBody>
          <a:bodyPr/>
          <a:lstStyle/>
          <a:p>
            <a:fld id="{5608D46A-0FAA-4810-B945-98FA20E72105}" type="datetime1">
              <a:rPr lang="de-DE" smtClean="0"/>
              <a:t>28.05.26</a:t>
            </a:fld>
            <a:endParaRPr lang="de-DE"/>
          </a:p>
        </p:txBody>
      </p:sp>
      <p:sp>
        <p:nvSpPr>
          <p:cNvPr id="10" name="Fußzeilenplatzhalter 9">
            <a:extLst>
              <a:ext uri="{FF2B5EF4-FFF2-40B4-BE49-F238E27FC236}">
                <a16:creationId xmlns:a16="http://schemas.microsoft.com/office/drawing/2014/main" id="{93F4B4DE-D349-0FD0-6A25-D0433567F395}"/>
              </a:ext>
            </a:extLst>
          </p:cNvPr>
          <p:cNvSpPr>
            <a:spLocks noGrp="1"/>
          </p:cNvSpPr>
          <p:nvPr>
            <p:ph type="ftr" sz="quarter" idx="23"/>
          </p:nvPr>
        </p:nvSpPr>
        <p:spPr/>
        <p:txBody>
          <a:bodyPr/>
          <a:lstStyle/>
          <a:p>
            <a:r>
              <a:rPr lang="de-DE"/>
              <a:t>Hackathon 2026</a:t>
            </a:r>
          </a:p>
        </p:txBody>
      </p:sp>
      <p:sp>
        <p:nvSpPr>
          <p:cNvPr id="11" name="Foliennummernplatzhalter 10">
            <a:extLst>
              <a:ext uri="{FF2B5EF4-FFF2-40B4-BE49-F238E27FC236}">
                <a16:creationId xmlns:a16="http://schemas.microsoft.com/office/drawing/2014/main" id="{F9070417-CDF0-F3E6-80FC-00DCE4FE7D1C}"/>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6" name="Textplatzhalter 8">
            <a:extLst>
              <a:ext uri="{FF2B5EF4-FFF2-40B4-BE49-F238E27FC236}">
                <a16:creationId xmlns:a16="http://schemas.microsoft.com/office/drawing/2014/main" id="{680208DA-C618-C10E-B175-81CADF80CBAC}"/>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7" name="Textplatzhalter 8">
            <a:extLst>
              <a:ext uri="{FF2B5EF4-FFF2-40B4-BE49-F238E27FC236}">
                <a16:creationId xmlns:a16="http://schemas.microsoft.com/office/drawing/2014/main" id="{D536D905-0A0E-8060-10C9-F9784D3AA077}"/>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84610966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Zwischenfolie-Sand_Bild+Iconbox">
    <p:bg>
      <p:bgRef idx="1001">
        <a:schemeClr val="bg1"/>
      </p:bgRef>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E5C381D0-4E41-20D0-642C-0E42E6BB791E}"/>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4" name="Grafik 13">
            <a:extLst>
              <a:ext uri="{FF2B5EF4-FFF2-40B4-BE49-F238E27FC236}">
                <a16:creationId xmlns:a16="http://schemas.microsoft.com/office/drawing/2014/main" id="{9479A677-3399-D794-8070-C962E8CF1BA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3" name="Grafik 2">
            <a:extLst>
              <a:ext uri="{FF2B5EF4-FFF2-40B4-BE49-F238E27FC236}">
                <a16:creationId xmlns:a16="http://schemas.microsoft.com/office/drawing/2014/main" id="{4922DEAB-3398-E1DB-E2D5-DB690B3A34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pic>
        <p:nvPicPr>
          <p:cNvPr id="10" name="Grafik 9">
            <a:extLst>
              <a:ext uri="{FF2B5EF4-FFF2-40B4-BE49-F238E27FC236}">
                <a16:creationId xmlns:a16="http://schemas.microsoft.com/office/drawing/2014/main" id="{AB309D7A-733B-FD14-7BF3-3364F21109B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16118" y="4870509"/>
            <a:ext cx="1959764" cy="1625541"/>
          </a:xfrm>
          <a:prstGeom prst="rect">
            <a:avLst/>
          </a:prstGeom>
        </p:spPr>
      </p:pic>
      <p:sp>
        <p:nvSpPr>
          <p:cNvPr id="4" name="Datumsplatzhalter 3">
            <a:extLst>
              <a:ext uri="{FF2B5EF4-FFF2-40B4-BE49-F238E27FC236}">
                <a16:creationId xmlns:a16="http://schemas.microsoft.com/office/drawing/2014/main" id="{F302EA4C-1FAB-5E3C-4903-3A7957C2B705}"/>
              </a:ext>
            </a:extLst>
          </p:cNvPr>
          <p:cNvSpPr>
            <a:spLocks noGrp="1"/>
          </p:cNvSpPr>
          <p:nvPr>
            <p:ph type="dt" sz="half" idx="22"/>
          </p:nvPr>
        </p:nvSpPr>
        <p:spPr/>
        <p:txBody>
          <a:bodyPr/>
          <a:lstStyle/>
          <a:p>
            <a:fld id="{D0FC414D-001B-4434-BF10-4BA0780AF131}" type="datetime1">
              <a:rPr lang="de-DE" smtClean="0"/>
              <a:t>28.05.26</a:t>
            </a:fld>
            <a:endParaRPr lang="de-DE"/>
          </a:p>
        </p:txBody>
      </p:sp>
      <p:sp>
        <p:nvSpPr>
          <p:cNvPr id="11" name="Fußzeilenplatzhalter 10">
            <a:extLst>
              <a:ext uri="{FF2B5EF4-FFF2-40B4-BE49-F238E27FC236}">
                <a16:creationId xmlns:a16="http://schemas.microsoft.com/office/drawing/2014/main" id="{926282E2-32E0-9D2B-A389-A9A818454AED}"/>
              </a:ext>
            </a:extLst>
          </p:cNvPr>
          <p:cNvSpPr>
            <a:spLocks noGrp="1"/>
          </p:cNvSpPr>
          <p:nvPr>
            <p:ph type="ftr" sz="quarter" idx="23"/>
          </p:nvPr>
        </p:nvSpPr>
        <p:spPr/>
        <p:txBody>
          <a:bodyPr/>
          <a:lstStyle/>
          <a:p>
            <a:r>
              <a:rPr lang="de-DE"/>
              <a:t>Hackathon 2026</a:t>
            </a:r>
          </a:p>
        </p:txBody>
      </p:sp>
      <p:sp>
        <p:nvSpPr>
          <p:cNvPr id="12" name="Foliennummernplatzhalter 11">
            <a:extLst>
              <a:ext uri="{FF2B5EF4-FFF2-40B4-BE49-F238E27FC236}">
                <a16:creationId xmlns:a16="http://schemas.microsoft.com/office/drawing/2014/main" id="{5B6ADB5B-653B-4B88-9D71-626D3D44151A}"/>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2" name="Textplatzhalter 8">
            <a:extLst>
              <a:ext uri="{FF2B5EF4-FFF2-40B4-BE49-F238E27FC236}">
                <a16:creationId xmlns:a16="http://schemas.microsoft.com/office/drawing/2014/main" id="{4F418AD6-EBB7-0C13-B0F3-4992A3DEA96E}"/>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5" name="Textplatzhalter 8">
            <a:extLst>
              <a:ext uri="{FF2B5EF4-FFF2-40B4-BE49-F238E27FC236}">
                <a16:creationId xmlns:a16="http://schemas.microsoft.com/office/drawing/2014/main" id="{DD881E36-CCDD-5FF9-FAB6-3F35EF80D63A}"/>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67781527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Zwischenfolie-Light-Blue_Bild+Iconbox">
    <p:bg>
      <p:bgPr>
        <a:solidFill>
          <a:schemeClr val="accent2"/>
        </a:solidFill>
        <a:effectLst/>
      </p:bgPr>
    </p:bg>
    <p:spTree>
      <p:nvGrpSpPr>
        <p:cNvPr id="1" name=""/>
        <p:cNvGrpSpPr/>
        <p:nvPr/>
      </p:nvGrpSpPr>
      <p:grpSpPr>
        <a:xfrm>
          <a:off x="0" y="0"/>
          <a:ext cx="0" cy="0"/>
          <a:chOff x="0" y="0"/>
          <a:chExt cx="0" cy="0"/>
        </a:xfrm>
      </p:grpSpPr>
      <p:sp>
        <p:nvSpPr>
          <p:cNvPr id="20" name="Bildplatzhalter 12">
            <a:extLst>
              <a:ext uri="{FF2B5EF4-FFF2-40B4-BE49-F238E27FC236}">
                <a16:creationId xmlns:a16="http://schemas.microsoft.com/office/drawing/2014/main" id="{74ECCF11-7209-2924-5597-FF1A7BDDF78D}"/>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bg1"/>
          </a:solidFill>
        </p:spPr>
        <p:txBody>
          <a:bodyPr/>
          <a:lstStyle/>
          <a:p>
            <a:endParaRPr lang="de-DE"/>
          </a:p>
        </p:txBody>
      </p:sp>
      <p:pic>
        <p:nvPicPr>
          <p:cNvPr id="17" name="Grafik 16">
            <a:extLst>
              <a:ext uri="{FF2B5EF4-FFF2-40B4-BE49-F238E27FC236}">
                <a16:creationId xmlns:a16="http://schemas.microsoft.com/office/drawing/2014/main" id="{32049A52-F0CE-1297-E00D-3C2DE538EA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12" name="Grafik 11">
            <a:extLst>
              <a:ext uri="{FF2B5EF4-FFF2-40B4-BE49-F238E27FC236}">
                <a16:creationId xmlns:a16="http://schemas.microsoft.com/office/drawing/2014/main" id="{6A823E32-1F45-9AAA-1E23-62CDDC2CA79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pic>
        <p:nvPicPr>
          <p:cNvPr id="6" name="Grafik 5">
            <a:extLst>
              <a:ext uri="{FF2B5EF4-FFF2-40B4-BE49-F238E27FC236}">
                <a16:creationId xmlns:a16="http://schemas.microsoft.com/office/drawing/2014/main" id="{3D780135-5767-967D-CF61-83B9F3871E8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16118" y="4870509"/>
            <a:ext cx="1959764" cy="1625541"/>
          </a:xfrm>
          <a:prstGeom prst="rect">
            <a:avLst/>
          </a:prstGeom>
        </p:spPr>
      </p:pic>
      <p:sp>
        <p:nvSpPr>
          <p:cNvPr id="11" name="Datumsplatzhalter 10">
            <a:extLst>
              <a:ext uri="{FF2B5EF4-FFF2-40B4-BE49-F238E27FC236}">
                <a16:creationId xmlns:a16="http://schemas.microsoft.com/office/drawing/2014/main" id="{84DD94DA-2C14-C8BE-C041-F6DD99D974E5}"/>
              </a:ext>
            </a:extLst>
          </p:cNvPr>
          <p:cNvSpPr>
            <a:spLocks noGrp="1"/>
          </p:cNvSpPr>
          <p:nvPr>
            <p:ph type="dt" sz="half" idx="22"/>
          </p:nvPr>
        </p:nvSpPr>
        <p:spPr/>
        <p:txBody>
          <a:bodyPr/>
          <a:lstStyle/>
          <a:p>
            <a:fld id="{59710697-5763-4F35-8C62-B2023231CED4}" type="datetime1">
              <a:rPr lang="de-DE" smtClean="0"/>
              <a:t>28.05.26</a:t>
            </a:fld>
            <a:endParaRPr lang="de-DE"/>
          </a:p>
        </p:txBody>
      </p:sp>
      <p:sp>
        <p:nvSpPr>
          <p:cNvPr id="13" name="Fußzeilenplatzhalter 12">
            <a:extLst>
              <a:ext uri="{FF2B5EF4-FFF2-40B4-BE49-F238E27FC236}">
                <a16:creationId xmlns:a16="http://schemas.microsoft.com/office/drawing/2014/main" id="{B8CF6996-E1F9-3BF5-72EB-E9D4C6CDAB5F}"/>
              </a:ext>
            </a:extLst>
          </p:cNvPr>
          <p:cNvSpPr>
            <a:spLocks noGrp="1"/>
          </p:cNvSpPr>
          <p:nvPr>
            <p:ph type="ftr" sz="quarter" idx="23"/>
          </p:nvPr>
        </p:nvSpPr>
        <p:spPr/>
        <p:txBody>
          <a:bodyPr/>
          <a:lstStyle/>
          <a:p>
            <a:r>
              <a:rPr lang="de-DE"/>
              <a:t>Hackathon 2026</a:t>
            </a:r>
          </a:p>
        </p:txBody>
      </p:sp>
      <p:sp>
        <p:nvSpPr>
          <p:cNvPr id="14" name="Foliennummernplatzhalter 13">
            <a:extLst>
              <a:ext uri="{FF2B5EF4-FFF2-40B4-BE49-F238E27FC236}">
                <a16:creationId xmlns:a16="http://schemas.microsoft.com/office/drawing/2014/main" id="{D2089157-95B6-593E-8E8E-13C44FE6F7EE}"/>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2" name="Textplatzhalter 8">
            <a:extLst>
              <a:ext uri="{FF2B5EF4-FFF2-40B4-BE49-F238E27FC236}">
                <a16:creationId xmlns:a16="http://schemas.microsoft.com/office/drawing/2014/main" id="{D74461C6-B6BB-A88A-FCA7-D15983BA1414}"/>
              </a:ext>
            </a:extLst>
          </p:cNvPr>
          <p:cNvSpPr>
            <a:spLocks noGrp="1"/>
          </p:cNvSpPr>
          <p:nvPr>
            <p:ph type="body" sz="quarter" idx="10" hasCustomPrompt="1"/>
          </p:nvPr>
        </p:nvSpPr>
        <p:spPr>
          <a:xfrm>
            <a:off x="358776" y="2990611"/>
            <a:ext cx="6035350" cy="961802"/>
          </a:xfrm>
          <a:prstGeom prst="rect">
            <a:avLst/>
          </a:prstGeom>
        </p:spPr>
        <p:txBody>
          <a:bodyPr wrap="square" lIns="0" tIns="0" rIns="72000" anchor="t" anchorCtr="0">
            <a:spAutoFit/>
          </a:bodyPr>
          <a:lstStyle>
            <a:lvl1pPr marL="0" indent="0">
              <a:buFontTx/>
              <a:buNone/>
              <a:defRPr sz="6000" b="1" spc="100" baseline="0">
                <a:solidFill>
                  <a:schemeClr val="tx2"/>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3" name="Textplatzhalter 8">
            <a:extLst>
              <a:ext uri="{FF2B5EF4-FFF2-40B4-BE49-F238E27FC236}">
                <a16:creationId xmlns:a16="http://schemas.microsoft.com/office/drawing/2014/main" id="{5B688FFF-DF27-75B2-2892-46E89E92061B}"/>
              </a:ext>
            </a:extLst>
          </p:cNvPr>
          <p:cNvSpPr>
            <a:spLocks noGrp="1"/>
          </p:cNvSpPr>
          <p:nvPr>
            <p:ph type="body" sz="quarter" idx="11" hasCustomPrompt="1"/>
          </p:nvPr>
        </p:nvSpPr>
        <p:spPr>
          <a:xfrm>
            <a:off x="358775" y="2616073"/>
            <a:ext cx="6035351" cy="360767"/>
          </a:xfrm>
          <a:prstGeom prst="rect">
            <a:avLst/>
          </a:prstGeom>
        </p:spPr>
        <p:txBody>
          <a:bodyPr lIns="18000" tIns="0" rIns="0" bIns="72000" anchor="b" anchorCtr="0">
            <a:normAutofit/>
          </a:bodyPr>
          <a:lstStyle>
            <a:lvl1pPr marL="0" indent="0">
              <a:buFontTx/>
              <a:buNone/>
              <a:defRPr sz="1800" b="1" i="0">
                <a:solidFill>
                  <a:schemeClr val="accent1"/>
                </a:solidFill>
                <a:latin typeface="Inter Semi Bold" panose="020B0604020202020204" charset="0"/>
                <a:ea typeface="Inter Semi Bold" panose="020B060402020202020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62903059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Zwischenfolie-Darkblue_Bild+Iconbox">
    <p:bg>
      <p:bgRef idx="1001">
        <a:schemeClr val="bg1"/>
      </p:bgRef>
    </p:bg>
    <p:spTree>
      <p:nvGrpSpPr>
        <p:cNvPr id="1" name=""/>
        <p:cNvGrpSpPr/>
        <p:nvPr/>
      </p:nvGrpSpPr>
      <p:grpSpPr>
        <a:xfrm>
          <a:off x="0" y="0"/>
          <a:ext cx="0" cy="0"/>
          <a:chOff x="0" y="0"/>
          <a:chExt cx="0" cy="0"/>
        </a:xfrm>
      </p:grpSpPr>
      <p:sp>
        <p:nvSpPr>
          <p:cNvPr id="17" name="Bildplatzhalter 12">
            <a:extLst>
              <a:ext uri="{FF2B5EF4-FFF2-40B4-BE49-F238E27FC236}">
                <a16:creationId xmlns:a16="http://schemas.microsoft.com/office/drawing/2014/main" id="{D1253F96-7B52-8AEA-73CA-D775B217A471}"/>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1" name="Grafik 10">
            <a:extLst>
              <a:ext uri="{FF2B5EF4-FFF2-40B4-BE49-F238E27FC236}">
                <a16:creationId xmlns:a16="http://schemas.microsoft.com/office/drawing/2014/main" id="{D84E2170-106F-1978-FE96-A454BEC606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16118" y="4870509"/>
            <a:ext cx="1959764" cy="1625541"/>
          </a:xfrm>
          <a:prstGeom prst="rect">
            <a:avLst/>
          </a:prstGeom>
        </p:spPr>
      </p:pic>
      <p:pic>
        <p:nvPicPr>
          <p:cNvPr id="3" name="Grafik 2">
            <a:extLst>
              <a:ext uri="{FF2B5EF4-FFF2-40B4-BE49-F238E27FC236}">
                <a16:creationId xmlns:a16="http://schemas.microsoft.com/office/drawing/2014/main" id="{26FFD342-4FAD-9EB5-E0A2-D35B215E9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sp>
        <p:nvSpPr>
          <p:cNvPr id="12" name="Datumsplatzhalter 11">
            <a:extLst>
              <a:ext uri="{FF2B5EF4-FFF2-40B4-BE49-F238E27FC236}">
                <a16:creationId xmlns:a16="http://schemas.microsoft.com/office/drawing/2014/main" id="{0200E6E6-0940-3838-B50B-1EE2A420055E}"/>
              </a:ext>
            </a:extLst>
          </p:cNvPr>
          <p:cNvSpPr>
            <a:spLocks noGrp="1"/>
          </p:cNvSpPr>
          <p:nvPr>
            <p:ph type="dt" sz="half" idx="22"/>
          </p:nvPr>
        </p:nvSpPr>
        <p:spPr/>
        <p:txBody>
          <a:bodyPr/>
          <a:lstStyle/>
          <a:p>
            <a:fld id="{9FE095F9-116B-4700-8F5E-3E1E47872E60}" type="datetime1">
              <a:rPr lang="de-DE" smtClean="0"/>
              <a:t>28.05.26</a:t>
            </a:fld>
            <a:endParaRPr lang="de-DE"/>
          </a:p>
        </p:txBody>
      </p:sp>
      <p:sp>
        <p:nvSpPr>
          <p:cNvPr id="13" name="Fußzeilenplatzhalter 12">
            <a:extLst>
              <a:ext uri="{FF2B5EF4-FFF2-40B4-BE49-F238E27FC236}">
                <a16:creationId xmlns:a16="http://schemas.microsoft.com/office/drawing/2014/main" id="{A622257C-3409-5B6D-BFA3-EA9C9D88C8A5}"/>
              </a:ext>
            </a:extLst>
          </p:cNvPr>
          <p:cNvSpPr>
            <a:spLocks noGrp="1"/>
          </p:cNvSpPr>
          <p:nvPr>
            <p:ph type="ftr" sz="quarter" idx="23"/>
          </p:nvPr>
        </p:nvSpPr>
        <p:spPr/>
        <p:txBody>
          <a:bodyPr/>
          <a:lstStyle/>
          <a:p>
            <a:r>
              <a:rPr lang="de-DE"/>
              <a:t>Hackathon 2026</a:t>
            </a:r>
          </a:p>
        </p:txBody>
      </p:sp>
      <p:sp>
        <p:nvSpPr>
          <p:cNvPr id="14" name="Foliennummernplatzhalter 13">
            <a:extLst>
              <a:ext uri="{FF2B5EF4-FFF2-40B4-BE49-F238E27FC236}">
                <a16:creationId xmlns:a16="http://schemas.microsoft.com/office/drawing/2014/main" id="{52E25365-3D42-5182-15FD-C2ABF19584A1}"/>
              </a:ext>
            </a:extLst>
          </p:cNvPr>
          <p:cNvSpPr>
            <a:spLocks noGrp="1"/>
          </p:cNvSpPr>
          <p:nvPr>
            <p:ph type="sldNum" sz="quarter" idx="24"/>
          </p:nvPr>
        </p:nvSpPr>
        <p:spPr/>
        <p:txBody>
          <a:bodyPr/>
          <a:lstStyle>
            <a:lvl1pPr>
              <a:defRPr>
                <a:solidFill>
                  <a:schemeClr val="bg1"/>
                </a:solidFill>
              </a:defRPr>
            </a:lvl1pPr>
          </a:lstStyle>
          <a:p>
            <a:fld id="{75E2EC28-BB56-4A8E-A990-AA8F876D888B}" type="slidenum">
              <a:rPr lang="de-DE" smtClean="0"/>
              <a:pPr/>
              <a:t>‹#›</a:t>
            </a:fld>
            <a:endParaRPr lang="de-DE"/>
          </a:p>
        </p:txBody>
      </p:sp>
      <p:sp>
        <p:nvSpPr>
          <p:cNvPr id="18" name="Textplatzhalter 8">
            <a:extLst>
              <a:ext uri="{FF2B5EF4-FFF2-40B4-BE49-F238E27FC236}">
                <a16:creationId xmlns:a16="http://schemas.microsoft.com/office/drawing/2014/main" id="{4CBEB4E2-301A-8260-1D02-176BD149D715}"/>
              </a:ext>
            </a:extLst>
          </p:cNvPr>
          <p:cNvSpPr>
            <a:spLocks noGrp="1"/>
          </p:cNvSpPr>
          <p:nvPr>
            <p:ph type="body" sz="quarter" idx="10" hasCustomPrompt="1"/>
          </p:nvPr>
        </p:nvSpPr>
        <p:spPr>
          <a:xfrm>
            <a:off x="358775" y="3023144"/>
            <a:ext cx="5737225" cy="772840"/>
          </a:xfrm>
          <a:prstGeom prst="rect">
            <a:avLst/>
          </a:prstGeom>
        </p:spPr>
        <p:txBody>
          <a:bodyPr lIns="0" tIns="0" rIns="0" bIns="0" anchor="t" anchorCtr="0">
            <a:spAutoFit/>
          </a:bodyPr>
          <a:lstStyle>
            <a:lvl1pPr marL="0" indent="0">
              <a:lnSpc>
                <a:spcPct val="93000"/>
              </a:lnSpc>
              <a:buFontTx/>
              <a:buNone/>
              <a:defRPr sz="5400" b="1">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9" name="Textplatzhalter 8">
            <a:extLst>
              <a:ext uri="{FF2B5EF4-FFF2-40B4-BE49-F238E27FC236}">
                <a16:creationId xmlns:a16="http://schemas.microsoft.com/office/drawing/2014/main" id="{662449EB-1491-CF8A-71E5-CC060BD3E815}"/>
              </a:ext>
            </a:extLst>
          </p:cNvPr>
          <p:cNvSpPr>
            <a:spLocks noGrp="1"/>
          </p:cNvSpPr>
          <p:nvPr>
            <p:ph type="body" sz="quarter" idx="11" hasCustomPrompt="1"/>
          </p:nvPr>
        </p:nvSpPr>
        <p:spPr>
          <a:xfrm>
            <a:off x="358775" y="2418965"/>
            <a:ext cx="5737226" cy="517684"/>
          </a:xfrm>
          <a:prstGeom prst="rect">
            <a:avLst/>
          </a:prstGeom>
        </p:spPr>
        <p:txBody>
          <a:bodyPr lIns="18000" tIns="0" rIns="0" bIns="0" anchor="b" anchorCtr="0">
            <a:noAutofit/>
          </a:bodyPr>
          <a:lstStyle>
            <a:lvl1pPr marL="0" indent="0">
              <a:buFontTx/>
              <a:buNone/>
              <a:defRPr sz="1800" b="1" i="0">
                <a:solidFill>
                  <a:schemeClr val="accent2"/>
                </a:solidFill>
                <a:latin typeface="+mj-lt"/>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547715956"/>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Zwischenfolie-White_Bild+Iconbox">
    <p:bg>
      <p:bgPr>
        <a:solidFill>
          <a:schemeClr val="bg2"/>
        </a:solidFill>
        <a:effectLst/>
      </p:bgPr>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E5C381D0-4E41-20D0-642C-0E42E6BB791E}"/>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4" name="Grafik 13">
            <a:extLst>
              <a:ext uri="{FF2B5EF4-FFF2-40B4-BE49-F238E27FC236}">
                <a16:creationId xmlns:a16="http://schemas.microsoft.com/office/drawing/2014/main" id="{9479A677-3399-D794-8070-C962E8CF1BA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3" name="Grafik 2">
            <a:extLst>
              <a:ext uri="{FF2B5EF4-FFF2-40B4-BE49-F238E27FC236}">
                <a16:creationId xmlns:a16="http://schemas.microsoft.com/office/drawing/2014/main" id="{4922DEAB-3398-E1DB-E2D5-DB690B3A34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pic>
        <p:nvPicPr>
          <p:cNvPr id="10" name="Grafik 9">
            <a:extLst>
              <a:ext uri="{FF2B5EF4-FFF2-40B4-BE49-F238E27FC236}">
                <a16:creationId xmlns:a16="http://schemas.microsoft.com/office/drawing/2014/main" id="{AB309D7A-733B-FD14-7BF3-3364F21109B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16118" y="4870509"/>
            <a:ext cx="1959764" cy="1625541"/>
          </a:xfrm>
          <a:prstGeom prst="rect">
            <a:avLst/>
          </a:prstGeom>
        </p:spPr>
      </p:pic>
      <p:sp>
        <p:nvSpPr>
          <p:cNvPr id="4" name="Datumsplatzhalter 3">
            <a:extLst>
              <a:ext uri="{FF2B5EF4-FFF2-40B4-BE49-F238E27FC236}">
                <a16:creationId xmlns:a16="http://schemas.microsoft.com/office/drawing/2014/main" id="{F302EA4C-1FAB-5E3C-4903-3A7957C2B705}"/>
              </a:ext>
            </a:extLst>
          </p:cNvPr>
          <p:cNvSpPr>
            <a:spLocks noGrp="1"/>
          </p:cNvSpPr>
          <p:nvPr>
            <p:ph type="dt" sz="half" idx="22"/>
          </p:nvPr>
        </p:nvSpPr>
        <p:spPr/>
        <p:txBody>
          <a:bodyPr/>
          <a:lstStyle/>
          <a:p>
            <a:fld id="{E0484F26-A717-4982-ABCF-5310A13320E6}" type="datetime1">
              <a:rPr lang="de-DE" smtClean="0"/>
              <a:t>28.05.26</a:t>
            </a:fld>
            <a:endParaRPr lang="de-DE"/>
          </a:p>
        </p:txBody>
      </p:sp>
      <p:sp>
        <p:nvSpPr>
          <p:cNvPr id="11" name="Fußzeilenplatzhalter 10">
            <a:extLst>
              <a:ext uri="{FF2B5EF4-FFF2-40B4-BE49-F238E27FC236}">
                <a16:creationId xmlns:a16="http://schemas.microsoft.com/office/drawing/2014/main" id="{926282E2-32E0-9D2B-A389-A9A818454AED}"/>
              </a:ext>
            </a:extLst>
          </p:cNvPr>
          <p:cNvSpPr>
            <a:spLocks noGrp="1"/>
          </p:cNvSpPr>
          <p:nvPr>
            <p:ph type="ftr" sz="quarter" idx="23"/>
          </p:nvPr>
        </p:nvSpPr>
        <p:spPr/>
        <p:txBody>
          <a:bodyPr/>
          <a:lstStyle/>
          <a:p>
            <a:r>
              <a:rPr lang="de-DE"/>
              <a:t>Hackathon 2026</a:t>
            </a:r>
          </a:p>
        </p:txBody>
      </p:sp>
      <p:sp>
        <p:nvSpPr>
          <p:cNvPr id="12" name="Foliennummernplatzhalter 11">
            <a:extLst>
              <a:ext uri="{FF2B5EF4-FFF2-40B4-BE49-F238E27FC236}">
                <a16:creationId xmlns:a16="http://schemas.microsoft.com/office/drawing/2014/main" id="{5B6ADB5B-653B-4B88-9D71-626D3D44151A}"/>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16" name="Textplatzhalter 8">
            <a:extLst>
              <a:ext uri="{FF2B5EF4-FFF2-40B4-BE49-F238E27FC236}">
                <a16:creationId xmlns:a16="http://schemas.microsoft.com/office/drawing/2014/main" id="{61CDBB9A-1766-A5DB-A8B0-8BD268CB7F3E}"/>
              </a:ext>
            </a:extLst>
          </p:cNvPr>
          <p:cNvSpPr>
            <a:spLocks noGrp="1"/>
          </p:cNvSpPr>
          <p:nvPr>
            <p:ph type="body" sz="quarter" idx="10" hasCustomPrompt="1"/>
          </p:nvPr>
        </p:nvSpPr>
        <p:spPr>
          <a:xfrm>
            <a:off x="358775" y="3023144"/>
            <a:ext cx="5737225" cy="772840"/>
          </a:xfrm>
          <a:prstGeom prst="rect">
            <a:avLst/>
          </a:prstGeom>
        </p:spPr>
        <p:txBody>
          <a:bodyPr lIns="0" tIns="0" rIns="0" bIns="0" anchor="t" anchorCtr="0">
            <a:spAutoFit/>
          </a:bodyPr>
          <a:lstStyle>
            <a:lvl1pPr marL="0" indent="0">
              <a:lnSpc>
                <a:spcPct val="93000"/>
              </a:lnSpc>
              <a:buFontTx/>
              <a:buNone/>
              <a:defRPr sz="5400" b="1">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7" name="Textplatzhalter 8">
            <a:extLst>
              <a:ext uri="{FF2B5EF4-FFF2-40B4-BE49-F238E27FC236}">
                <a16:creationId xmlns:a16="http://schemas.microsoft.com/office/drawing/2014/main" id="{080FFAE9-66E5-A8C1-C7E0-0FE1741D02FE}"/>
              </a:ext>
            </a:extLst>
          </p:cNvPr>
          <p:cNvSpPr>
            <a:spLocks noGrp="1"/>
          </p:cNvSpPr>
          <p:nvPr>
            <p:ph type="body" sz="quarter" idx="11" hasCustomPrompt="1"/>
          </p:nvPr>
        </p:nvSpPr>
        <p:spPr>
          <a:xfrm>
            <a:off x="358775" y="2418965"/>
            <a:ext cx="5737226" cy="517684"/>
          </a:xfrm>
          <a:prstGeom prst="rect">
            <a:avLst/>
          </a:prstGeom>
        </p:spPr>
        <p:txBody>
          <a:bodyPr lIns="18000" tIns="0" rIns="0" bIns="0" anchor="b" anchorCtr="0">
            <a:noAutofit/>
          </a:bodyPr>
          <a:lstStyle>
            <a:lvl1pPr marL="0" indent="0">
              <a:buFontTx/>
              <a:buNone/>
              <a:defRPr sz="2000" b="1" i="0">
                <a:solidFill>
                  <a:schemeClr val="accent1"/>
                </a:solidFill>
                <a:latin typeface="+mj-lt"/>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3193706492"/>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xt-Headline-Sand">
    <p:bg>
      <p:bgRef idx="1001">
        <a:schemeClr val="bg1"/>
      </p:bgRef>
    </p:bg>
    <p:spTree>
      <p:nvGrpSpPr>
        <p:cNvPr id="1" name=""/>
        <p:cNvGrpSpPr/>
        <p:nvPr/>
      </p:nvGrpSpPr>
      <p:grpSpPr>
        <a:xfrm>
          <a:off x="0" y="0"/>
          <a:ext cx="0" cy="0"/>
          <a:chOff x="0" y="0"/>
          <a:chExt cx="0" cy="0"/>
        </a:xfrm>
      </p:grpSpPr>
      <p:sp>
        <p:nvSpPr>
          <p:cNvPr id="2" name="Textplatzhalter 8">
            <a:extLst>
              <a:ext uri="{FF2B5EF4-FFF2-40B4-BE49-F238E27FC236}">
                <a16:creationId xmlns:a16="http://schemas.microsoft.com/office/drawing/2014/main" id="{43F2B8DA-3EF8-6264-4D3C-C4D91EE3766A}"/>
              </a:ext>
            </a:extLst>
          </p:cNvPr>
          <p:cNvSpPr>
            <a:spLocks noGrp="1"/>
          </p:cNvSpPr>
          <p:nvPr>
            <p:ph type="body" sz="quarter" idx="10" hasCustomPrompt="1"/>
          </p:nvPr>
        </p:nvSpPr>
        <p:spPr>
          <a:xfrm>
            <a:off x="1310898" y="2580269"/>
            <a:ext cx="9580940" cy="1708160"/>
          </a:xfrm>
          <a:prstGeom prst="rect">
            <a:avLst/>
          </a:prstGeom>
        </p:spPr>
        <p:txBody>
          <a:bodyPr lIns="0" tIns="0" rIns="0" anchor="t" anchorCtr="0">
            <a:spAutoFit/>
          </a:bodyPr>
          <a:lstStyle>
            <a:lvl1pPr marL="0" indent="0">
              <a:lnSpc>
                <a:spcPct val="100000"/>
              </a:lnSpc>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3" name="Textplatzhalter 8">
            <a:extLst>
              <a:ext uri="{FF2B5EF4-FFF2-40B4-BE49-F238E27FC236}">
                <a16:creationId xmlns:a16="http://schemas.microsoft.com/office/drawing/2014/main" id="{54AC5BAE-1F7A-CAB0-B365-355F18F8A0F0}"/>
              </a:ext>
            </a:extLst>
          </p:cNvPr>
          <p:cNvSpPr>
            <a:spLocks noGrp="1"/>
          </p:cNvSpPr>
          <p:nvPr>
            <p:ph type="body" sz="quarter" idx="16" hasCustomPrompt="1"/>
          </p:nvPr>
        </p:nvSpPr>
        <p:spPr>
          <a:xfrm>
            <a:off x="1310898" y="2164979"/>
            <a:ext cx="9580940" cy="377190"/>
          </a:xfrm>
          <a:prstGeom prst="rect">
            <a:avLst/>
          </a:prstGeom>
        </p:spPr>
        <p:txBody>
          <a:bodyPr lIns="0" tIns="0" rIns="0" anchor="b" anchorCtr="0">
            <a:noAutofit/>
          </a:bodyPr>
          <a:lstStyle>
            <a:lvl1pPr marL="0" indent="0">
              <a:lnSpc>
                <a:spcPct val="100000"/>
              </a:lnSpc>
              <a:buFontTx/>
              <a:buNone/>
              <a:defRPr sz="1600" b="1">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
        <p:nvSpPr>
          <p:cNvPr id="9" name="Datumsplatzhalter 8">
            <a:extLst>
              <a:ext uri="{FF2B5EF4-FFF2-40B4-BE49-F238E27FC236}">
                <a16:creationId xmlns:a16="http://schemas.microsoft.com/office/drawing/2014/main" id="{B580208E-61C9-60C3-EA3D-BAD7799000B0}"/>
              </a:ext>
            </a:extLst>
          </p:cNvPr>
          <p:cNvSpPr>
            <a:spLocks noGrp="1"/>
          </p:cNvSpPr>
          <p:nvPr>
            <p:ph type="dt" sz="half" idx="17"/>
          </p:nvPr>
        </p:nvSpPr>
        <p:spPr/>
        <p:txBody>
          <a:bodyPr/>
          <a:lstStyle/>
          <a:p>
            <a:fld id="{AEC9DD8A-C658-4D37-AA56-B135B8E7F14B}" type="datetime1">
              <a:rPr lang="de-DE" smtClean="0"/>
              <a:t>28.05.26</a:t>
            </a:fld>
            <a:endParaRPr lang="de-DE"/>
          </a:p>
        </p:txBody>
      </p:sp>
      <p:sp>
        <p:nvSpPr>
          <p:cNvPr id="10" name="Fußzeilenplatzhalter 9">
            <a:extLst>
              <a:ext uri="{FF2B5EF4-FFF2-40B4-BE49-F238E27FC236}">
                <a16:creationId xmlns:a16="http://schemas.microsoft.com/office/drawing/2014/main" id="{ED1B75AA-BDBA-E520-9E28-D4E6F360CD1D}"/>
              </a:ext>
            </a:extLst>
          </p:cNvPr>
          <p:cNvSpPr>
            <a:spLocks noGrp="1"/>
          </p:cNvSpPr>
          <p:nvPr>
            <p:ph type="ftr" sz="quarter" idx="18"/>
          </p:nvPr>
        </p:nvSpPr>
        <p:spPr/>
        <p:txBody>
          <a:bodyPr/>
          <a:lstStyle/>
          <a:p>
            <a:r>
              <a:rPr lang="de-DE"/>
              <a:t>Hackathon 2026</a:t>
            </a:r>
          </a:p>
        </p:txBody>
      </p:sp>
      <p:sp>
        <p:nvSpPr>
          <p:cNvPr id="11" name="Foliennummernplatzhalter 10">
            <a:extLst>
              <a:ext uri="{FF2B5EF4-FFF2-40B4-BE49-F238E27FC236}">
                <a16:creationId xmlns:a16="http://schemas.microsoft.com/office/drawing/2014/main" id="{B580D6AE-BECA-AD80-A553-E1FE9743244D}"/>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13" name="Textplatzhalter 15">
            <a:extLst>
              <a:ext uri="{FF2B5EF4-FFF2-40B4-BE49-F238E27FC236}">
                <a16:creationId xmlns:a16="http://schemas.microsoft.com/office/drawing/2014/main" id="{20B09033-41E3-95EB-4AFC-C4802E69FAA5}"/>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4" name="Textplatzhalter 15">
            <a:extLst>
              <a:ext uri="{FF2B5EF4-FFF2-40B4-BE49-F238E27FC236}">
                <a16:creationId xmlns:a16="http://schemas.microsoft.com/office/drawing/2014/main" id="{75156FD3-E4DF-7B83-A9F2-8CD456042CBE}"/>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62022141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ext-Headline-Tech-Blue">
    <p:bg>
      <p:bgPr>
        <a:solidFill>
          <a:schemeClr val="accent1"/>
        </a:solidFill>
        <a:effectLst/>
      </p:bgPr>
    </p:bg>
    <p:spTree>
      <p:nvGrpSpPr>
        <p:cNvPr id="1" name=""/>
        <p:cNvGrpSpPr/>
        <p:nvPr/>
      </p:nvGrpSpPr>
      <p:grpSpPr>
        <a:xfrm>
          <a:off x="0" y="0"/>
          <a:ext cx="0" cy="0"/>
          <a:chOff x="0" y="0"/>
          <a:chExt cx="0" cy="0"/>
        </a:xfrm>
      </p:grpSpPr>
      <p:sp>
        <p:nvSpPr>
          <p:cNvPr id="10" name="Datumsplatzhalter 9">
            <a:extLst>
              <a:ext uri="{FF2B5EF4-FFF2-40B4-BE49-F238E27FC236}">
                <a16:creationId xmlns:a16="http://schemas.microsoft.com/office/drawing/2014/main" id="{076B5172-8BE7-8934-8CA6-CFA7A5621472}"/>
              </a:ext>
            </a:extLst>
          </p:cNvPr>
          <p:cNvSpPr>
            <a:spLocks noGrp="1"/>
          </p:cNvSpPr>
          <p:nvPr>
            <p:ph type="dt" sz="half" idx="17"/>
          </p:nvPr>
        </p:nvSpPr>
        <p:spPr/>
        <p:txBody>
          <a:bodyPr/>
          <a:lstStyle/>
          <a:p>
            <a:fld id="{F35B7673-ED1D-4EE6-915E-E0EA6F833201}" type="datetime1">
              <a:rPr lang="de-DE" smtClean="0"/>
              <a:t>28.05.26</a:t>
            </a:fld>
            <a:endParaRPr lang="de-DE"/>
          </a:p>
        </p:txBody>
      </p:sp>
      <p:sp>
        <p:nvSpPr>
          <p:cNvPr id="11" name="Fußzeilenplatzhalter 10">
            <a:extLst>
              <a:ext uri="{FF2B5EF4-FFF2-40B4-BE49-F238E27FC236}">
                <a16:creationId xmlns:a16="http://schemas.microsoft.com/office/drawing/2014/main" id="{2ABC8C8D-D345-9026-A801-A2F9CB114964}"/>
              </a:ext>
            </a:extLst>
          </p:cNvPr>
          <p:cNvSpPr>
            <a:spLocks noGrp="1"/>
          </p:cNvSpPr>
          <p:nvPr>
            <p:ph type="ftr" sz="quarter" idx="18"/>
          </p:nvPr>
        </p:nvSpPr>
        <p:spPr/>
        <p:txBody>
          <a:bodyPr/>
          <a:lstStyle/>
          <a:p>
            <a:r>
              <a:rPr lang="de-DE"/>
              <a:t>Hackathon 2026</a:t>
            </a:r>
          </a:p>
        </p:txBody>
      </p:sp>
      <p:sp>
        <p:nvSpPr>
          <p:cNvPr id="12" name="Foliennummernplatzhalter 11">
            <a:extLst>
              <a:ext uri="{FF2B5EF4-FFF2-40B4-BE49-F238E27FC236}">
                <a16:creationId xmlns:a16="http://schemas.microsoft.com/office/drawing/2014/main" id="{45FF6075-8D84-07C6-0728-6A3AE7BA0135}"/>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A95B9E48-DEFD-8149-05AC-041C926672BB}"/>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01812C10-FFDA-7776-9BDE-E46DC5A7D438}"/>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8" name="Textplatzhalter 8">
            <a:extLst>
              <a:ext uri="{FF2B5EF4-FFF2-40B4-BE49-F238E27FC236}">
                <a16:creationId xmlns:a16="http://schemas.microsoft.com/office/drawing/2014/main" id="{8395276F-5345-6618-298F-382F77496582}"/>
              </a:ext>
            </a:extLst>
          </p:cNvPr>
          <p:cNvSpPr>
            <a:spLocks noGrp="1"/>
          </p:cNvSpPr>
          <p:nvPr>
            <p:ph type="body" sz="quarter" idx="10" hasCustomPrompt="1"/>
          </p:nvPr>
        </p:nvSpPr>
        <p:spPr>
          <a:xfrm>
            <a:off x="1310898" y="2580269"/>
            <a:ext cx="9580940" cy="1708160"/>
          </a:xfrm>
          <a:prstGeom prst="rect">
            <a:avLst/>
          </a:prstGeom>
        </p:spPr>
        <p:txBody>
          <a:bodyPr lIns="0" tIns="0" rIns="0" anchor="t" anchorCtr="0">
            <a:spAutoFit/>
          </a:bodyPr>
          <a:lstStyle>
            <a:lvl1pPr marL="0" indent="0">
              <a:lnSpc>
                <a:spcPct val="100000"/>
              </a:lnSpc>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9" name="Textplatzhalter 8">
            <a:extLst>
              <a:ext uri="{FF2B5EF4-FFF2-40B4-BE49-F238E27FC236}">
                <a16:creationId xmlns:a16="http://schemas.microsoft.com/office/drawing/2014/main" id="{30260BDD-5B59-C76B-2BD3-9F4CC3E6A148}"/>
              </a:ext>
            </a:extLst>
          </p:cNvPr>
          <p:cNvSpPr>
            <a:spLocks noGrp="1"/>
          </p:cNvSpPr>
          <p:nvPr>
            <p:ph type="body" sz="quarter" idx="16" hasCustomPrompt="1"/>
          </p:nvPr>
        </p:nvSpPr>
        <p:spPr>
          <a:xfrm>
            <a:off x="1310898" y="2164979"/>
            <a:ext cx="9580940" cy="377190"/>
          </a:xfrm>
          <a:prstGeom prst="rect">
            <a:avLst/>
          </a:prstGeom>
        </p:spPr>
        <p:txBody>
          <a:bodyPr lIns="0" tIns="0" rIns="0" anchor="b" anchorCtr="0">
            <a:noAutofit/>
          </a:bodyPr>
          <a:lstStyle>
            <a:lvl1pPr marL="0" indent="0">
              <a:lnSpc>
                <a:spcPct val="100000"/>
              </a:lnSpc>
              <a:buFontTx/>
              <a:buNone/>
              <a:defRPr sz="1600" b="1">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318738549"/>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xt-Headline-Dark-Blue">
    <p:bg>
      <p:bgPr>
        <a:solidFill>
          <a:schemeClr val="bg1"/>
        </a:solidFill>
        <a:effectLst/>
      </p:bgPr>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CCA38080-DE8E-BB71-0463-1612B2EE1B03}"/>
              </a:ext>
            </a:extLst>
          </p:cNvPr>
          <p:cNvSpPr>
            <a:spLocks noGrp="1"/>
          </p:cNvSpPr>
          <p:nvPr>
            <p:ph type="dt" sz="half" idx="17"/>
          </p:nvPr>
        </p:nvSpPr>
        <p:spPr/>
        <p:txBody>
          <a:bodyPr/>
          <a:lstStyle/>
          <a:p>
            <a:fld id="{FB054FD9-B507-4C87-B720-7A3675154FEA}" type="datetime1">
              <a:rPr lang="de-DE" smtClean="0"/>
              <a:t>28.05.26</a:t>
            </a:fld>
            <a:endParaRPr lang="de-DE"/>
          </a:p>
        </p:txBody>
      </p:sp>
      <p:sp>
        <p:nvSpPr>
          <p:cNvPr id="10" name="Fußzeilenplatzhalter 9">
            <a:extLst>
              <a:ext uri="{FF2B5EF4-FFF2-40B4-BE49-F238E27FC236}">
                <a16:creationId xmlns:a16="http://schemas.microsoft.com/office/drawing/2014/main" id="{142786D7-F1E2-8811-96A0-611AA018CECF}"/>
              </a:ext>
            </a:extLst>
          </p:cNvPr>
          <p:cNvSpPr>
            <a:spLocks noGrp="1"/>
          </p:cNvSpPr>
          <p:nvPr>
            <p:ph type="ftr" sz="quarter" idx="18"/>
          </p:nvPr>
        </p:nvSpPr>
        <p:spPr/>
        <p:txBody>
          <a:bodyPr/>
          <a:lstStyle/>
          <a:p>
            <a:r>
              <a:rPr lang="de-DE"/>
              <a:t>Hackathon 2026</a:t>
            </a:r>
          </a:p>
        </p:txBody>
      </p:sp>
      <p:sp>
        <p:nvSpPr>
          <p:cNvPr id="11" name="Foliennummernplatzhalter 10">
            <a:extLst>
              <a:ext uri="{FF2B5EF4-FFF2-40B4-BE49-F238E27FC236}">
                <a16:creationId xmlns:a16="http://schemas.microsoft.com/office/drawing/2014/main" id="{A974D8DD-2281-AB33-4516-861036B2471C}"/>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BCA7E0B7-0782-F7FE-7D7B-005E1A06070B}"/>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EBA818C2-72C2-C9BC-EB3C-9AF49956BB0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8" name="Textplatzhalter 8">
            <a:extLst>
              <a:ext uri="{FF2B5EF4-FFF2-40B4-BE49-F238E27FC236}">
                <a16:creationId xmlns:a16="http://schemas.microsoft.com/office/drawing/2014/main" id="{06111394-CB12-3896-E104-D1E0F84DC6FB}"/>
              </a:ext>
            </a:extLst>
          </p:cNvPr>
          <p:cNvSpPr>
            <a:spLocks noGrp="1"/>
          </p:cNvSpPr>
          <p:nvPr>
            <p:ph type="body" sz="quarter" idx="10" hasCustomPrompt="1"/>
          </p:nvPr>
        </p:nvSpPr>
        <p:spPr>
          <a:xfrm>
            <a:off x="1310898" y="2580269"/>
            <a:ext cx="9580940" cy="1708160"/>
          </a:xfrm>
          <a:prstGeom prst="rect">
            <a:avLst/>
          </a:prstGeom>
        </p:spPr>
        <p:txBody>
          <a:bodyPr lIns="0" tIns="0" rIns="0" anchor="t" anchorCtr="0">
            <a:spAutoFit/>
          </a:bodyPr>
          <a:lstStyle>
            <a:lvl1pPr marL="0" indent="0">
              <a:lnSpc>
                <a:spcPct val="100000"/>
              </a:lnSpc>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12" name="Textplatzhalter 8">
            <a:extLst>
              <a:ext uri="{FF2B5EF4-FFF2-40B4-BE49-F238E27FC236}">
                <a16:creationId xmlns:a16="http://schemas.microsoft.com/office/drawing/2014/main" id="{B86AC2BC-3995-9681-9E20-D75C36B24AC0}"/>
              </a:ext>
            </a:extLst>
          </p:cNvPr>
          <p:cNvSpPr>
            <a:spLocks noGrp="1"/>
          </p:cNvSpPr>
          <p:nvPr>
            <p:ph type="body" sz="quarter" idx="16" hasCustomPrompt="1"/>
          </p:nvPr>
        </p:nvSpPr>
        <p:spPr>
          <a:xfrm>
            <a:off x="1310898" y="2164979"/>
            <a:ext cx="9580940" cy="377190"/>
          </a:xfrm>
          <a:prstGeom prst="rect">
            <a:avLst/>
          </a:prstGeom>
        </p:spPr>
        <p:txBody>
          <a:bodyPr lIns="0" tIns="0" rIns="0" anchor="b" anchorCtr="0">
            <a:noAutofit/>
          </a:bodyPr>
          <a:lstStyle>
            <a:lvl1pPr marL="0" indent="0">
              <a:lnSpc>
                <a:spcPct val="100000"/>
              </a:lnSpc>
              <a:buFontTx/>
              <a:buNone/>
              <a:defRPr sz="1600" b="1">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1760380582"/>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ext-Headline-White">
    <p:bg>
      <p:bgRef idx="1001">
        <a:schemeClr val="bg2"/>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8A640762-0DA8-1F96-CB7D-CADC39F8059A}"/>
              </a:ext>
            </a:extLst>
          </p:cNvPr>
          <p:cNvSpPr>
            <a:spLocks noGrp="1"/>
          </p:cNvSpPr>
          <p:nvPr>
            <p:ph type="dt" sz="half" idx="17"/>
          </p:nvPr>
        </p:nvSpPr>
        <p:spPr/>
        <p:txBody>
          <a:bodyPr/>
          <a:lstStyle/>
          <a:p>
            <a:fld id="{0DC72464-7603-4B59-812A-2544F2470DE1}" type="datetime1">
              <a:rPr lang="de-DE" smtClean="0"/>
              <a:t>28.05.26</a:t>
            </a:fld>
            <a:endParaRPr lang="de-DE"/>
          </a:p>
        </p:txBody>
      </p:sp>
      <p:sp>
        <p:nvSpPr>
          <p:cNvPr id="10" name="Fußzeilenplatzhalter 9">
            <a:extLst>
              <a:ext uri="{FF2B5EF4-FFF2-40B4-BE49-F238E27FC236}">
                <a16:creationId xmlns:a16="http://schemas.microsoft.com/office/drawing/2014/main" id="{E47700EE-B091-B29C-052F-02C70F38C98E}"/>
              </a:ext>
            </a:extLst>
          </p:cNvPr>
          <p:cNvSpPr>
            <a:spLocks noGrp="1"/>
          </p:cNvSpPr>
          <p:nvPr>
            <p:ph type="ftr" sz="quarter" idx="18"/>
          </p:nvPr>
        </p:nvSpPr>
        <p:spPr/>
        <p:txBody>
          <a:bodyPr/>
          <a:lstStyle/>
          <a:p>
            <a:r>
              <a:rPr lang="de-DE"/>
              <a:t>Hackathon 2026</a:t>
            </a:r>
          </a:p>
        </p:txBody>
      </p:sp>
      <p:sp>
        <p:nvSpPr>
          <p:cNvPr id="11" name="Foliennummernplatzhalter 10">
            <a:extLst>
              <a:ext uri="{FF2B5EF4-FFF2-40B4-BE49-F238E27FC236}">
                <a16:creationId xmlns:a16="http://schemas.microsoft.com/office/drawing/2014/main" id="{59FDCF31-29F3-FF5C-CE53-BB785612AE01}"/>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6" name="Textplatzhalter 8">
            <a:extLst>
              <a:ext uri="{FF2B5EF4-FFF2-40B4-BE49-F238E27FC236}">
                <a16:creationId xmlns:a16="http://schemas.microsoft.com/office/drawing/2014/main" id="{8317BF21-FAE7-3916-EFF4-0372D50CE2E7}"/>
              </a:ext>
            </a:extLst>
          </p:cNvPr>
          <p:cNvSpPr>
            <a:spLocks noGrp="1"/>
          </p:cNvSpPr>
          <p:nvPr>
            <p:ph type="body" sz="quarter" idx="10" hasCustomPrompt="1"/>
          </p:nvPr>
        </p:nvSpPr>
        <p:spPr>
          <a:xfrm>
            <a:off x="1310898" y="2580269"/>
            <a:ext cx="9580940" cy="1708160"/>
          </a:xfrm>
          <a:prstGeom prst="rect">
            <a:avLst/>
          </a:prstGeom>
        </p:spPr>
        <p:txBody>
          <a:bodyPr lIns="0" tIns="0" rIns="0" anchor="t" anchorCtr="0">
            <a:spAutoFit/>
          </a:bodyPr>
          <a:lstStyle>
            <a:lvl1pPr marL="0" indent="0">
              <a:lnSpc>
                <a:spcPct val="100000"/>
              </a:lnSpc>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7" name="Textplatzhalter 8">
            <a:extLst>
              <a:ext uri="{FF2B5EF4-FFF2-40B4-BE49-F238E27FC236}">
                <a16:creationId xmlns:a16="http://schemas.microsoft.com/office/drawing/2014/main" id="{F206E95D-E881-A960-094C-B9C99E3C1E2A}"/>
              </a:ext>
            </a:extLst>
          </p:cNvPr>
          <p:cNvSpPr>
            <a:spLocks noGrp="1"/>
          </p:cNvSpPr>
          <p:nvPr>
            <p:ph type="body" sz="quarter" idx="16" hasCustomPrompt="1"/>
          </p:nvPr>
        </p:nvSpPr>
        <p:spPr>
          <a:xfrm>
            <a:off x="1310898" y="2164979"/>
            <a:ext cx="9580940" cy="377190"/>
          </a:xfrm>
          <a:prstGeom prst="rect">
            <a:avLst/>
          </a:prstGeom>
        </p:spPr>
        <p:txBody>
          <a:bodyPr lIns="0" tIns="0" rIns="0" anchor="b" anchorCtr="0">
            <a:noAutofit/>
          </a:bodyPr>
          <a:lstStyle>
            <a:lvl1pPr marL="0" indent="0">
              <a:lnSpc>
                <a:spcPct val="100000"/>
              </a:lnSpc>
              <a:buFontTx/>
              <a:buNone/>
              <a:defRPr sz="1600" b="1">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
        <p:nvSpPr>
          <p:cNvPr id="8" name="Textplatzhalter 15">
            <a:extLst>
              <a:ext uri="{FF2B5EF4-FFF2-40B4-BE49-F238E27FC236}">
                <a16:creationId xmlns:a16="http://schemas.microsoft.com/office/drawing/2014/main" id="{5C27B47E-AF00-56AF-32CF-978F42DEE9B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2" name="Textplatzhalter 15">
            <a:extLst>
              <a:ext uri="{FF2B5EF4-FFF2-40B4-BE49-F238E27FC236}">
                <a16:creationId xmlns:a16="http://schemas.microsoft.com/office/drawing/2014/main" id="{95107AD4-5FC1-93F5-9730-16D02EE4E002}"/>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33304872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ext-Headline-forms">
    <p:bg>
      <p:bgRef idx="1001">
        <a:schemeClr val="bg1"/>
      </p:bgRef>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2BD7373-2016-D431-F999-1900202B16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61737" y="2439168"/>
            <a:ext cx="11530263" cy="4418832"/>
          </a:xfrm>
          <a:prstGeom prst="rect">
            <a:avLst/>
          </a:prstGeom>
        </p:spPr>
      </p:pic>
      <p:pic>
        <p:nvPicPr>
          <p:cNvPr id="10" name="Grafik 9">
            <a:extLst>
              <a:ext uri="{FF2B5EF4-FFF2-40B4-BE49-F238E27FC236}">
                <a16:creationId xmlns:a16="http://schemas.microsoft.com/office/drawing/2014/main" id="{924F4399-842C-3350-2146-8DD460DA52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35717" y="-12032"/>
            <a:ext cx="3156284" cy="3390084"/>
          </a:xfrm>
          <a:prstGeom prst="rect">
            <a:avLst/>
          </a:prstGeom>
        </p:spPr>
      </p:pic>
      <p:sp>
        <p:nvSpPr>
          <p:cNvPr id="11" name="Datumsplatzhalter 10">
            <a:extLst>
              <a:ext uri="{FF2B5EF4-FFF2-40B4-BE49-F238E27FC236}">
                <a16:creationId xmlns:a16="http://schemas.microsoft.com/office/drawing/2014/main" id="{A15B3582-FF1A-E368-E161-1BCDE4CFFB91}"/>
              </a:ext>
            </a:extLst>
          </p:cNvPr>
          <p:cNvSpPr>
            <a:spLocks noGrp="1"/>
          </p:cNvSpPr>
          <p:nvPr>
            <p:ph type="dt" sz="half" idx="17"/>
          </p:nvPr>
        </p:nvSpPr>
        <p:spPr/>
        <p:txBody>
          <a:bodyPr/>
          <a:lstStyle/>
          <a:p>
            <a:fld id="{4AAB0095-EFBE-4143-8526-08CBF10BD00D}" type="datetime1">
              <a:rPr lang="de-DE" smtClean="0"/>
              <a:t>28.05.26</a:t>
            </a:fld>
            <a:endParaRPr lang="de-DE"/>
          </a:p>
        </p:txBody>
      </p:sp>
      <p:sp>
        <p:nvSpPr>
          <p:cNvPr id="12" name="Fußzeilenplatzhalter 11">
            <a:extLst>
              <a:ext uri="{FF2B5EF4-FFF2-40B4-BE49-F238E27FC236}">
                <a16:creationId xmlns:a16="http://schemas.microsoft.com/office/drawing/2014/main" id="{4EAB1CC6-C168-0242-B004-4DD82988DB4B}"/>
              </a:ext>
            </a:extLst>
          </p:cNvPr>
          <p:cNvSpPr>
            <a:spLocks noGrp="1"/>
          </p:cNvSpPr>
          <p:nvPr>
            <p:ph type="ftr" sz="quarter" idx="18"/>
          </p:nvPr>
        </p:nvSpPr>
        <p:spPr/>
        <p:txBody>
          <a:bodyPr/>
          <a:lstStyle/>
          <a:p>
            <a:r>
              <a:rPr lang="de-DE"/>
              <a:t>Hackathon 2026</a:t>
            </a:r>
          </a:p>
        </p:txBody>
      </p:sp>
      <p:sp>
        <p:nvSpPr>
          <p:cNvPr id="13" name="Foliennummernplatzhalter 12">
            <a:extLst>
              <a:ext uri="{FF2B5EF4-FFF2-40B4-BE49-F238E27FC236}">
                <a16:creationId xmlns:a16="http://schemas.microsoft.com/office/drawing/2014/main" id="{1A1B3A51-03FC-70E6-FCD3-168B15C6F977}"/>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3809BC10-0C05-27A3-7F9F-E4D7A29C52A6}"/>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B665D1F3-9AEB-29F1-3282-EA1D5F2DFA5D}"/>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9" name="Textplatzhalter 8">
            <a:extLst>
              <a:ext uri="{FF2B5EF4-FFF2-40B4-BE49-F238E27FC236}">
                <a16:creationId xmlns:a16="http://schemas.microsoft.com/office/drawing/2014/main" id="{DD1BBE7A-D621-FAAB-D68A-18EDF0399C1D}"/>
              </a:ext>
            </a:extLst>
          </p:cNvPr>
          <p:cNvSpPr>
            <a:spLocks noGrp="1"/>
          </p:cNvSpPr>
          <p:nvPr>
            <p:ph type="body" sz="quarter" idx="10" hasCustomPrompt="1"/>
          </p:nvPr>
        </p:nvSpPr>
        <p:spPr>
          <a:xfrm>
            <a:off x="1310898" y="2580269"/>
            <a:ext cx="9580940" cy="1708160"/>
          </a:xfrm>
          <a:prstGeom prst="rect">
            <a:avLst/>
          </a:prstGeom>
        </p:spPr>
        <p:txBody>
          <a:bodyPr lIns="0" tIns="0" rIns="0" anchor="t" anchorCtr="0">
            <a:spAutoFit/>
          </a:bodyPr>
          <a:lstStyle>
            <a:lvl1pPr marL="0" indent="0">
              <a:lnSpc>
                <a:spcPct val="100000"/>
              </a:lnSpc>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14" name="Textplatzhalter 8">
            <a:extLst>
              <a:ext uri="{FF2B5EF4-FFF2-40B4-BE49-F238E27FC236}">
                <a16:creationId xmlns:a16="http://schemas.microsoft.com/office/drawing/2014/main" id="{236F65D8-13C7-B41E-4BCA-4FC2E2B68D8E}"/>
              </a:ext>
            </a:extLst>
          </p:cNvPr>
          <p:cNvSpPr>
            <a:spLocks noGrp="1"/>
          </p:cNvSpPr>
          <p:nvPr>
            <p:ph type="body" sz="quarter" idx="16" hasCustomPrompt="1"/>
          </p:nvPr>
        </p:nvSpPr>
        <p:spPr>
          <a:xfrm>
            <a:off x="1310898" y="2164979"/>
            <a:ext cx="9580940" cy="377190"/>
          </a:xfrm>
          <a:prstGeom prst="rect">
            <a:avLst/>
          </a:prstGeom>
        </p:spPr>
        <p:txBody>
          <a:bodyPr lIns="0" tIns="0" rIns="0" anchor="b" anchorCtr="0">
            <a:noAutofit/>
          </a:bodyPr>
          <a:lstStyle>
            <a:lvl1pPr marL="0" indent="0">
              <a:lnSpc>
                <a:spcPct val="100000"/>
              </a:lnSpc>
              <a:buFontTx/>
              <a:buNone/>
              <a:defRPr sz="1600" b="1">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416040517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ext-Intro">
    <p:bg>
      <p:bgRef idx="1001">
        <a:schemeClr val="bg1"/>
      </p:bgRef>
    </p:bg>
    <p:spTree>
      <p:nvGrpSpPr>
        <p:cNvPr id="1" name=""/>
        <p:cNvGrpSpPr/>
        <p:nvPr/>
      </p:nvGrpSpPr>
      <p:grpSpPr>
        <a:xfrm>
          <a:off x="0" y="0"/>
          <a:ext cx="0" cy="0"/>
          <a:chOff x="0" y="0"/>
          <a:chExt cx="0" cy="0"/>
        </a:xfrm>
      </p:grpSpPr>
      <p:sp>
        <p:nvSpPr>
          <p:cNvPr id="18" name="Textplatzhalter 8">
            <a:extLst>
              <a:ext uri="{FF2B5EF4-FFF2-40B4-BE49-F238E27FC236}">
                <a16:creationId xmlns:a16="http://schemas.microsoft.com/office/drawing/2014/main" id="{9D019004-F9B0-7BCA-E6C8-E2FB022D6354}"/>
              </a:ext>
            </a:extLst>
          </p:cNvPr>
          <p:cNvSpPr>
            <a:spLocks noGrp="1"/>
          </p:cNvSpPr>
          <p:nvPr>
            <p:ph type="body" sz="quarter" idx="10" hasCustomPrompt="1"/>
          </p:nvPr>
        </p:nvSpPr>
        <p:spPr>
          <a:xfrm>
            <a:off x="1285875" y="1628775"/>
            <a:ext cx="9609138" cy="1588311"/>
          </a:xfrm>
          <a:prstGeom prst="rect">
            <a:avLst/>
          </a:prstGeom>
        </p:spPr>
        <p:txBody>
          <a:bodyPr lIns="0" tIns="0" rIns="0" bIns="0" anchor="b" anchorCtr="0">
            <a:noAutofit/>
          </a:bodyPr>
          <a:lstStyle>
            <a:lvl1pPr marL="0" indent="0">
              <a:buFontTx/>
              <a:buNone/>
              <a:defRPr sz="3600" b="1" spc="100" baseline="0">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21" name="Textplatzhalter 8">
            <a:extLst>
              <a:ext uri="{FF2B5EF4-FFF2-40B4-BE49-F238E27FC236}">
                <a16:creationId xmlns:a16="http://schemas.microsoft.com/office/drawing/2014/main" id="{B8209D03-2372-2373-20B0-779E3A41D17C}"/>
              </a:ext>
            </a:extLst>
          </p:cNvPr>
          <p:cNvSpPr>
            <a:spLocks noGrp="1"/>
          </p:cNvSpPr>
          <p:nvPr>
            <p:ph type="body" sz="quarter" idx="16" hasCustomPrompt="1"/>
          </p:nvPr>
        </p:nvSpPr>
        <p:spPr>
          <a:xfrm>
            <a:off x="1285875" y="3429000"/>
            <a:ext cx="9609138" cy="1038554"/>
          </a:xfrm>
          <a:prstGeom prst="rect">
            <a:avLst/>
          </a:prstGeom>
        </p:spPr>
        <p:txBody>
          <a:bodyPr lIns="0" tIns="0" rIns="0" anchor="t" anchorCtr="0">
            <a:spAutoFit/>
          </a:bodyPr>
          <a:lstStyle>
            <a:lvl1pPr marL="0" indent="0">
              <a:lnSpc>
                <a:spcPct val="110000"/>
              </a:lnSpc>
              <a:spcBef>
                <a:spcPts val="1000"/>
              </a:spcBef>
              <a:buFontTx/>
              <a:buNone/>
              <a:defRPr sz="20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5" name="Datumsplatzhalter 4">
            <a:extLst>
              <a:ext uri="{FF2B5EF4-FFF2-40B4-BE49-F238E27FC236}">
                <a16:creationId xmlns:a16="http://schemas.microsoft.com/office/drawing/2014/main" id="{20D1A255-C3A4-EFBD-0BCF-58BDBE46A3DA}"/>
              </a:ext>
            </a:extLst>
          </p:cNvPr>
          <p:cNvSpPr>
            <a:spLocks noGrp="1"/>
          </p:cNvSpPr>
          <p:nvPr>
            <p:ph type="dt" sz="half" idx="17"/>
          </p:nvPr>
        </p:nvSpPr>
        <p:spPr/>
        <p:txBody>
          <a:bodyPr/>
          <a:lstStyle/>
          <a:p>
            <a:fld id="{3D3EB799-519E-4E9E-8E0F-5DED330C7A86}" type="datetime1">
              <a:rPr lang="de-DE" smtClean="0"/>
              <a:t>28.05.26</a:t>
            </a:fld>
            <a:endParaRPr lang="de-DE"/>
          </a:p>
        </p:txBody>
      </p:sp>
      <p:sp>
        <p:nvSpPr>
          <p:cNvPr id="6" name="Fußzeilenplatzhalter 5">
            <a:extLst>
              <a:ext uri="{FF2B5EF4-FFF2-40B4-BE49-F238E27FC236}">
                <a16:creationId xmlns:a16="http://schemas.microsoft.com/office/drawing/2014/main" id="{DFBAF49B-03CA-04C5-CC36-38E8A91C5701}"/>
              </a:ext>
            </a:extLst>
          </p:cNvPr>
          <p:cNvSpPr>
            <a:spLocks noGrp="1"/>
          </p:cNvSpPr>
          <p:nvPr>
            <p:ph type="ftr" sz="quarter" idx="18"/>
          </p:nvPr>
        </p:nvSpPr>
        <p:spPr/>
        <p:txBody>
          <a:bodyPr/>
          <a:lstStyle/>
          <a:p>
            <a:r>
              <a:rPr lang="de-DE"/>
              <a:t>Hackathon 2026</a:t>
            </a:r>
          </a:p>
        </p:txBody>
      </p:sp>
      <p:sp>
        <p:nvSpPr>
          <p:cNvPr id="7" name="Foliennummernplatzhalter 6">
            <a:extLst>
              <a:ext uri="{FF2B5EF4-FFF2-40B4-BE49-F238E27FC236}">
                <a16:creationId xmlns:a16="http://schemas.microsoft.com/office/drawing/2014/main" id="{6319A560-4519-BA68-FB27-78C12D0DAED9}"/>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9" name="Textplatzhalter 15">
            <a:extLst>
              <a:ext uri="{FF2B5EF4-FFF2-40B4-BE49-F238E27FC236}">
                <a16:creationId xmlns:a16="http://schemas.microsoft.com/office/drawing/2014/main" id="{28698D4E-E555-2CBF-250A-227384EAFD67}"/>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0" name="Textplatzhalter 15">
            <a:extLst>
              <a:ext uri="{FF2B5EF4-FFF2-40B4-BE49-F238E27FC236}">
                <a16:creationId xmlns:a16="http://schemas.microsoft.com/office/drawing/2014/main" id="{59C5384C-6439-F40E-BB8D-6D6C2D79EC99}"/>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89563991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ext-1Col-Bullets">
    <p:bg>
      <p:bgRef idx="1001">
        <a:schemeClr val="bg1"/>
      </p:bgRef>
    </p:bg>
    <p:spTree>
      <p:nvGrpSpPr>
        <p:cNvPr id="1" name=""/>
        <p:cNvGrpSpPr/>
        <p:nvPr/>
      </p:nvGrpSpPr>
      <p:grpSpPr>
        <a:xfrm>
          <a:off x="0" y="0"/>
          <a:ext cx="0" cy="0"/>
          <a:chOff x="0" y="0"/>
          <a:chExt cx="0" cy="0"/>
        </a:xfrm>
      </p:grpSpPr>
      <p:sp>
        <p:nvSpPr>
          <p:cNvPr id="4" name="Textplatzhalter 8">
            <a:extLst>
              <a:ext uri="{FF2B5EF4-FFF2-40B4-BE49-F238E27FC236}">
                <a16:creationId xmlns:a16="http://schemas.microsoft.com/office/drawing/2014/main" id="{9D31FC43-A442-3831-87EE-0DDEA36F3602}"/>
              </a:ext>
            </a:extLst>
          </p:cNvPr>
          <p:cNvSpPr>
            <a:spLocks noGrp="1"/>
          </p:cNvSpPr>
          <p:nvPr>
            <p:ph type="body" sz="quarter" idx="10" hasCustomPrompt="1"/>
          </p:nvPr>
        </p:nvSpPr>
        <p:spPr>
          <a:xfrm>
            <a:off x="1295400" y="1268413"/>
            <a:ext cx="9596438" cy="4865687"/>
          </a:xfrm>
          <a:prstGeom prst="rect">
            <a:avLst/>
          </a:prstGeom>
        </p:spPr>
        <p:txBody>
          <a:bodyPr lIns="0" tIns="0" rIns="0" b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2"/>
                    </a:ext>
                  </a:extLst>
                </a:blip>
              </a:buBlip>
              <a:tabLst/>
              <a:defRPr sz="20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8" name="Datumsplatzhalter 7">
            <a:extLst>
              <a:ext uri="{FF2B5EF4-FFF2-40B4-BE49-F238E27FC236}">
                <a16:creationId xmlns:a16="http://schemas.microsoft.com/office/drawing/2014/main" id="{E82B7DDC-5E4B-E2EA-99D5-BB872719C0C7}"/>
              </a:ext>
            </a:extLst>
          </p:cNvPr>
          <p:cNvSpPr>
            <a:spLocks noGrp="1"/>
          </p:cNvSpPr>
          <p:nvPr>
            <p:ph type="dt" sz="half" idx="16"/>
          </p:nvPr>
        </p:nvSpPr>
        <p:spPr/>
        <p:txBody>
          <a:bodyPr/>
          <a:lstStyle/>
          <a:p>
            <a:fld id="{598E77D8-DF17-40F8-AD6E-9E291CDF3D6A}" type="datetime1">
              <a:rPr lang="de-DE" smtClean="0"/>
              <a:t>28.05.26</a:t>
            </a:fld>
            <a:endParaRPr lang="de-DE"/>
          </a:p>
        </p:txBody>
      </p:sp>
      <p:sp>
        <p:nvSpPr>
          <p:cNvPr id="9" name="Fußzeilenplatzhalter 8">
            <a:extLst>
              <a:ext uri="{FF2B5EF4-FFF2-40B4-BE49-F238E27FC236}">
                <a16:creationId xmlns:a16="http://schemas.microsoft.com/office/drawing/2014/main" id="{1C235B3D-6238-4FAA-E5D4-B0A6175C659C}"/>
              </a:ext>
            </a:extLst>
          </p:cNvPr>
          <p:cNvSpPr>
            <a:spLocks noGrp="1"/>
          </p:cNvSpPr>
          <p:nvPr>
            <p:ph type="ftr" sz="quarter" idx="17"/>
          </p:nvPr>
        </p:nvSpPr>
        <p:spPr/>
        <p:txBody>
          <a:bodyPr/>
          <a:lstStyle/>
          <a:p>
            <a:r>
              <a:rPr lang="de-DE"/>
              <a:t>Hackathon 2026</a:t>
            </a:r>
          </a:p>
        </p:txBody>
      </p:sp>
      <p:sp>
        <p:nvSpPr>
          <p:cNvPr id="10" name="Foliennummernplatzhalter 9">
            <a:extLst>
              <a:ext uri="{FF2B5EF4-FFF2-40B4-BE49-F238E27FC236}">
                <a16:creationId xmlns:a16="http://schemas.microsoft.com/office/drawing/2014/main" id="{F44075C5-5A43-2F0E-87B1-8259BA9C2E32}"/>
              </a:ext>
            </a:extLst>
          </p:cNvPr>
          <p:cNvSpPr>
            <a:spLocks noGrp="1"/>
          </p:cNvSpPr>
          <p:nvPr>
            <p:ph type="sldNum" sz="quarter" idx="18"/>
          </p:nvPr>
        </p:nvSpPr>
        <p:spPr/>
        <p:txBody>
          <a:bodyPr/>
          <a:lstStyle/>
          <a:p>
            <a:fld id="{75E2EC28-BB56-4A8E-A990-AA8F876D888B}" type="slidenum">
              <a:rPr lang="de-DE" smtClean="0"/>
              <a:pPr/>
              <a:t>‹#›</a:t>
            </a:fld>
            <a:endParaRPr lang="de-DE"/>
          </a:p>
        </p:txBody>
      </p:sp>
      <p:sp>
        <p:nvSpPr>
          <p:cNvPr id="5" name="Textplatzhalter 15">
            <a:extLst>
              <a:ext uri="{FF2B5EF4-FFF2-40B4-BE49-F238E27FC236}">
                <a16:creationId xmlns:a16="http://schemas.microsoft.com/office/drawing/2014/main" id="{E61E32C8-1421-6057-F510-1D3EBF10C020}"/>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245DDF42-0CB3-75B7-CA37-091B7B4FCBB7}"/>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95365368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ext_1Col_bulest-with-forms">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AC8ABCB-7429-2DD3-9966-782B17E7C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56758" y="0"/>
            <a:ext cx="3445290" cy="6858000"/>
          </a:xfrm>
          <a:prstGeom prst="rect">
            <a:avLst/>
          </a:prstGeom>
        </p:spPr>
      </p:pic>
      <p:sp>
        <p:nvSpPr>
          <p:cNvPr id="4" name="Textplatzhalter 8">
            <a:extLst>
              <a:ext uri="{FF2B5EF4-FFF2-40B4-BE49-F238E27FC236}">
                <a16:creationId xmlns:a16="http://schemas.microsoft.com/office/drawing/2014/main" id="{9D31FC43-A442-3831-87EE-0DDEA36F3602}"/>
              </a:ext>
            </a:extLst>
          </p:cNvPr>
          <p:cNvSpPr>
            <a:spLocks noGrp="1"/>
          </p:cNvSpPr>
          <p:nvPr>
            <p:ph type="body" sz="quarter" idx="10" hasCustomPrompt="1"/>
          </p:nvPr>
        </p:nvSpPr>
        <p:spPr>
          <a:xfrm>
            <a:off x="370584" y="1268413"/>
            <a:ext cx="7993927" cy="4869877"/>
          </a:xfrm>
          <a:prstGeom prst="rect">
            <a:avLst/>
          </a:prstGeom>
        </p:spPr>
        <p:txBody>
          <a:bodyPr lIns="0" tIns="0" r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3"/>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9" name="Datumsplatzhalter 8">
            <a:extLst>
              <a:ext uri="{FF2B5EF4-FFF2-40B4-BE49-F238E27FC236}">
                <a16:creationId xmlns:a16="http://schemas.microsoft.com/office/drawing/2014/main" id="{9456599B-6F9F-38C6-30A5-C1EC21539A65}"/>
              </a:ext>
            </a:extLst>
          </p:cNvPr>
          <p:cNvSpPr>
            <a:spLocks noGrp="1"/>
          </p:cNvSpPr>
          <p:nvPr>
            <p:ph type="dt" sz="half" idx="16"/>
          </p:nvPr>
        </p:nvSpPr>
        <p:spPr/>
        <p:txBody>
          <a:bodyPr/>
          <a:lstStyle/>
          <a:p>
            <a:fld id="{267A041E-A1F3-44CF-AFF1-C367DAF6BEE7}" type="datetime1">
              <a:rPr lang="de-DE" smtClean="0"/>
              <a:t>28.05.26</a:t>
            </a:fld>
            <a:endParaRPr lang="de-DE"/>
          </a:p>
        </p:txBody>
      </p:sp>
      <p:sp>
        <p:nvSpPr>
          <p:cNvPr id="10" name="Fußzeilenplatzhalter 9">
            <a:extLst>
              <a:ext uri="{FF2B5EF4-FFF2-40B4-BE49-F238E27FC236}">
                <a16:creationId xmlns:a16="http://schemas.microsoft.com/office/drawing/2014/main" id="{CC6AA140-6C7D-C361-2526-52EC148A9E89}"/>
              </a:ext>
            </a:extLst>
          </p:cNvPr>
          <p:cNvSpPr>
            <a:spLocks noGrp="1"/>
          </p:cNvSpPr>
          <p:nvPr>
            <p:ph type="ftr" sz="quarter" idx="17"/>
          </p:nvPr>
        </p:nvSpPr>
        <p:spPr/>
        <p:txBody>
          <a:bodyPr/>
          <a:lstStyle/>
          <a:p>
            <a:r>
              <a:rPr lang="de-DE"/>
              <a:t>Hackathon 2026</a:t>
            </a:r>
          </a:p>
        </p:txBody>
      </p:sp>
      <p:sp>
        <p:nvSpPr>
          <p:cNvPr id="11" name="Foliennummernplatzhalter 10">
            <a:extLst>
              <a:ext uri="{FF2B5EF4-FFF2-40B4-BE49-F238E27FC236}">
                <a16:creationId xmlns:a16="http://schemas.microsoft.com/office/drawing/2014/main" id="{D80CB2A1-E082-9890-81D3-C2195B0660D6}"/>
              </a:ext>
            </a:extLst>
          </p:cNvPr>
          <p:cNvSpPr>
            <a:spLocks noGrp="1"/>
          </p:cNvSpPr>
          <p:nvPr>
            <p:ph type="sldNum" sz="quarter" idx="18"/>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E122AC34-2251-2C5A-B66C-DDCE027C75EA}"/>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F4B6A5ED-9C8E-41DB-3E00-5482CD623505}"/>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66442743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ext_1Col_bulest-with-picture">
    <p:bg>
      <p:bgRef idx="1001">
        <a:schemeClr val="bg1"/>
      </p:bgRef>
    </p:bg>
    <p:spTree>
      <p:nvGrpSpPr>
        <p:cNvPr id="1" name=""/>
        <p:cNvGrpSpPr/>
        <p:nvPr/>
      </p:nvGrpSpPr>
      <p:grpSpPr>
        <a:xfrm>
          <a:off x="0" y="0"/>
          <a:ext cx="0" cy="0"/>
          <a:chOff x="0" y="0"/>
          <a:chExt cx="0" cy="0"/>
        </a:xfrm>
      </p:grpSpPr>
      <p:sp>
        <p:nvSpPr>
          <p:cNvPr id="4" name="Textplatzhalter 8">
            <a:extLst>
              <a:ext uri="{FF2B5EF4-FFF2-40B4-BE49-F238E27FC236}">
                <a16:creationId xmlns:a16="http://schemas.microsoft.com/office/drawing/2014/main" id="{9D31FC43-A442-3831-87EE-0DDEA36F3602}"/>
              </a:ext>
            </a:extLst>
          </p:cNvPr>
          <p:cNvSpPr>
            <a:spLocks noGrp="1"/>
          </p:cNvSpPr>
          <p:nvPr>
            <p:ph type="body" sz="quarter" idx="10" hasCustomPrompt="1"/>
          </p:nvPr>
        </p:nvSpPr>
        <p:spPr>
          <a:xfrm>
            <a:off x="370585" y="1628775"/>
            <a:ext cx="7057349" cy="4509515"/>
          </a:xfrm>
          <a:prstGeom prst="rect">
            <a:avLst/>
          </a:prstGeom>
        </p:spPr>
        <p:txBody>
          <a:bodyPr lIns="0" tIns="0" r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2"/>
                    </a:ext>
                  </a:extLst>
                </a:blip>
              </a:buBlip>
              <a:tabLst/>
              <a:defRPr sz="18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18" name="Bildplatzhalter 12">
            <a:extLst>
              <a:ext uri="{FF2B5EF4-FFF2-40B4-BE49-F238E27FC236}">
                <a16:creationId xmlns:a16="http://schemas.microsoft.com/office/drawing/2014/main" id="{865B1948-9B2B-4A61-ADEE-667B743200CD}"/>
              </a:ext>
            </a:extLst>
          </p:cNvPr>
          <p:cNvSpPr>
            <a:spLocks noGrp="1"/>
          </p:cNvSpPr>
          <p:nvPr>
            <p:ph type="pic" sz="quarter" idx="21"/>
          </p:nvPr>
        </p:nvSpPr>
        <p:spPr>
          <a:xfrm>
            <a:off x="8177090" y="0"/>
            <a:ext cx="4014910" cy="68747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14910" h="6874709">
                <a:moveTo>
                  <a:pt x="1" y="3420242"/>
                </a:moveTo>
                <a:cubicBezTo>
                  <a:pt x="-240" y="2866709"/>
                  <a:pt x="58887" y="2501279"/>
                  <a:pt x="403596" y="1751599"/>
                </a:cubicBezTo>
                <a:lnTo>
                  <a:pt x="1394502" y="1561"/>
                </a:lnTo>
                <a:lnTo>
                  <a:pt x="3007520" y="0"/>
                </a:lnTo>
                <a:lnTo>
                  <a:pt x="4014910" y="2865"/>
                </a:lnTo>
                <a:lnTo>
                  <a:pt x="4010026" y="1002506"/>
                </a:lnTo>
                <a:lnTo>
                  <a:pt x="4010026" y="5855494"/>
                </a:lnTo>
                <a:lnTo>
                  <a:pt x="4014909" y="5785751"/>
                </a:lnTo>
                <a:cubicBezTo>
                  <a:pt x="4014909" y="6143167"/>
                  <a:pt x="4014910" y="6500584"/>
                  <a:pt x="4014910" y="6858000"/>
                </a:cubicBezTo>
                <a:lnTo>
                  <a:pt x="3087029" y="6857999"/>
                </a:lnTo>
                <a:lnTo>
                  <a:pt x="1418991" y="6874709"/>
                </a:lnTo>
                <a:lnTo>
                  <a:pt x="405040" y="5072795"/>
                </a:lnTo>
                <a:cubicBezTo>
                  <a:pt x="170090" y="4664377"/>
                  <a:pt x="242" y="3973775"/>
                  <a:pt x="1" y="3420242"/>
                </a:cubicBezTo>
                <a:close/>
              </a:path>
            </a:pathLst>
          </a:custGeom>
          <a:solidFill>
            <a:schemeClr val="accent2"/>
          </a:solidFill>
        </p:spPr>
        <p:txBody>
          <a:bodyPr/>
          <a:lstStyle/>
          <a:p>
            <a:endParaRPr lang="de-DE"/>
          </a:p>
        </p:txBody>
      </p:sp>
      <p:sp>
        <p:nvSpPr>
          <p:cNvPr id="3" name="Datumsplatzhalter 2">
            <a:extLst>
              <a:ext uri="{FF2B5EF4-FFF2-40B4-BE49-F238E27FC236}">
                <a16:creationId xmlns:a16="http://schemas.microsoft.com/office/drawing/2014/main" id="{13CAF8B0-69DC-A842-F24D-84B432515203}"/>
              </a:ext>
            </a:extLst>
          </p:cNvPr>
          <p:cNvSpPr>
            <a:spLocks noGrp="1"/>
          </p:cNvSpPr>
          <p:nvPr>
            <p:ph type="dt" sz="half" idx="22"/>
          </p:nvPr>
        </p:nvSpPr>
        <p:spPr/>
        <p:txBody>
          <a:bodyPr/>
          <a:lstStyle/>
          <a:p>
            <a:fld id="{5770F809-DE13-4FC6-B8BE-389A7B9D275E}" type="datetime1">
              <a:rPr lang="de-DE" smtClean="0"/>
              <a:t>28.05.26</a:t>
            </a:fld>
            <a:endParaRPr lang="de-DE"/>
          </a:p>
        </p:txBody>
      </p:sp>
      <p:sp>
        <p:nvSpPr>
          <p:cNvPr id="9" name="Fußzeilenplatzhalter 8">
            <a:extLst>
              <a:ext uri="{FF2B5EF4-FFF2-40B4-BE49-F238E27FC236}">
                <a16:creationId xmlns:a16="http://schemas.microsoft.com/office/drawing/2014/main" id="{FE49E936-D730-9DB1-7348-C94FEB948BA4}"/>
              </a:ext>
            </a:extLst>
          </p:cNvPr>
          <p:cNvSpPr>
            <a:spLocks noGrp="1"/>
          </p:cNvSpPr>
          <p:nvPr>
            <p:ph type="ftr" sz="quarter" idx="23"/>
          </p:nvPr>
        </p:nvSpPr>
        <p:spPr/>
        <p:txBody>
          <a:bodyPr/>
          <a:lstStyle/>
          <a:p>
            <a:r>
              <a:rPr lang="de-DE"/>
              <a:t>Hackathon 2026</a:t>
            </a:r>
          </a:p>
        </p:txBody>
      </p:sp>
      <p:sp>
        <p:nvSpPr>
          <p:cNvPr id="10" name="Foliennummernplatzhalter 9">
            <a:extLst>
              <a:ext uri="{FF2B5EF4-FFF2-40B4-BE49-F238E27FC236}">
                <a16:creationId xmlns:a16="http://schemas.microsoft.com/office/drawing/2014/main" id="{374113B9-C7DC-D0D0-0FD3-0198D75C34E1}"/>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8CC14E3A-D99F-AD9B-8A90-A2E926383409}"/>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00805E4A-23DA-5C79-195F-06729EF90B8C}"/>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4199103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ext-2Col-Bullets">
    <p:bg>
      <p:bgRef idx="1001">
        <a:schemeClr val="bg1"/>
      </p:bgRef>
    </p:bg>
    <p:spTree>
      <p:nvGrpSpPr>
        <p:cNvPr id="1" name=""/>
        <p:cNvGrpSpPr/>
        <p:nvPr/>
      </p:nvGrpSpPr>
      <p:grpSpPr>
        <a:xfrm>
          <a:off x="0" y="0"/>
          <a:ext cx="0" cy="0"/>
          <a:chOff x="0" y="0"/>
          <a:chExt cx="0" cy="0"/>
        </a:xfrm>
      </p:grpSpPr>
      <p:sp>
        <p:nvSpPr>
          <p:cNvPr id="8" name="Textplatzhalter 8">
            <a:extLst>
              <a:ext uri="{FF2B5EF4-FFF2-40B4-BE49-F238E27FC236}">
                <a16:creationId xmlns:a16="http://schemas.microsoft.com/office/drawing/2014/main" id="{6B0A6052-0F00-CE6B-4C12-4268F1B56143}"/>
              </a:ext>
            </a:extLst>
          </p:cNvPr>
          <p:cNvSpPr>
            <a:spLocks noGrp="1"/>
          </p:cNvSpPr>
          <p:nvPr>
            <p:ph type="body" sz="quarter" idx="10" hasCustomPrompt="1"/>
          </p:nvPr>
        </p:nvSpPr>
        <p:spPr>
          <a:xfrm>
            <a:off x="370585" y="1268413"/>
            <a:ext cx="5628578" cy="4865687"/>
          </a:xfrm>
          <a:prstGeom prst="rect">
            <a:avLst/>
          </a:prstGeom>
        </p:spPr>
        <p:txBody>
          <a:bodyPr lIns="0" tIns="0" r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2"/>
                    </a:ext>
                  </a:extLst>
                </a:blip>
              </a:buBlip>
              <a:tabLst/>
              <a:defRPr sz="18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9" name="Textplatzhalter 8">
            <a:extLst>
              <a:ext uri="{FF2B5EF4-FFF2-40B4-BE49-F238E27FC236}">
                <a16:creationId xmlns:a16="http://schemas.microsoft.com/office/drawing/2014/main" id="{BC9BC5A8-A32F-1108-6F33-DF3ECAD15EA4}"/>
              </a:ext>
            </a:extLst>
          </p:cNvPr>
          <p:cNvSpPr>
            <a:spLocks noGrp="1"/>
          </p:cNvSpPr>
          <p:nvPr>
            <p:ph type="body" sz="quarter" idx="19" hasCustomPrompt="1"/>
          </p:nvPr>
        </p:nvSpPr>
        <p:spPr>
          <a:xfrm>
            <a:off x="6192839" y="1268413"/>
            <a:ext cx="5638798" cy="4865687"/>
          </a:xfrm>
          <a:prstGeom prst="rect">
            <a:avLst/>
          </a:prstGeom>
        </p:spPr>
        <p:txBody>
          <a:bodyPr lIns="0" tIns="0" r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2"/>
                    </a:ext>
                  </a:extLst>
                </a:blip>
              </a:buBlip>
              <a:tabLst/>
              <a:defRPr sz="18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4" name="Datumsplatzhalter 3">
            <a:extLst>
              <a:ext uri="{FF2B5EF4-FFF2-40B4-BE49-F238E27FC236}">
                <a16:creationId xmlns:a16="http://schemas.microsoft.com/office/drawing/2014/main" id="{C95BD4EF-2D90-72F0-B630-56014E215054}"/>
              </a:ext>
            </a:extLst>
          </p:cNvPr>
          <p:cNvSpPr>
            <a:spLocks noGrp="1"/>
          </p:cNvSpPr>
          <p:nvPr>
            <p:ph type="dt" sz="half" idx="20"/>
          </p:nvPr>
        </p:nvSpPr>
        <p:spPr/>
        <p:txBody>
          <a:bodyPr/>
          <a:lstStyle/>
          <a:p>
            <a:fld id="{3F34B936-5154-4AEA-9D4C-45B01BD517A2}" type="datetime1">
              <a:rPr lang="de-DE" smtClean="0"/>
              <a:t>28.05.26</a:t>
            </a:fld>
            <a:endParaRPr lang="de-DE"/>
          </a:p>
        </p:txBody>
      </p:sp>
      <p:sp>
        <p:nvSpPr>
          <p:cNvPr id="10" name="Fußzeilenplatzhalter 9">
            <a:extLst>
              <a:ext uri="{FF2B5EF4-FFF2-40B4-BE49-F238E27FC236}">
                <a16:creationId xmlns:a16="http://schemas.microsoft.com/office/drawing/2014/main" id="{0958C22A-1165-0EC5-3F46-5D1F7FB3AB01}"/>
              </a:ext>
            </a:extLst>
          </p:cNvPr>
          <p:cNvSpPr>
            <a:spLocks noGrp="1"/>
          </p:cNvSpPr>
          <p:nvPr>
            <p:ph type="ftr" sz="quarter" idx="21"/>
          </p:nvPr>
        </p:nvSpPr>
        <p:spPr/>
        <p:txBody>
          <a:bodyPr/>
          <a:lstStyle/>
          <a:p>
            <a:r>
              <a:rPr lang="de-DE"/>
              <a:t>Hackathon 2026</a:t>
            </a:r>
          </a:p>
        </p:txBody>
      </p:sp>
      <p:sp>
        <p:nvSpPr>
          <p:cNvPr id="11" name="Foliennummernplatzhalter 10">
            <a:extLst>
              <a:ext uri="{FF2B5EF4-FFF2-40B4-BE49-F238E27FC236}">
                <a16:creationId xmlns:a16="http://schemas.microsoft.com/office/drawing/2014/main" id="{314FF86E-C0B1-4AAF-B73A-4CF16E298977}"/>
              </a:ext>
            </a:extLst>
          </p:cNvPr>
          <p:cNvSpPr>
            <a:spLocks noGrp="1"/>
          </p:cNvSpPr>
          <p:nvPr>
            <p:ph type="sldNum" sz="quarter" idx="22"/>
          </p:nvPr>
        </p:nvSpPr>
        <p:spPr/>
        <p:txBody>
          <a:bodyPr/>
          <a:lstStyle/>
          <a:p>
            <a:fld id="{75E2EC28-BB56-4A8E-A990-AA8F876D888B}" type="slidenum">
              <a:rPr lang="de-DE" smtClean="0"/>
              <a:pPr/>
              <a:t>‹#›</a:t>
            </a:fld>
            <a:endParaRPr lang="de-DE"/>
          </a:p>
        </p:txBody>
      </p:sp>
      <p:sp>
        <p:nvSpPr>
          <p:cNvPr id="5" name="Textplatzhalter 15">
            <a:extLst>
              <a:ext uri="{FF2B5EF4-FFF2-40B4-BE49-F238E27FC236}">
                <a16:creationId xmlns:a16="http://schemas.microsoft.com/office/drawing/2014/main" id="{0E51FDAA-7000-F652-F93E-39B3098873D8}"/>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F6B328A1-1929-5247-3E4E-BD4E22A5F10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7889452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779" userDrawn="1">
          <p15:clr>
            <a:srgbClr val="FBAE40"/>
          </p15:clr>
        </p15:guide>
        <p15:guide id="2" pos="389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ext-2Col-bullets-small text">
    <p:bg>
      <p:bgRef idx="1001">
        <a:schemeClr val="bg1"/>
      </p:bgRef>
    </p:bg>
    <p:spTree>
      <p:nvGrpSpPr>
        <p:cNvPr id="1" name=""/>
        <p:cNvGrpSpPr/>
        <p:nvPr/>
      </p:nvGrpSpPr>
      <p:grpSpPr>
        <a:xfrm>
          <a:off x="0" y="0"/>
          <a:ext cx="0" cy="0"/>
          <a:chOff x="0" y="0"/>
          <a:chExt cx="0" cy="0"/>
        </a:xfrm>
      </p:grpSpPr>
      <p:sp>
        <p:nvSpPr>
          <p:cNvPr id="8" name="Textplatzhalter 8">
            <a:extLst>
              <a:ext uri="{FF2B5EF4-FFF2-40B4-BE49-F238E27FC236}">
                <a16:creationId xmlns:a16="http://schemas.microsoft.com/office/drawing/2014/main" id="{0F221950-EF7E-0B46-37BB-9CD2EA8D1AD7}"/>
              </a:ext>
            </a:extLst>
          </p:cNvPr>
          <p:cNvSpPr>
            <a:spLocks noGrp="1"/>
          </p:cNvSpPr>
          <p:nvPr>
            <p:ph type="body" sz="quarter" idx="10" hasCustomPrompt="1"/>
          </p:nvPr>
        </p:nvSpPr>
        <p:spPr>
          <a:xfrm>
            <a:off x="370585" y="1268413"/>
            <a:ext cx="5633340" cy="4865687"/>
          </a:xfrm>
          <a:prstGeom prst="rect">
            <a:avLst/>
          </a:prstGeom>
        </p:spPr>
        <p:txBody>
          <a:bodyPr lIns="0" tIns="0" rIns="0" anchor="t" anchorCtr="0">
            <a:noAutofit/>
          </a:bodyPr>
          <a:lstStyle>
            <a:lvl1pPr marL="450850" marR="0" indent="-450850" algn="l" defTabSz="914400" rtl="0" eaLnBrk="1" fontAlgn="auto" latinLnBrk="0" hangingPunct="1">
              <a:lnSpc>
                <a:spcPct val="11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endParaRPr lang="de-DE"/>
          </a:p>
        </p:txBody>
      </p:sp>
      <p:sp>
        <p:nvSpPr>
          <p:cNvPr id="9" name="Textplatzhalter 8">
            <a:extLst>
              <a:ext uri="{FF2B5EF4-FFF2-40B4-BE49-F238E27FC236}">
                <a16:creationId xmlns:a16="http://schemas.microsoft.com/office/drawing/2014/main" id="{B6F35389-5F5C-D89D-6D0C-EA70E3B88BBB}"/>
              </a:ext>
            </a:extLst>
          </p:cNvPr>
          <p:cNvSpPr>
            <a:spLocks noGrp="1"/>
          </p:cNvSpPr>
          <p:nvPr>
            <p:ph type="body" sz="quarter" idx="19" hasCustomPrompt="1"/>
          </p:nvPr>
        </p:nvSpPr>
        <p:spPr>
          <a:xfrm>
            <a:off x="6186714" y="1268413"/>
            <a:ext cx="5644924" cy="4865687"/>
          </a:xfrm>
          <a:prstGeom prst="rect">
            <a:avLst/>
          </a:prstGeom>
        </p:spPr>
        <p:txBody>
          <a:bodyPr lIns="0" tIns="0" rIns="0" anchor="t" anchorCtr="0">
            <a:noAutofit/>
          </a:bodyPr>
          <a:lstStyle>
            <a:lvl1pPr marL="450850" marR="0" indent="-450850" algn="l" defTabSz="914400" rtl="0" eaLnBrk="1" fontAlgn="auto" latinLnBrk="0" hangingPunct="1">
              <a:lnSpc>
                <a:spcPct val="11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2"/>
                    </a:ext>
                  </a:extLst>
                </a:blip>
              </a:buBlip>
              <a:tabLst/>
              <a:defRPr/>
            </a:pPr>
            <a:endParaRPr lang="de-DE"/>
          </a:p>
        </p:txBody>
      </p:sp>
      <p:sp>
        <p:nvSpPr>
          <p:cNvPr id="4" name="Datumsplatzhalter 3">
            <a:extLst>
              <a:ext uri="{FF2B5EF4-FFF2-40B4-BE49-F238E27FC236}">
                <a16:creationId xmlns:a16="http://schemas.microsoft.com/office/drawing/2014/main" id="{22ECEF3A-162B-8B21-127B-07C72C8DD939}"/>
              </a:ext>
            </a:extLst>
          </p:cNvPr>
          <p:cNvSpPr>
            <a:spLocks noGrp="1"/>
          </p:cNvSpPr>
          <p:nvPr>
            <p:ph type="dt" sz="half" idx="20"/>
          </p:nvPr>
        </p:nvSpPr>
        <p:spPr/>
        <p:txBody>
          <a:bodyPr/>
          <a:lstStyle/>
          <a:p>
            <a:fld id="{F4750B2A-4FA6-419B-A8D1-0D088FB1A8FF}" type="datetime1">
              <a:rPr lang="de-DE" smtClean="0"/>
              <a:t>28.05.26</a:t>
            </a:fld>
            <a:endParaRPr lang="de-DE"/>
          </a:p>
        </p:txBody>
      </p:sp>
      <p:sp>
        <p:nvSpPr>
          <p:cNvPr id="10" name="Fußzeilenplatzhalter 9">
            <a:extLst>
              <a:ext uri="{FF2B5EF4-FFF2-40B4-BE49-F238E27FC236}">
                <a16:creationId xmlns:a16="http://schemas.microsoft.com/office/drawing/2014/main" id="{076C09C8-3E0A-B618-45C2-4B4A69F70D5E}"/>
              </a:ext>
            </a:extLst>
          </p:cNvPr>
          <p:cNvSpPr>
            <a:spLocks noGrp="1"/>
          </p:cNvSpPr>
          <p:nvPr>
            <p:ph type="ftr" sz="quarter" idx="21"/>
          </p:nvPr>
        </p:nvSpPr>
        <p:spPr/>
        <p:txBody>
          <a:bodyPr/>
          <a:lstStyle/>
          <a:p>
            <a:r>
              <a:rPr lang="de-DE"/>
              <a:t>Hackathon 2026</a:t>
            </a:r>
          </a:p>
        </p:txBody>
      </p:sp>
      <p:sp>
        <p:nvSpPr>
          <p:cNvPr id="11" name="Foliennummernplatzhalter 10">
            <a:extLst>
              <a:ext uri="{FF2B5EF4-FFF2-40B4-BE49-F238E27FC236}">
                <a16:creationId xmlns:a16="http://schemas.microsoft.com/office/drawing/2014/main" id="{AA934FB8-7561-E87A-893E-78DB1289230B}"/>
              </a:ext>
            </a:extLst>
          </p:cNvPr>
          <p:cNvSpPr>
            <a:spLocks noGrp="1"/>
          </p:cNvSpPr>
          <p:nvPr>
            <p:ph type="sldNum" sz="quarter" idx="22"/>
          </p:nvPr>
        </p:nvSpPr>
        <p:spPr/>
        <p:txBody>
          <a:bodyPr/>
          <a:lstStyle/>
          <a:p>
            <a:fld id="{75E2EC28-BB56-4A8E-A990-AA8F876D888B}" type="slidenum">
              <a:rPr lang="de-DE" smtClean="0"/>
              <a:pPr/>
              <a:t>‹#›</a:t>
            </a:fld>
            <a:endParaRPr lang="de-DE"/>
          </a:p>
        </p:txBody>
      </p:sp>
      <p:sp>
        <p:nvSpPr>
          <p:cNvPr id="5" name="Textplatzhalter 15">
            <a:extLst>
              <a:ext uri="{FF2B5EF4-FFF2-40B4-BE49-F238E27FC236}">
                <a16:creationId xmlns:a16="http://schemas.microsoft.com/office/drawing/2014/main" id="{40930140-7135-CB10-ABCB-969126F7BE7C}"/>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E6141022-4202-828B-2A7F-7634B7154448}"/>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4198544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782" userDrawn="1">
          <p15:clr>
            <a:srgbClr val="FBAE40"/>
          </p15:clr>
        </p15:guide>
        <p15:guide id="2" pos="389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ext-Quote">
    <p:bg>
      <p:bgRef idx="1001">
        <a:schemeClr val="bg1"/>
      </p:bgRef>
    </p:bg>
    <p:spTree>
      <p:nvGrpSpPr>
        <p:cNvPr id="1" name=""/>
        <p:cNvGrpSpPr/>
        <p:nvPr/>
      </p:nvGrpSpPr>
      <p:grpSpPr>
        <a:xfrm>
          <a:off x="0" y="0"/>
          <a:ext cx="0" cy="0"/>
          <a:chOff x="0" y="0"/>
          <a:chExt cx="0" cy="0"/>
        </a:xfrm>
      </p:grpSpPr>
      <p:sp>
        <p:nvSpPr>
          <p:cNvPr id="18" name="Textplatzhalter 8">
            <a:extLst>
              <a:ext uri="{FF2B5EF4-FFF2-40B4-BE49-F238E27FC236}">
                <a16:creationId xmlns:a16="http://schemas.microsoft.com/office/drawing/2014/main" id="{9D019004-F9B0-7BCA-E6C8-E2FB022D6354}"/>
              </a:ext>
            </a:extLst>
          </p:cNvPr>
          <p:cNvSpPr>
            <a:spLocks noGrp="1"/>
          </p:cNvSpPr>
          <p:nvPr>
            <p:ph type="body" sz="quarter" idx="10" hasCustomPrompt="1"/>
          </p:nvPr>
        </p:nvSpPr>
        <p:spPr>
          <a:xfrm>
            <a:off x="1295400" y="1628775"/>
            <a:ext cx="9596438" cy="2315750"/>
          </a:xfrm>
          <a:prstGeom prst="rect">
            <a:avLst/>
          </a:prstGeom>
        </p:spPr>
        <p:txBody>
          <a:bodyPr wrap="square" lIns="72000" tIns="0" rIns="72000" anchor="b" anchorCtr="0">
            <a:noAutofit/>
          </a:bodyPr>
          <a:lstStyle>
            <a:lvl1pPr marL="0" marR="0" indent="0" algn="ctr" defTabSz="914400" rtl="0" eaLnBrk="1" fontAlgn="auto" latinLnBrk="0" hangingPunct="1">
              <a:lnSpc>
                <a:spcPct val="100000"/>
              </a:lnSpc>
              <a:spcBef>
                <a:spcPts val="1000"/>
              </a:spcBef>
              <a:spcAft>
                <a:spcPts val="0"/>
              </a:spcAft>
              <a:buClrTx/>
              <a:buSzTx/>
              <a:buFontTx/>
              <a:buNone/>
              <a:tabLst/>
              <a:defRPr sz="3600" b="1" i="0">
                <a:solidFill>
                  <a:schemeClr val="tx1"/>
                </a:solidFill>
                <a:latin typeface="Inter Semi Bold" panose="020B0502030000000004" pitchFamily="34" charset="0"/>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21" name="Textplatzhalter 8">
            <a:extLst>
              <a:ext uri="{FF2B5EF4-FFF2-40B4-BE49-F238E27FC236}">
                <a16:creationId xmlns:a16="http://schemas.microsoft.com/office/drawing/2014/main" id="{B8209D03-2372-2373-20B0-779E3A41D17C}"/>
              </a:ext>
            </a:extLst>
          </p:cNvPr>
          <p:cNvSpPr>
            <a:spLocks noGrp="1"/>
          </p:cNvSpPr>
          <p:nvPr>
            <p:ph type="body" sz="quarter" idx="16" hasCustomPrompt="1"/>
          </p:nvPr>
        </p:nvSpPr>
        <p:spPr>
          <a:xfrm>
            <a:off x="1295400" y="3985139"/>
            <a:ext cx="9596438" cy="377190"/>
          </a:xfrm>
          <a:prstGeom prst="rect">
            <a:avLst/>
          </a:prstGeom>
        </p:spPr>
        <p:txBody>
          <a:bodyPr lIns="72000" tIns="0" rIns="72000" anchor="b" anchorCtr="0">
            <a:noAutofit/>
          </a:bodyPr>
          <a:lstStyle>
            <a:lvl1pPr marL="0" indent="0" algn="ctr">
              <a:lnSpc>
                <a:spcPct val="100000"/>
              </a:lnSpc>
              <a:buFontTx/>
              <a:buNone/>
              <a:defRPr sz="1600" b="0">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Name</a:t>
            </a:r>
          </a:p>
        </p:txBody>
      </p:sp>
      <p:sp>
        <p:nvSpPr>
          <p:cNvPr id="8" name="Datumsplatzhalter 7">
            <a:extLst>
              <a:ext uri="{FF2B5EF4-FFF2-40B4-BE49-F238E27FC236}">
                <a16:creationId xmlns:a16="http://schemas.microsoft.com/office/drawing/2014/main" id="{4239428B-CB61-925E-1AA3-D6B9E1209DBF}"/>
              </a:ext>
            </a:extLst>
          </p:cNvPr>
          <p:cNvSpPr>
            <a:spLocks noGrp="1"/>
          </p:cNvSpPr>
          <p:nvPr>
            <p:ph type="dt" sz="half" idx="17"/>
          </p:nvPr>
        </p:nvSpPr>
        <p:spPr/>
        <p:txBody>
          <a:bodyPr/>
          <a:lstStyle/>
          <a:p>
            <a:fld id="{C9D80724-C8C8-4251-93E7-C4B8F751B633}" type="datetime1">
              <a:rPr lang="de-DE" smtClean="0"/>
              <a:t>28.05.26</a:t>
            </a:fld>
            <a:endParaRPr lang="de-DE"/>
          </a:p>
        </p:txBody>
      </p:sp>
      <p:sp>
        <p:nvSpPr>
          <p:cNvPr id="9" name="Fußzeilenplatzhalter 8">
            <a:extLst>
              <a:ext uri="{FF2B5EF4-FFF2-40B4-BE49-F238E27FC236}">
                <a16:creationId xmlns:a16="http://schemas.microsoft.com/office/drawing/2014/main" id="{27BD1B3D-9DBE-FCC5-8DA3-3E5C112A44BF}"/>
              </a:ext>
            </a:extLst>
          </p:cNvPr>
          <p:cNvSpPr>
            <a:spLocks noGrp="1"/>
          </p:cNvSpPr>
          <p:nvPr>
            <p:ph type="ftr" sz="quarter" idx="18"/>
          </p:nvPr>
        </p:nvSpPr>
        <p:spPr/>
        <p:txBody>
          <a:bodyPr/>
          <a:lstStyle/>
          <a:p>
            <a:r>
              <a:rPr lang="de-DE"/>
              <a:t>Hackathon 2026</a:t>
            </a:r>
          </a:p>
        </p:txBody>
      </p:sp>
      <p:sp>
        <p:nvSpPr>
          <p:cNvPr id="10" name="Foliennummernplatzhalter 9">
            <a:extLst>
              <a:ext uri="{FF2B5EF4-FFF2-40B4-BE49-F238E27FC236}">
                <a16:creationId xmlns:a16="http://schemas.microsoft.com/office/drawing/2014/main" id="{F742FFEB-D55C-F5A2-3B86-81019BF7E984}"/>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0291029F-6506-0C20-57D4-6D26A0826055}"/>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CE3A96FC-E57B-F751-3EF9-3426E5093884}"/>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35840638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ext-Quote-Box">
    <p:bg>
      <p:bgRef idx="1001">
        <a:schemeClr val="bg1"/>
      </p:bgRef>
    </p:bg>
    <p:spTree>
      <p:nvGrpSpPr>
        <p:cNvPr id="1" name=""/>
        <p:cNvGrpSpPr/>
        <p:nvPr/>
      </p:nvGrpSpPr>
      <p:grpSpPr>
        <a:xfrm>
          <a:off x="0" y="0"/>
          <a:ext cx="0" cy="0"/>
          <a:chOff x="0" y="0"/>
          <a:chExt cx="0" cy="0"/>
        </a:xfrm>
      </p:grpSpPr>
      <p:sp>
        <p:nvSpPr>
          <p:cNvPr id="6" name="Abgerundetes Rechteck 5">
            <a:extLst>
              <a:ext uri="{FF2B5EF4-FFF2-40B4-BE49-F238E27FC236}">
                <a16:creationId xmlns:a16="http://schemas.microsoft.com/office/drawing/2014/main" id="{791A3DD4-061C-4992-71A9-C14566F33FF8}"/>
              </a:ext>
            </a:extLst>
          </p:cNvPr>
          <p:cNvSpPr/>
          <p:nvPr userDrawn="1"/>
        </p:nvSpPr>
        <p:spPr>
          <a:xfrm>
            <a:off x="367814" y="1268413"/>
            <a:ext cx="11461052" cy="4869877"/>
          </a:xfrm>
          <a:prstGeom prst="roundRect">
            <a:avLst>
              <a:gd name="adj" fmla="val 2842"/>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8" name="Textplatzhalter 8">
            <a:extLst>
              <a:ext uri="{FF2B5EF4-FFF2-40B4-BE49-F238E27FC236}">
                <a16:creationId xmlns:a16="http://schemas.microsoft.com/office/drawing/2014/main" id="{9D019004-F9B0-7BCA-E6C8-E2FB022D6354}"/>
              </a:ext>
            </a:extLst>
          </p:cNvPr>
          <p:cNvSpPr>
            <a:spLocks noGrp="1"/>
          </p:cNvSpPr>
          <p:nvPr>
            <p:ph type="body" sz="quarter" idx="10" hasCustomPrompt="1"/>
          </p:nvPr>
        </p:nvSpPr>
        <p:spPr>
          <a:xfrm>
            <a:off x="1295400" y="1628775"/>
            <a:ext cx="9596438" cy="2505319"/>
          </a:xfrm>
          <a:prstGeom prst="rect">
            <a:avLst/>
          </a:prstGeom>
        </p:spPr>
        <p:txBody>
          <a:bodyPr wrap="square" lIns="72000" tIns="0" rIns="72000" anchor="b" anchorCtr="0">
            <a:noAutofit/>
          </a:bodyPr>
          <a:lstStyle>
            <a:lvl1pPr marL="0" marR="0" indent="0" algn="ctr" defTabSz="914400" rtl="0" eaLnBrk="1" fontAlgn="auto" latinLnBrk="0" hangingPunct="1">
              <a:lnSpc>
                <a:spcPct val="100000"/>
              </a:lnSpc>
              <a:spcBef>
                <a:spcPts val="1000"/>
              </a:spcBef>
              <a:spcAft>
                <a:spcPts val="0"/>
              </a:spcAft>
              <a:buClrTx/>
              <a:buSzTx/>
              <a:buFontTx/>
              <a:buNone/>
              <a:tabLst/>
              <a:defRPr sz="3600" b="1" i="0">
                <a:solidFill>
                  <a:schemeClr val="bg1"/>
                </a:solidFill>
                <a:latin typeface="Inter Semi Bold" panose="020B0502030000000004" pitchFamily="34" charset="0"/>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21" name="Textplatzhalter 8">
            <a:extLst>
              <a:ext uri="{FF2B5EF4-FFF2-40B4-BE49-F238E27FC236}">
                <a16:creationId xmlns:a16="http://schemas.microsoft.com/office/drawing/2014/main" id="{B8209D03-2372-2373-20B0-779E3A41D17C}"/>
              </a:ext>
            </a:extLst>
          </p:cNvPr>
          <p:cNvSpPr>
            <a:spLocks noGrp="1"/>
          </p:cNvSpPr>
          <p:nvPr>
            <p:ph type="body" sz="quarter" idx="16" hasCustomPrompt="1"/>
          </p:nvPr>
        </p:nvSpPr>
        <p:spPr>
          <a:xfrm>
            <a:off x="1295400" y="4174708"/>
            <a:ext cx="9596438" cy="377190"/>
          </a:xfrm>
          <a:prstGeom prst="rect">
            <a:avLst/>
          </a:prstGeom>
        </p:spPr>
        <p:txBody>
          <a:bodyPr lIns="72000" tIns="0" rIns="72000" anchor="b" anchorCtr="0">
            <a:noAutofit/>
          </a:bodyPr>
          <a:lstStyle>
            <a:lvl1pPr marL="0" indent="0" algn="ctr">
              <a:lnSpc>
                <a:spcPct val="100000"/>
              </a:lnSpc>
              <a:buFontTx/>
              <a:buNone/>
              <a:defRPr sz="1600" b="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Name</a:t>
            </a:r>
          </a:p>
        </p:txBody>
      </p:sp>
      <p:sp>
        <p:nvSpPr>
          <p:cNvPr id="7" name="Datumsplatzhalter 6">
            <a:extLst>
              <a:ext uri="{FF2B5EF4-FFF2-40B4-BE49-F238E27FC236}">
                <a16:creationId xmlns:a16="http://schemas.microsoft.com/office/drawing/2014/main" id="{5598D600-17AC-D288-D8AA-3DEA9949A808}"/>
              </a:ext>
            </a:extLst>
          </p:cNvPr>
          <p:cNvSpPr>
            <a:spLocks noGrp="1"/>
          </p:cNvSpPr>
          <p:nvPr>
            <p:ph type="dt" sz="half" idx="17"/>
          </p:nvPr>
        </p:nvSpPr>
        <p:spPr/>
        <p:txBody>
          <a:bodyPr/>
          <a:lstStyle/>
          <a:p>
            <a:fld id="{71EFF298-B6D1-4F13-A39C-2FA2450808BE}" type="datetime1">
              <a:rPr lang="de-DE" smtClean="0"/>
              <a:t>28.05.26</a:t>
            </a:fld>
            <a:endParaRPr lang="de-DE"/>
          </a:p>
        </p:txBody>
      </p:sp>
      <p:sp>
        <p:nvSpPr>
          <p:cNvPr id="8" name="Fußzeilenplatzhalter 7">
            <a:extLst>
              <a:ext uri="{FF2B5EF4-FFF2-40B4-BE49-F238E27FC236}">
                <a16:creationId xmlns:a16="http://schemas.microsoft.com/office/drawing/2014/main" id="{70A37AB9-FF67-20A1-EE7A-5D9C6E04CC75}"/>
              </a:ext>
            </a:extLst>
          </p:cNvPr>
          <p:cNvSpPr>
            <a:spLocks noGrp="1"/>
          </p:cNvSpPr>
          <p:nvPr>
            <p:ph type="ftr" sz="quarter" idx="18"/>
          </p:nvPr>
        </p:nvSpPr>
        <p:spPr/>
        <p:txBody>
          <a:bodyPr/>
          <a:lstStyle/>
          <a:p>
            <a:r>
              <a:rPr lang="de-DE"/>
              <a:t>Hackathon 2026</a:t>
            </a:r>
          </a:p>
        </p:txBody>
      </p:sp>
      <p:sp>
        <p:nvSpPr>
          <p:cNvPr id="9" name="Foliennummernplatzhalter 8">
            <a:extLst>
              <a:ext uri="{FF2B5EF4-FFF2-40B4-BE49-F238E27FC236}">
                <a16:creationId xmlns:a16="http://schemas.microsoft.com/office/drawing/2014/main" id="{CA6CADB5-68CD-B641-0B18-9B1FAA2BBB25}"/>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55DE3DE8-40D2-E8E3-C752-0C2B5EFF28C5}"/>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0645A5D2-39F2-53E6-BB0D-26DA8A4BCE95}"/>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35990989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ext-Quote-Box-tech-blue">
    <p:bg>
      <p:bgRef idx="1001">
        <a:schemeClr val="bg1"/>
      </p:bgRef>
    </p:bg>
    <p:spTree>
      <p:nvGrpSpPr>
        <p:cNvPr id="1" name=""/>
        <p:cNvGrpSpPr/>
        <p:nvPr/>
      </p:nvGrpSpPr>
      <p:grpSpPr>
        <a:xfrm>
          <a:off x="0" y="0"/>
          <a:ext cx="0" cy="0"/>
          <a:chOff x="0" y="0"/>
          <a:chExt cx="0" cy="0"/>
        </a:xfrm>
      </p:grpSpPr>
      <p:sp>
        <p:nvSpPr>
          <p:cNvPr id="6" name="Abgerundetes Rechteck 5">
            <a:extLst>
              <a:ext uri="{FF2B5EF4-FFF2-40B4-BE49-F238E27FC236}">
                <a16:creationId xmlns:a16="http://schemas.microsoft.com/office/drawing/2014/main" id="{791A3DD4-061C-4992-71A9-C14566F33FF8}"/>
              </a:ext>
            </a:extLst>
          </p:cNvPr>
          <p:cNvSpPr/>
          <p:nvPr userDrawn="1"/>
        </p:nvSpPr>
        <p:spPr>
          <a:xfrm>
            <a:off x="367814" y="1268413"/>
            <a:ext cx="11461052" cy="4869877"/>
          </a:xfrm>
          <a:prstGeom prst="roundRect">
            <a:avLst>
              <a:gd name="adj" fmla="val 2842"/>
            </a:avLst>
          </a:prstGeom>
          <a:solidFill>
            <a:schemeClr val="accent1"/>
          </a:solidFill>
          <a:ln w="15990" cap="flat">
            <a:noFill/>
            <a:prstDash val="solid"/>
            <a:miter/>
          </a:ln>
        </p:spPr>
        <p:txBody>
          <a:bodyPr rtlCol="0" anchor="ctr"/>
          <a:lstStyle/>
          <a:p>
            <a:pPr algn="l"/>
            <a:endParaRPr lang="de-DE">
              <a:solidFill>
                <a:schemeClr val="tx1"/>
              </a:solidFill>
            </a:endParaRPr>
          </a:p>
        </p:txBody>
      </p:sp>
      <p:sp>
        <p:nvSpPr>
          <p:cNvPr id="7" name="Datumsplatzhalter 6">
            <a:extLst>
              <a:ext uri="{FF2B5EF4-FFF2-40B4-BE49-F238E27FC236}">
                <a16:creationId xmlns:a16="http://schemas.microsoft.com/office/drawing/2014/main" id="{A2ED5B02-ECE7-4B11-FFE4-412080D5F50B}"/>
              </a:ext>
            </a:extLst>
          </p:cNvPr>
          <p:cNvSpPr>
            <a:spLocks noGrp="1"/>
          </p:cNvSpPr>
          <p:nvPr>
            <p:ph type="dt" sz="half" idx="17"/>
          </p:nvPr>
        </p:nvSpPr>
        <p:spPr/>
        <p:txBody>
          <a:bodyPr/>
          <a:lstStyle/>
          <a:p>
            <a:fld id="{F6A20B46-1BFA-4D87-9D9B-98C40C4BA5D6}" type="datetime1">
              <a:rPr lang="de-DE" smtClean="0"/>
              <a:t>28.05.26</a:t>
            </a:fld>
            <a:endParaRPr lang="de-DE"/>
          </a:p>
        </p:txBody>
      </p:sp>
      <p:sp>
        <p:nvSpPr>
          <p:cNvPr id="8" name="Fußzeilenplatzhalter 7">
            <a:extLst>
              <a:ext uri="{FF2B5EF4-FFF2-40B4-BE49-F238E27FC236}">
                <a16:creationId xmlns:a16="http://schemas.microsoft.com/office/drawing/2014/main" id="{8F2E9856-320B-5201-8D5D-1705F829BA77}"/>
              </a:ext>
            </a:extLst>
          </p:cNvPr>
          <p:cNvSpPr>
            <a:spLocks noGrp="1"/>
          </p:cNvSpPr>
          <p:nvPr>
            <p:ph type="ftr" sz="quarter" idx="18"/>
          </p:nvPr>
        </p:nvSpPr>
        <p:spPr/>
        <p:txBody>
          <a:bodyPr/>
          <a:lstStyle/>
          <a:p>
            <a:r>
              <a:rPr lang="de-DE"/>
              <a:t>Hackathon 2026</a:t>
            </a:r>
          </a:p>
        </p:txBody>
      </p:sp>
      <p:sp>
        <p:nvSpPr>
          <p:cNvPr id="9" name="Foliennummernplatzhalter 8">
            <a:extLst>
              <a:ext uri="{FF2B5EF4-FFF2-40B4-BE49-F238E27FC236}">
                <a16:creationId xmlns:a16="http://schemas.microsoft.com/office/drawing/2014/main" id="{B430E38D-1A4A-54AF-6A8A-CB6E5BB77480}"/>
              </a:ext>
            </a:extLst>
          </p:cNvPr>
          <p:cNvSpPr>
            <a:spLocks noGrp="1"/>
          </p:cNvSpPr>
          <p:nvPr>
            <p:ph type="sldNum" sz="quarter" idx="19"/>
          </p:nvPr>
        </p:nvSpPr>
        <p:spPr/>
        <p:txBody>
          <a:bodyPr/>
          <a:lstStyle/>
          <a:p>
            <a:fld id="{75E2EC28-BB56-4A8E-A990-AA8F876D888B}" type="slidenum">
              <a:rPr lang="de-DE" smtClean="0"/>
              <a:pPr/>
              <a:t>‹#›</a:t>
            </a:fld>
            <a:endParaRPr lang="de-DE"/>
          </a:p>
        </p:txBody>
      </p:sp>
      <p:sp>
        <p:nvSpPr>
          <p:cNvPr id="10" name="Textplatzhalter 8">
            <a:extLst>
              <a:ext uri="{FF2B5EF4-FFF2-40B4-BE49-F238E27FC236}">
                <a16:creationId xmlns:a16="http://schemas.microsoft.com/office/drawing/2014/main" id="{75CFE44B-90DD-1F97-F3B2-CC3CA038E803}"/>
              </a:ext>
            </a:extLst>
          </p:cNvPr>
          <p:cNvSpPr>
            <a:spLocks noGrp="1"/>
          </p:cNvSpPr>
          <p:nvPr>
            <p:ph type="body" sz="quarter" idx="10" hasCustomPrompt="1"/>
          </p:nvPr>
        </p:nvSpPr>
        <p:spPr>
          <a:xfrm>
            <a:off x="1295400" y="1628775"/>
            <a:ext cx="9596438" cy="2505319"/>
          </a:xfrm>
          <a:prstGeom prst="rect">
            <a:avLst/>
          </a:prstGeom>
        </p:spPr>
        <p:txBody>
          <a:bodyPr wrap="square" lIns="72000" tIns="0" rIns="72000" anchor="b" anchorCtr="0">
            <a:noAutofit/>
          </a:bodyPr>
          <a:lstStyle>
            <a:lvl1pPr marL="0" marR="0" indent="0" algn="ctr" defTabSz="914400" rtl="0" eaLnBrk="1" fontAlgn="auto" latinLnBrk="0" hangingPunct="1">
              <a:lnSpc>
                <a:spcPct val="100000"/>
              </a:lnSpc>
              <a:spcBef>
                <a:spcPts val="1000"/>
              </a:spcBef>
              <a:spcAft>
                <a:spcPts val="0"/>
              </a:spcAft>
              <a:buClrTx/>
              <a:buSzTx/>
              <a:buFontTx/>
              <a:buNone/>
              <a:tabLst/>
              <a:defRPr sz="3600" b="1" i="0">
                <a:solidFill>
                  <a:schemeClr val="bg1"/>
                </a:solidFill>
                <a:latin typeface="Inter Semi Bold" panose="020B0502030000000004" pitchFamily="34" charset="0"/>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br>
              <a:rPr lang="de-DE"/>
            </a:br>
            <a:r>
              <a:rPr lang="de-DE" err="1"/>
              <a:t>adipiscing</a:t>
            </a:r>
            <a:r>
              <a:rPr lang="de-DE"/>
              <a:t> </a:t>
            </a:r>
            <a:r>
              <a:rPr lang="de-DE" err="1"/>
              <a:t>elit</a:t>
            </a:r>
            <a:r>
              <a:rPr lang="de-DE"/>
              <a:t> sed do“</a:t>
            </a:r>
          </a:p>
        </p:txBody>
      </p:sp>
      <p:sp>
        <p:nvSpPr>
          <p:cNvPr id="11" name="Textplatzhalter 8">
            <a:extLst>
              <a:ext uri="{FF2B5EF4-FFF2-40B4-BE49-F238E27FC236}">
                <a16:creationId xmlns:a16="http://schemas.microsoft.com/office/drawing/2014/main" id="{809FF151-6F17-2B87-E28A-63F1E6663BBF}"/>
              </a:ext>
            </a:extLst>
          </p:cNvPr>
          <p:cNvSpPr>
            <a:spLocks noGrp="1"/>
          </p:cNvSpPr>
          <p:nvPr>
            <p:ph type="body" sz="quarter" idx="16" hasCustomPrompt="1"/>
          </p:nvPr>
        </p:nvSpPr>
        <p:spPr>
          <a:xfrm>
            <a:off x="1295400" y="4174708"/>
            <a:ext cx="9596438" cy="377190"/>
          </a:xfrm>
          <a:prstGeom prst="rect">
            <a:avLst/>
          </a:prstGeom>
        </p:spPr>
        <p:txBody>
          <a:bodyPr lIns="72000" tIns="0" rIns="72000" anchor="b" anchorCtr="0">
            <a:noAutofit/>
          </a:bodyPr>
          <a:lstStyle>
            <a:lvl1pPr marL="0" indent="0" algn="ctr">
              <a:lnSpc>
                <a:spcPct val="100000"/>
              </a:lnSpc>
              <a:buFontTx/>
              <a:buNone/>
              <a:defRPr sz="1600" b="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Name</a:t>
            </a:r>
          </a:p>
        </p:txBody>
      </p:sp>
      <p:sp>
        <p:nvSpPr>
          <p:cNvPr id="2" name="Textplatzhalter 15">
            <a:extLst>
              <a:ext uri="{FF2B5EF4-FFF2-40B4-BE49-F238E27FC236}">
                <a16:creationId xmlns:a16="http://schemas.microsoft.com/office/drawing/2014/main" id="{1685D584-BB3A-1D70-F382-7C3C0C64A8B0}"/>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ECC62A79-EFB0-2C43-43A2-3D13F9A26161}"/>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87539186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Headline-over-picture">
    <p:bg>
      <p:bgRef idx="1001">
        <a:schemeClr val="bg1"/>
      </p:bgRef>
    </p:bg>
    <p:spTree>
      <p:nvGrpSpPr>
        <p:cNvPr id="1" name=""/>
        <p:cNvGrpSpPr/>
        <p:nvPr/>
      </p:nvGrpSpPr>
      <p:grpSpPr>
        <a:xfrm>
          <a:off x="0" y="0"/>
          <a:ext cx="0" cy="0"/>
          <a:chOff x="0" y="0"/>
          <a:chExt cx="0" cy="0"/>
        </a:xfrm>
      </p:grpSpPr>
      <p:sp>
        <p:nvSpPr>
          <p:cNvPr id="2" name="Textplatzhalter 8">
            <a:extLst>
              <a:ext uri="{FF2B5EF4-FFF2-40B4-BE49-F238E27FC236}">
                <a16:creationId xmlns:a16="http://schemas.microsoft.com/office/drawing/2014/main" id="{357C41B9-55DD-34AF-A05B-B49B2FA1BF94}"/>
              </a:ext>
            </a:extLst>
          </p:cNvPr>
          <p:cNvSpPr>
            <a:spLocks noGrp="1"/>
          </p:cNvSpPr>
          <p:nvPr>
            <p:ph type="body" sz="quarter" idx="16" hasCustomPrompt="1"/>
          </p:nvPr>
        </p:nvSpPr>
        <p:spPr>
          <a:xfrm>
            <a:off x="1285876" y="1267382"/>
            <a:ext cx="9618408" cy="984885"/>
          </a:xfrm>
          <a:prstGeom prst="rect">
            <a:avLst/>
          </a:prstGeom>
        </p:spPr>
        <p:txBody>
          <a:bodyPr lIns="0" tIns="0" rIns="0" bIns="0" anchor="t" anchorCtr="0">
            <a:spAutoFit/>
          </a:bodyPr>
          <a:lstStyle>
            <a:lvl1pPr marL="0" indent="0" algn="ctr">
              <a:lnSpc>
                <a:spcPct val="100000"/>
              </a:lnSpc>
              <a:buFontTx/>
              <a:buNone/>
              <a:defRPr sz="3200" b="1">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br>
              <a:rPr lang="de-DE"/>
            </a:br>
            <a:r>
              <a:rPr lang="de-DE" err="1"/>
              <a:t>sit</a:t>
            </a:r>
            <a:r>
              <a:rPr lang="de-DE"/>
              <a:t> </a:t>
            </a:r>
            <a:r>
              <a:rPr lang="de-DE" err="1"/>
              <a:t>amet</a:t>
            </a:r>
            <a:r>
              <a:rPr lang="de-DE"/>
              <a:t> </a:t>
            </a:r>
            <a:r>
              <a:rPr lang="de-DE" err="1"/>
              <a:t>consectetur</a:t>
            </a:r>
            <a:endParaRPr lang="de-DE"/>
          </a:p>
        </p:txBody>
      </p:sp>
      <p:sp>
        <p:nvSpPr>
          <p:cNvPr id="8" name="Bildplatzhalter 9">
            <a:extLst>
              <a:ext uri="{FF2B5EF4-FFF2-40B4-BE49-F238E27FC236}">
                <a16:creationId xmlns:a16="http://schemas.microsoft.com/office/drawing/2014/main" id="{A1A0A89E-036F-C18A-6F11-E7687860AA58}"/>
              </a:ext>
            </a:extLst>
          </p:cNvPr>
          <p:cNvSpPr>
            <a:spLocks noGrp="1"/>
          </p:cNvSpPr>
          <p:nvPr>
            <p:ph type="pic" sz="quarter" idx="23"/>
          </p:nvPr>
        </p:nvSpPr>
        <p:spPr>
          <a:xfrm>
            <a:off x="358775" y="2450069"/>
            <a:ext cx="11472863" cy="3684031"/>
          </a:xfrm>
          <a:prstGeom prst="roundRect">
            <a:avLst>
              <a:gd name="adj" fmla="val 3811"/>
            </a:avLst>
          </a:prstGeom>
        </p:spPr>
        <p:txBody>
          <a:bodyPr/>
          <a:lstStyle/>
          <a:p>
            <a:endParaRPr lang="de-DE"/>
          </a:p>
        </p:txBody>
      </p:sp>
      <p:sp>
        <p:nvSpPr>
          <p:cNvPr id="9" name="Datumsplatzhalter 8">
            <a:extLst>
              <a:ext uri="{FF2B5EF4-FFF2-40B4-BE49-F238E27FC236}">
                <a16:creationId xmlns:a16="http://schemas.microsoft.com/office/drawing/2014/main" id="{75CAA1F8-9DFA-2ED2-33E6-7136E4164764}"/>
              </a:ext>
            </a:extLst>
          </p:cNvPr>
          <p:cNvSpPr>
            <a:spLocks noGrp="1"/>
          </p:cNvSpPr>
          <p:nvPr>
            <p:ph type="dt" sz="half" idx="24"/>
          </p:nvPr>
        </p:nvSpPr>
        <p:spPr/>
        <p:txBody>
          <a:bodyPr/>
          <a:lstStyle/>
          <a:p>
            <a:fld id="{729AA6B1-AA83-4D71-8674-B52F09A590F8}" type="datetime1">
              <a:rPr lang="de-DE" smtClean="0"/>
              <a:t>28.05.26</a:t>
            </a:fld>
            <a:endParaRPr lang="de-DE"/>
          </a:p>
        </p:txBody>
      </p:sp>
      <p:sp>
        <p:nvSpPr>
          <p:cNvPr id="10" name="Fußzeilenplatzhalter 9">
            <a:extLst>
              <a:ext uri="{FF2B5EF4-FFF2-40B4-BE49-F238E27FC236}">
                <a16:creationId xmlns:a16="http://schemas.microsoft.com/office/drawing/2014/main" id="{77DE3A25-8478-0874-00A5-9ABEE19E0F40}"/>
              </a:ext>
            </a:extLst>
          </p:cNvPr>
          <p:cNvSpPr>
            <a:spLocks noGrp="1"/>
          </p:cNvSpPr>
          <p:nvPr>
            <p:ph type="ftr" sz="quarter" idx="25"/>
          </p:nvPr>
        </p:nvSpPr>
        <p:spPr/>
        <p:txBody>
          <a:bodyPr/>
          <a:lstStyle/>
          <a:p>
            <a:r>
              <a:rPr lang="de-DE"/>
              <a:t>Hackathon 2026</a:t>
            </a:r>
          </a:p>
        </p:txBody>
      </p:sp>
      <p:sp>
        <p:nvSpPr>
          <p:cNvPr id="11" name="Foliennummernplatzhalter 10">
            <a:extLst>
              <a:ext uri="{FF2B5EF4-FFF2-40B4-BE49-F238E27FC236}">
                <a16:creationId xmlns:a16="http://schemas.microsoft.com/office/drawing/2014/main" id="{4B7D1A91-C6EF-9204-B48F-3DECBEE2F966}"/>
              </a:ext>
            </a:extLst>
          </p:cNvPr>
          <p:cNvSpPr>
            <a:spLocks noGrp="1"/>
          </p:cNvSpPr>
          <p:nvPr>
            <p:ph type="sldNum" sz="quarter" idx="26"/>
          </p:nvPr>
        </p:nvSpPr>
        <p:spPr/>
        <p:txBody>
          <a:bodyPr/>
          <a:lstStyle/>
          <a:p>
            <a:fld id="{75E2EC28-BB56-4A8E-A990-AA8F876D888B}" type="slidenum">
              <a:rPr lang="de-DE" smtClean="0"/>
              <a:pPr/>
              <a:t>‹#›</a:t>
            </a:fld>
            <a:endParaRPr lang="de-DE"/>
          </a:p>
        </p:txBody>
      </p:sp>
      <p:sp>
        <p:nvSpPr>
          <p:cNvPr id="3" name="Textplatzhalter 15">
            <a:extLst>
              <a:ext uri="{FF2B5EF4-FFF2-40B4-BE49-F238E27FC236}">
                <a16:creationId xmlns:a16="http://schemas.microsoft.com/office/drawing/2014/main" id="{CB140240-918E-BC5C-E3D7-0DD887E0405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4" name="Textplatzhalter 15">
            <a:extLst>
              <a:ext uri="{FF2B5EF4-FFF2-40B4-BE49-F238E27FC236}">
                <a16:creationId xmlns:a16="http://schemas.microsoft.com/office/drawing/2014/main" id="{1B2BB2A4-70A2-A3F8-220C-4ADC853761A2}"/>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417655725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picture">
    <p:bg>
      <p:bgRef idx="1001">
        <a:schemeClr val="bg1"/>
      </p:bgRef>
    </p:bg>
    <p:spTree>
      <p:nvGrpSpPr>
        <p:cNvPr id="1" name=""/>
        <p:cNvGrpSpPr/>
        <p:nvPr/>
      </p:nvGrpSpPr>
      <p:grpSpPr>
        <a:xfrm>
          <a:off x="0" y="0"/>
          <a:ext cx="0" cy="0"/>
          <a:chOff x="0" y="0"/>
          <a:chExt cx="0" cy="0"/>
        </a:xfrm>
      </p:grpSpPr>
      <p:sp>
        <p:nvSpPr>
          <p:cNvPr id="8" name="Bildplatzhalter 9">
            <a:extLst>
              <a:ext uri="{FF2B5EF4-FFF2-40B4-BE49-F238E27FC236}">
                <a16:creationId xmlns:a16="http://schemas.microsoft.com/office/drawing/2014/main" id="{A1A0A89E-036F-C18A-6F11-E7687860AA58}"/>
              </a:ext>
            </a:extLst>
          </p:cNvPr>
          <p:cNvSpPr>
            <a:spLocks noGrp="1"/>
          </p:cNvSpPr>
          <p:nvPr>
            <p:ph type="pic" sz="quarter" idx="23"/>
          </p:nvPr>
        </p:nvSpPr>
        <p:spPr>
          <a:xfrm>
            <a:off x="358775" y="1268413"/>
            <a:ext cx="11472863" cy="4865687"/>
          </a:xfrm>
          <a:prstGeom prst="roundRect">
            <a:avLst>
              <a:gd name="adj" fmla="val 3811"/>
            </a:avLst>
          </a:prstGeom>
        </p:spPr>
        <p:txBody>
          <a:bodyPr/>
          <a:lstStyle/>
          <a:p>
            <a:endParaRPr lang="de-DE"/>
          </a:p>
        </p:txBody>
      </p:sp>
      <p:sp>
        <p:nvSpPr>
          <p:cNvPr id="9" name="Datumsplatzhalter 8">
            <a:extLst>
              <a:ext uri="{FF2B5EF4-FFF2-40B4-BE49-F238E27FC236}">
                <a16:creationId xmlns:a16="http://schemas.microsoft.com/office/drawing/2014/main" id="{435A7962-3DCE-568F-9DE7-93C4CB3EA1B7}"/>
              </a:ext>
            </a:extLst>
          </p:cNvPr>
          <p:cNvSpPr>
            <a:spLocks noGrp="1"/>
          </p:cNvSpPr>
          <p:nvPr>
            <p:ph type="dt" sz="half" idx="24"/>
          </p:nvPr>
        </p:nvSpPr>
        <p:spPr/>
        <p:txBody>
          <a:bodyPr/>
          <a:lstStyle/>
          <a:p>
            <a:fld id="{64B95AD0-CDA3-4EF8-8EB0-AB349F1DFEBC}" type="datetime1">
              <a:rPr lang="de-DE" smtClean="0"/>
              <a:t>28.05.26</a:t>
            </a:fld>
            <a:endParaRPr lang="de-DE"/>
          </a:p>
        </p:txBody>
      </p:sp>
      <p:sp>
        <p:nvSpPr>
          <p:cNvPr id="10" name="Fußzeilenplatzhalter 9">
            <a:extLst>
              <a:ext uri="{FF2B5EF4-FFF2-40B4-BE49-F238E27FC236}">
                <a16:creationId xmlns:a16="http://schemas.microsoft.com/office/drawing/2014/main" id="{4912AE1B-EC9A-8AF2-EE91-4FB2292373E4}"/>
              </a:ext>
            </a:extLst>
          </p:cNvPr>
          <p:cNvSpPr>
            <a:spLocks noGrp="1"/>
          </p:cNvSpPr>
          <p:nvPr>
            <p:ph type="ftr" sz="quarter" idx="25"/>
          </p:nvPr>
        </p:nvSpPr>
        <p:spPr/>
        <p:txBody>
          <a:bodyPr/>
          <a:lstStyle/>
          <a:p>
            <a:r>
              <a:rPr lang="de-DE"/>
              <a:t>Hackathon 2026</a:t>
            </a:r>
          </a:p>
        </p:txBody>
      </p:sp>
      <p:sp>
        <p:nvSpPr>
          <p:cNvPr id="11" name="Foliennummernplatzhalter 10">
            <a:extLst>
              <a:ext uri="{FF2B5EF4-FFF2-40B4-BE49-F238E27FC236}">
                <a16:creationId xmlns:a16="http://schemas.microsoft.com/office/drawing/2014/main" id="{8154CE45-B7C7-8B8D-9E44-EEBB2E749EAE}"/>
              </a:ext>
            </a:extLst>
          </p:cNvPr>
          <p:cNvSpPr>
            <a:spLocks noGrp="1"/>
          </p:cNvSpPr>
          <p:nvPr>
            <p:ph type="sldNum" sz="quarter" idx="26"/>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A1849F85-AD9E-3AFA-DAD9-CB2D5D7794A3}"/>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0C9DA3AF-D34D-F906-EB2B-2C40571E8EDD}"/>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932502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pictures">
    <p:bg>
      <p:bgRef idx="1001">
        <a:schemeClr val="bg1"/>
      </p:bgRef>
    </p:bg>
    <p:spTree>
      <p:nvGrpSpPr>
        <p:cNvPr id="1" name=""/>
        <p:cNvGrpSpPr/>
        <p:nvPr/>
      </p:nvGrpSpPr>
      <p:grpSpPr>
        <a:xfrm>
          <a:off x="0" y="0"/>
          <a:ext cx="0" cy="0"/>
          <a:chOff x="0" y="0"/>
          <a:chExt cx="0" cy="0"/>
        </a:xfrm>
      </p:grpSpPr>
      <p:sp>
        <p:nvSpPr>
          <p:cNvPr id="12" name="Bildplatzhalter 9">
            <a:extLst>
              <a:ext uri="{FF2B5EF4-FFF2-40B4-BE49-F238E27FC236}">
                <a16:creationId xmlns:a16="http://schemas.microsoft.com/office/drawing/2014/main" id="{02421048-9886-2419-9640-81DD6FC01F50}"/>
              </a:ext>
            </a:extLst>
          </p:cNvPr>
          <p:cNvSpPr>
            <a:spLocks noGrp="1"/>
          </p:cNvSpPr>
          <p:nvPr>
            <p:ph type="pic" sz="quarter" idx="23"/>
          </p:nvPr>
        </p:nvSpPr>
        <p:spPr>
          <a:xfrm>
            <a:off x="358775" y="1268413"/>
            <a:ext cx="5646737" cy="4865687"/>
          </a:xfrm>
          <a:prstGeom prst="roundRect">
            <a:avLst>
              <a:gd name="adj" fmla="val 3149"/>
            </a:avLst>
          </a:prstGeom>
        </p:spPr>
        <p:txBody>
          <a:bodyPr/>
          <a:lstStyle/>
          <a:p>
            <a:endParaRPr lang="de-DE"/>
          </a:p>
        </p:txBody>
      </p:sp>
      <p:sp>
        <p:nvSpPr>
          <p:cNvPr id="4" name="Bildplatzhalter 9">
            <a:extLst>
              <a:ext uri="{FF2B5EF4-FFF2-40B4-BE49-F238E27FC236}">
                <a16:creationId xmlns:a16="http://schemas.microsoft.com/office/drawing/2014/main" id="{39E582D0-148B-E3F8-C1F6-20E670C4E2D5}"/>
              </a:ext>
            </a:extLst>
          </p:cNvPr>
          <p:cNvSpPr>
            <a:spLocks noGrp="1"/>
          </p:cNvSpPr>
          <p:nvPr>
            <p:ph type="pic" sz="quarter" idx="24"/>
          </p:nvPr>
        </p:nvSpPr>
        <p:spPr>
          <a:xfrm>
            <a:off x="6184900" y="1268413"/>
            <a:ext cx="5645740" cy="4865687"/>
          </a:xfrm>
          <a:prstGeom prst="roundRect">
            <a:avLst>
              <a:gd name="adj" fmla="val 3149"/>
            </a:avLst>
          </a:prstGeom>
        </p:spPr>
        <p:txBody>
          <a:bodyPr/>
          <a:lstStyle/>
          <a:p>
            <a:endParaRPr lang="de-DE"/>
          </a:p>
        </p:txBody>
      </p:sp>
      <p:sp>
        <p:nvSpPr>
          <p:cNvPr id="8" name="Datumsplatzhalter 7">
            <a:extLst>
              <a:ext uri="{FF2B5EF4-FFF2-40B4-BE49-F238E27FC236}">
                <a16:creationId xmlns:a16="http://schemas.microsoft.com/office/drawing/2014/main" id="{BFD1BF69-08A7-9558-9F60-CC791BC4FDD4}"/>
              </a:ext>
            </a:extLst>
          </p:cNvPr>
          <p:cNvSpPr>
            <a:spLocks noGrp="1"/>
          </p:cNvSpPr>
          <p:nvPr>
            <p:ph type="dt" sz="half" idx="25"/>
          </p:nvPr>
        </p:nvSpPr>
        <p:spPr/>
        <p:txBody>
          <a:bodyPr/>
          <a:lstStyle/>
          <a:p>
            <a:fld id="{077CC313-2750-4133-876E-A4A7329A11B2}" type="datetime1">
              <a:rPr lang="de-DE" smtClean="0"/>
              <a:t>28.05.26</a:t>
            </a:fld>
            <a:endParaRPr lang="de-DE"/>
          </a:p>
        </p:txBody>
      </p:sp>
      <p:sp>
        <p:nvSpPr>
          <p:cNvPr id="9" name="Fußzeilenplatzhalter 8">
            <a:extLst>
              <a:ext uri="{FF2B5EF4-FFF2-40B4-BE49-F238E27FC236}">
                <a16:creationId xmlns:a16="http://schemas.microsoft.com/office/drawing/2014/main" id="{0CE1544F-C758-81C3-FC19-97BB331A8316}"/>
              </a:ext>
            </a:extLst>
          </p:cNvPr>
          <p:cNvSpPr>
            <a:spLocks noGrp="1"/>
          </p:cNvSpPr>
          <p:nvPr>
            <p:ph type="ftr" sz="quarter" idx="26"/>
          </p:nvPr>
        </p:nvSpPr>
        <p:spPr/>
        <p:txBody>
          <a:bodyPr/>
          <a:lstStyle/>
          <a:p>
            <a:r>
              <a:rPr lang="de-DE"/>
              <a:t>Hackathon 2026</a:t>
            </a:r>
          </a:p>
        </p:txBody>
      </p:sp>
      <p:sp>
        <p:nvSpPr>
          <p:cNvPr id="10" name="Foliennummernplatzhalter 9">
            <a:extLst>
              <a:ext uri="{FF2B5EF4-FFF2-40B4-BE49-F238E27FC236}">
                <a16:creationId xmlns:a16="http://schemas.microsoft.com/office/drawing/2014/main" id="{7A10771F-FCFF-198E-C54A-2B7D2B2D36D4}"/>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4CAE882F-5E0D-F701-BE83-72340FD920B8}"/>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453DB78A-DE64-02A2-6EEC-99BC068CDB65}"/>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243794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763" userDrawn="1">
          <p15:clr>
            <a:srgbClr val="FBAE40"/>
          </p15:clr>
        </p15:guide>
        <p15:guide id="2" pos="3896" userDrawn="1">
          <p15:clr>
            <a:srgbClr val="FBAE40"/>
          </p15:clr>
        </p15:guide>
        <p15:guide id="3" pos="3783" userDrawn="1">
          <p15:clr>
            <a:srgbClr val="FBAE40"/>
          </p15:clr>
        </p15:guide>
        <p15:guide id="4" orient="horz" pos="2274">
          <p15:clr>
            <a:srgbClr val="FBAE40"/>
          </p15:clr>
        </p15:guide>
        <p15:guide id="5" orient="horz" pos="2386">
          <p15:clr>
            <a:srgbClr val="FBAE40"/>
          </p15:clr>
        </p15:guide>
        <p15:guide id="6" pos="16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ext-big-picture">
    <p:bg>
      <p:bgRef idx="1001">
        <a:schemeClr val="bg1"/>
      </p:bgRef>
    </p:bg>
    <p:spTree>
      <p:nvGrpSpPr>
        <p:cNvPr id="1" name=""/>
        <p:cNvGrpSpPr/>
        <p:nvPr/>
      </p:nvGrpSpPr>
      <p:grpSpPr>
        <a:xfrm>
          <a:off x="0" y="0"/>
          <a:ext cx="0" cy="0"/>
          <a:chOff x="0" y="0"/>
          <a:chExt cx="0" cy="0"/>
        </a:xfrm>
      </p:grpSpPr>
      <p:sp>
        <p:nvSpPr>
          <p:cNvPr id="21" name="Textplatzhalter 8">
            <a:extLst>
              <a:ext uri="{FF2B5EF4-FFF2-40B4-BE49-F238E27FC236}">
                <a16:creationId xmlns:a16="http://schemas.microsoft.com/office/drawing/2014/main" id="{99702D91-A449-1DC9-3C0D-DDD4BEE5A3D5}"/>
              </a:ext>
            </a:extLst>
          </p:cNvPr>
          <p:cNvSpPr>
            <a:spLocks noGrp="1"/>
          </p:cNvSpPr>
          <p:nvPr>
            <p:ph type="body" sz="quarter" idx="17" hasCustomPrompt="1"/>
          </p:nvPr>
        </p:nvSpPr>
        <p:spPr>
          <a:xfrm>
            <a:off x="359471" y="1268413"/>
            <a:ext cx="3696592" cy="4865686"/>
          </a:xfrm>
          <a:prstGeom prst="rect">
            <a:avLst/>
          </a:prstGeom>
        </p:spPr>
        <p:txBody>
          <a:bodyPr lIns="0" tIns="0" rIns="0" bIns="0" anchor="ctr" anchorCtr="0">
            <a:normAutofit/>
          </a:bodyPr>
          <a:lstStyle>
            <a:lvl1pPr marL="0" indent="0">
              <a:lnSpc>
                <a:spcPct val="110000"/>
              </a:lnSpc>
              <a:buFontTx/>
              <a:buNone/>
              <a:defRPr sz="1800" b="0">
                <a:solidFill>
                  <a:schemeClr val="tx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12" name="Bildplatzhalter 9">
            <a:extLst>
              <a:ext uri="{FF2B5EF4-FFF2-40B4-BE49-F238E27FC236}">
                <a16:creationId xmlns:a16="http://schemas.microsoft.com/office/drawing/2014/main" id="{02421048-9886-2419-9640-81DD6FC01F50}"/>
              </a:ext>
            </a:extLst>
          </p:cNvPr>
          <p:cNvSpPr>
            <a:spLocks noGrp="1"/>
          </p:cNvSpPr>
          <p:nvPr>
            <p:ph type="pic" sz="quarter" idx="23"/>
          </p:nvPr>
        </p:nvSpPr>
        <p:spPr>
          <a:xfrm>
            <a:off x="4241844" y="1268413"/>
            <a:ext cx="7589794" cy="4865687"/>
          </a:xfrm>
          <a:prstGeom prst="roundRect">
            <a:avLst>
              <a:gd name="adj" fmla="val 3149"/>
            </a:avLst>
          </a:prstGeom>
        </p:spPr>
        <p:txBody>
          <a:bodyPr/>
          <a:lstStyle/>
          <a:p>
            <a:endParaRPr lang="de-DE"/>
          </a:p>
        </p:txBody>
      </p:sp>
      <p:sp>
        <p:nvSpPr>
          <p:cNvPr id="4" name="Datumsplatzhalter 3">
            <a:extLst>
              <a:ext uri="{FF2B5EF4-FFF2-40B4-BE49-F238E27FC236}">
                <a16:creationId xmlns:a16="http://schemas.microsoft.com/office/drawing/2014/main" id="{AF0DCADB-D911-FE52-C875-874F2A42725E}"/>
              </a:ext>
            </a:extLst>
          </p:cNvPr>
          <p:cNvSpPr>
            <a:spLocks noGrp="1"/>
          </p:cNvSpPr>
          <p:nvPr>
            <p:ph type="dt" sz="half" idx="24"/>
          </p:nvPr>
        </p:nvSpPr>
        <p:spPr/>
        <p:txBody>
          <a:bodyPr/>
          <a:lstStyle/>
          <a:p>
            <a:fld id="{4CCAAA67-52C7-4936-82F7-EF4CD556EB5B}" type="datetime1">
              <a:rPr lang="de-DE" smtClean="0"/>
              <a:t>28.05.26</a:t>
            </a:fld>
            <a:endParaRPr lang="de-DE"/>
          </a:p>
        </p:txBody>
      </p:sp>
      <p:sp>
        <p:nvSpPr>
          <p:cNvPr id="5" name="Fußzeilenplatzhalter 4">
            <a:extLst>
              <a:ext uri="{FF2B5EF4-FFF2-40B4-BE49-F238E27FC236}">
                <a16:creationId xmlns:a16="http://schemas.microsoft.com/office/drawing/2014/main" id="{98F29F3E-30D4-92D6-9A49-BF4F08E256F0}"/>
              </a:ext>
            </a:extLst>
          </p:cNvPr>
          <p:cNvSpPr>
            <a:spLocks noGrp="1"/>
          </p:cNvSpPr>
          <p:nvPr>
            <p:ph type="ftr" sz="quarter" idx="25"/>
          </p:nvPr>
        </p:nvSpPr>
        <p:spPr/>
        <p:txBody>
          <a:bodyPr/>
          <a:lstStyle/>
          <a:p>
            <a:r>
              <a:rPr lang="de-DE"/>
              <a:t>Hackathon 2026</a:t>
            </a:r>
          </a:p>
        </p:txBody>
      </p:sp>
      <p:sp>
        <p:nvSpPr>
          <p:cNvPr id="8" name="Foliennummernplatzhalter 7">
            <a:extLst>
              <a:ext uri="{FF2B5EF4-FFF2-40B4-BE49-F238E27FC236}">
                <a16:creationId xmlns:a16="http://schemas.microsoft.com/office/drawing/2014/main" id="{615C4CEC-6729-6BFC-45EB-972970565D86}"/>
              </a:ext>
            </a:extLst>
          </p:cNvPr>
          <p:cNvSpPr>
            <a:spLocks noGrp="1"/>
          </p:cNvSpPr>
          <p:nvPr>
            <p:ph type="sldNum" sz="quarter" idx="26"/>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FB11C4DB-B324-D4B3-9952-8C4BC5DF9351}"/>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7" name="Textplatzhalter 15">
            <a:extLst>
              <a:ext uri="{FF2B5EF4-FFF2-40B4-BE49-F238E27FC236}">
                <a16:creationId xmlns:a16="http://schemas.microsoft.com/office/drawing/2014/main" id="{72C35009-862F-1E92-5E05-EDCAF0DC87A9}"/>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9867546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74">
          <p15:clr>
            <a:srgbClr val="FBAE40"/>
          </p15:clr>
        </p15:guide>
        <p15:guide id="2" pos="5003">
          <p15:clr>
            <a:srgbClr val="FBAE40"/>
          </p15:clr>
        </p15:guide>
        <p15:guide id="3" pos="5118">
          <p15:clr>
            <a:srgbClr val="FBAE40"/>
          </p15:clr>
        </p15:guide>
        <p15:guide id="4" orient="horz" pos="2274">
          <p15:clr>
            <a:srgbClr val="FBAE40"/>
          </p15:clr>
        </p15:guide>
        <p15:guide id="5" orient="horz" pos="2386">
          <p15:clr>
            <a:srgbClr val="FBAE40"/>
          </p15:clr>
        </p15:guide>
        <p15:guide id="6" pos="255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ext-square-picture">
    <p:bg>
      <p:bgPr>
        <a:solidFill>
          <a:schemeClr val="accent2"/>
        </a:solidFill>
        <a:effectLst/>
      </p:bgPr>
    </p:bg>
    <p:spTree>
      <p:nvGrpSpPr>
        <p:cNvPr id="1" name=""/>
        <p:cNvGrpSpPr/>
        <p:nvPr/>
      </p:nvGrpSpPr>
      <p:grpSpPr>
        <a:xfrm>
          <a:off x="0" y="0"/>
          <a:ext cx="0" cy="0"/>
          <a:chOff x="0" y="0"/>
          <a:chExt cx="0" cy="0"/>
        </a:xfrm>
      </p:grpSpPr>
      <p:grpSp>
        <p:nvGrpSpPr>
          <p:cNvPr id="12" name="Gruppieren 11">
            <a:extLst>
              <a:ext uri="{FF2B5EF4-FFF2-40B4-BE49-F238E27FC236}">
                <a16:creationId xmlns:a16="http://schemas.microsoft.com/office/drawing/2014/main" id="{0AF5ABC9-8A53-62A2-39ED-356A6FD275F2}"/>
              </a:ext>
            </a:extLst>
          </p:cNvPr>
          <p:cNvGrpSpPr/>
          <p:nvPr userDrawn="1"/>
        </p:nvGrpSpPr>
        <p:grpSpPr>
          <a:xfrm>
            <a:off x="1102" y="0"/>
            <a:ext cx="8124825" cy="6858000"/>
            <a:chOff x="-2991538" y="0"/>
            <a:chExt cx="8124825" cy="6858000"/>
          </a:xfrm>
        </p:grpSpPr>
        <p:sp>
          <p:nvSpPr>
            <p:cNvPr id="13" name="Grafik 11">
              <a:extLst>
                <a:ext uri="{FF2B5EF4-FFF2-40B4-BE49-F238E27FC236}">
                  <a16:creationId xmlns:a16="http://schemas.microsoft.com/office/drawing/2014/main" id="{D526EE43-AE99-BF8B-2792-436A14016262}"/>
                </a:ext>
              </a:extLst>
            </p:cNvPr>
            <p:cNvSpPr>
              <a:spLocks noChangeAspect="1"/>
            </p:cNvSpPr>
            <p:nvPr userDrawn="1"/>
          </p:nvSpPr>
          <p:spPr>
            <a:xfrm>
              <a:off x="789039" y="0"/>
              <a:ext cx="4344248" cy="6858000"/>
            </a:xfrm>
            <a:custGeom>
              <a:avLst/>
              <a:gdLst>
                <a:gd name="connsiteX0" fmla="*/ 3975989 w 4443095"/>
                <a:gd name="connsiteY0" fmla="*/ 1678432 h 6851395"/>
                <a:gd name="connsiteX1" fmla="*/ 3009011 w 4443095"/>
                <a:gd name="connsiteY1" fmla="*/ 0 h 6851395"/>
                <a:gd name="connsiteX2" fmla="*/ 0 w 4443095"/>
                <a:gd name="connsiteY2" fmla="*/ 0 h 6851395"/>
                <a:gd name="connsiteX3" fmla="*/ 0 w 4443095"/>
                <a:gd name="connsiteY3" fmla="*/ 6851396 h 6851395"/>
                <a:gd name="connsiteX4" fmla="*/ 3009138 w 4443095"/>
                <a:gd name="connsiteY4" fmla="*/ 6851396 h 6851395"/>
                <a:gd name="connsiteX5" fmla="*/ 3975989 w 4443095"/>
                <a:gd name="connsiteY5" fmla="*/ 5172964 h 6851395"/>
                <a:gd name="connsiteX6" fmla="*/ 3975989 w 4443095"/>
                <a:gd name="connsiteY6" fmla="*/ 1678432 h 6851395"/>
                <a:gd name="connsiteX7" fmla="*/ 3975989 w 4443095"/>
                <a:gd name="connsiteY7" fmla="*/ 1678432 h 68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3095" h="6851395">
                  <a:moveTo>
                    <a:pt x="3975989" y="1678432"/>
                  </a:moveTo>
                  <a:lnTo>
                    <a:pt x="3009011" y="0"/>
                  </a:lnTo>
                  <a:lnTo>
                    <a:pt x="0" y="0"/>
                  </a:lnTo>
                  <a:lnTo>
                    <a:pt x="0" y="6851396"/>
                  </a:lnTo>
                  <a:lnTo>
                    <a:pt x="3009138" y="6851396"/>
                  </a:lnTo>
                  <a:lnTo>
                    <a:pt x="3975989" y="5172964"/>
                  </a:lnTo>
                  <a:cubicBezTo>
                    <a:pt x="4598797" y="4091813"/>
                    <a:pt x="4598797" y="2759583"/>
                    <a:pt x="3975989" y="1678432"/>
                  </a:cubicBezTo>
                  <a:lnTo>
                    <a:pt x="3975989" y="1678432"/>
                  </a:lnTo>
                  <a:close/>
                </a:path>
              </a:pathLst>
            </a:custGeom>
            <a:solidFill>
              <a:schemeClr val="bg1"/>
            </a:solidFill>
            <a:ln w="12682" cap="flat">
              <a:noFill/>
              <a:prstDash val="solid"/>
              <a:miter/>
            </a:ln>
          </p:spPr>
          <p:txBody>
            <a:bodyPr rtlCol="0" anchor="ctr"/>
            <a:lstStyle/>
            <a:p>
              <a:endParaRPr lang="de-DE">
                <a:solidFill>
                  <a:schemeClr val="bg1"/>
                </a:solidFill>
              </a:endParaRPr>
            </a:p>
          </p:txBody>
        </p:sp>
        <p:sp>
          <p:nvSpPr>
            <p:cNvPr id="14" name="Rechteck 13">
              <a:extLst>
                <a:ext uri="{FF2B5EF4-FFF2-40B4-BE49-F238E27FC236}">
                  <a16:creationId xmlns:a16="http://schemas.microsoft.com/office/drawing/2014/main" id="{194981F5-1CCA-CFFE-EB0D-4814659EDBEF}"/>
                </a:ext>
              </a:extLst>
            </p:cNvPr>
            <p:cNvSpPr/>
            <p:nvPr userDrawn="1"/>
          </p:nvSpPr>
          <p:spPr>
            <a:xfrm>
              <a:off x="-2991538" y="0"/>
              <a:ext cx="4742957" cy="6858000"/>
            </a:xfrm>
            <a:prstGeom prst="rect">
              <a:avLst/>
            </a:prstGeom>
            <a:solidFill>
              <a:schemeClr val="bg1"/>
            </a:solidFill>
            <a:ln w="15990" cap="flat">
              <a:noFill/>
              <a:prstDash val="solid"/>
              <a:miter/>
            </a:ln>
          </p:spPr>
          <p:txBody>
            <a:bodyPr rtlCol="0" anchor="ctr"/>
            <a:lstStyle/>
            <a:p>
              <a:pPr algn="l"/>
              <a:endParaRPr lang="de-DE">
                <a:solidFill>
                  <a:schemeClr val="bg1"/>
                </a:solidFill>
              </a:endParaRPr>
            </a:p>
          </p:txBody>
        </p:sp>
      </p:grpSp>
      <p:sp>
        <p:nvSpPr>
          <p:cNvPr id="21" name="Textplatzhalter 8">
            <a:extLst>
              <a:ext uri="{FF2B5EF4-FFF2-40B4-BE49-F238E27FC236}">
                <a16:creationId xmlns:a16="http://schemas.microsoft.com/office/drawing/2014/main" id="{99702D91-A449-1DC9-3C0D-DDD4BEE5A3D5}"/>
              </a:ext>
            </a:extLst>
          </p:cNvPr>
          <p:cNvSpPr>
            <a:spLocks noGrp="1"/>
          </p:cNvSpPr>
          <p:nvPr>
            <p:ph type="body" sz="quarter" idx="17" hasCustomPrompt="1"/>
          </p:nvPr>
        </p:nvSpPr>
        <p:spPr>
          <a:xfrm>
            <a:off x="359470" y="1268413"/>
            <a:ext cx="5736530" cy="4865685"/>
          </a:xfrm>
          <a:prstGeom prst="rect">
            <a:avLst/>
          </a:prstGeom>
        </p:spPr>
        <p:txBody>
          <a:bodyPr lIns="0" tIns="0" rIns="0" bIns="0" anchor="ctr" anchorCtr="0">
            <a:normAutofit/>
          </a:bodyPr>
          <a:lstStyle>
            <a:lvl1pPr marL="0" indent="0">
              <a:lnSpc>
                <a:spcPct val="110000"/>
              </a:lnSpc>
              <a:buFontTx/>
              <a:buNone/>
              <a:defRPr sz="1800" b="0">
                <a:solidFill>
                  <a:schemeClr val="tx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10" name="Bildplatzhalter 9">
            <a:extLst>
              <a:ext uri="{FF2B5EF4-FFF2-40B4-BE49-F238E27FC236}">
                <a16:creationId xmlns:a16="http://schemas.microsoft.com/office/drawing/2014/main" id="{0C9F9504-0476-F79C-3945-BF0F65207652}"/>
              </a:ext>
            </a:extLst>
          </p:cNvPr>
          <p:cNvSpPr>
            <a:spLocks noGrp="1"/>
          </p:cNvSpPr>
          <p:nvPr>
            <p:ph type="pic" sz="quarter" idx="23"/>
          </p:nvPr>
        </p:nvSpPr>
        <p:spPr>
          <a:xfrm>
            <a:off x="6960798" y="1268413"/>
            <a:ext cx="4870840" cy="4865687"/>
          </a:xfrm>
          <a:prstGeom prst="roundRect">
            <a:avLst>
              <a:gd name="adj" fmla="val 4138"/>
            </a:avLst>
          </a:prstGeom>
        </p:spPr>
        <p:txBody>
          <a:bodyPr/>
          <a:lstStyle/>
          <a:p>
            <a:endParaRPr lang="de-DE"/>
          </a:p>
        </p:txBody>
      </p:sp>
      <p:sp>
        <p:nvSpPr>
          <p:cNvPr id="9" name="Datumsplatzhalter 8">
            <a:extLst>
              <a:ext uri="{FF2B5EF4-FFF2-40B4-BE49-F238E27FC236}">
                <a16:creationId xmlns:a16="http://schemas.microsoft.com/office/drawing/2014/main" id="{C72DB30E-58E6-8A6A-520F-494B0BDE64AD}"/>
              </a:ext>
            </a:extLst>
          </p:cNvPr>
          <p:cNvSpPr>
            <a:spLocks noGrp="1"/>
          </p:cNvSpPr>
          <p:nvPr>
            <p:ph type="dt" sz="half" idx="24"/>
          </p:nvPr>
        </p:nvSpPr>
        <p:spPr/>
        <p:txBody>
          <a:bodyPr/>
          <a:lstStyle/>
          <a:p>
            <a:fld id="{354B347A-46A3-408B-A2FD-94D98C226C5F}" type="datetime1">
              <a:rPr lang="de-DE" smtClean="0"/>
              <a:t>28.05.26</a:t>
            </a:fld>
            <a:endParaRPr lang="de-DE"/>
          </a:p>
        </p:txBody>
      </p:sp>
      <p:sp>
        <p:nvSpPr>
          <p:cNvPr id="15" name="Fußzeilenplatzhalter 14">
            <a:extLst>
              <a:ext uri="{FF2B5EF4-FFF2-40B4-BE49-F238E27FC236}">
                <a16:creationId xmlns:a16="http://schemas.microsoft.com/office/drawing/2014/main" id="{B6EFC074-BC3F-DC46-BB87-BE45D2650642}"/>
              </a:ext>
            </a:extLst>
          </p:cNvPr>
          <p:cNvSpPr>
            <a:spLocks noGrp="1"/>
          </p:cNvSpPr>
          <p:nvPr>
            <p:ph type="ftr" sz="quarter" idx="25"/>
          </p:nvPr>
        </p:nvSpPr>
        <p:spPr/>
        <p:txBody>
          <a:bodyPr/>
          <a:lstStyle/>
          <a:p>
            <a:r>
              <a:rPr lang="de-DE"/>
              <a:t>Hackathon 2026</a:t>
            </a:r>
          </a:p>
        </p:txBody>
      </p:sp>
      <p:sp>
        <p:nvSpPr>
          <p:cNvPr id="16" name="Foliennummernplatzhalter 15">
            <a:extLst>
              <a:ext uri="{FF2B5EF4-FFF2-40B4-BE49-F238E27FC236}">
                <a16:creationId xmlns:a16="http://schemas.microsoft.com/office/drawing/2014/main" id="{7F4F3C4B-CD98-6537-4549-7FD9ABC47ED5}"/>
              </a:ext>
            </a:extLst>
          </p:cNvPr>
          <p:cNvSpPr>
            <a:spLocks noGrp="1"/>
          </p:cNvSpPr>
          <p:nvPr>
            <p:ph type="sldNum" sz="quarter" idx="26"/>
          </p:nvPr>
        </p:nvSpPr>
        <p:spPr/>
        <p:txBody>
          <a:bodyPr/>
          <a:lstStyle/>
          <a:p>
            <a:fld id="{75E2EC28-BB56-4A8E-A990-AA8F876D888B}" type="slidenum">
              <a:rPr lang="de-DE" smtClean="0"/>
              <a:pPr/>
              <a:t>‹#›</a:t>
            </a:fld>
            <a:endParaRPr lang="de-DE"/>
          </a:p>
        </p:txBody>
      </p:sp>
      <p:pic>
        <p:nvPicPr>
          <p:cNvPr id="17" name="Grafik 16">
            <a:extLst>
              <a:ext uri="{FF2B5EF4-FFF2-40B4-BE49-F238E27FC236}">
                <a16:creationId xmlns:a16="http://schemas.microsoft.com/office/drawing/2014/main" id="{B1DCA141-0EE4-F3BA-1DC7-1ED337508A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6496886"/>
            <a:ext cx="358275" cy="116013"/>
          </a:xfrm>
          <a:prstGeom prst="rect">
            <a:avLst/>
          </a:prstGeom>
        </p:spPr>
      </p:pic>
      <p:sp>
        <p:nvSpPr>
          <p:cNvPr id="2" name="Textplatzhalter 15">
            <a:extLst>
              <a:ext uri="{FF2B5EF4-FFF2-40B4-BE49-F238E27FC236}">
                <a16:creationId xmlns:a16="http://schemas.microsoft.com/office/drawing/2014/main" id="{D4D3A795-6404-7F21-C5E5-9300064E9666}"/>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6F578D49-448F-1BDA-29A6-13920B4BA35A}"/>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4892668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74">
          <p15:clr>
            <a:srgbClr val="FBAE40"/>
          </p15:clr>
        </p15:guide>
        <p15:guide id="2" pos="5003">
          <p15:clr>
            <a:srgbClr val="FBAE40"/>
          </p15:clr>
        </p15:guide>
        <p15:guide id="3" pos="5118">
          <p15:clr>
            <a:srgbClr val="FBAE40"/>
          </p15:clr>
        </p15:guide>
        <p15:guide id="4" orient="horz" pos="2274">
          <p15:clr>
            <a:srgbClr val="FBAE40"/>
          </p15:clr>
        </p15:guide>
        <p15:guide id="5" orient="horz" pos="2386">
          <p15:clr>
            <a:srgbClr val="FBAE40"/>
          </p15:clr>
        </p15:guide>
        <p15:guide id="6" pos="255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ext-square-picture-Bullets">
    <p:bg>
      <p:bgPr>
        <a:solidFill>
          <a:schemeClr val="accent2"/>
        </a:solidFill>
        <a:effectLst/>
      </p:bgPr>
    </p:bg>
    <p:spTree>
      <p:nvGrpSpPr>
        <p:cNvPr id="1" name=""/>
        <p:cNvGrpSpPr/>
        <p:nvPr/>
      </p:nvGrpSpPr>
      <p:grpSpPr>
        <a:xfrm>
          <a:off x="0" y="0"/>
          <a:ext cx="0" cy="0"/>
          <a:chOff x="0" y="0"/>
          <a:chExt cx="0" cy="0"/>
        </a:xfrm>
      </p:grpSpPr>
      <p:grpSp>
        <p:nvGrpSpPr>
          <p:cNvPr id="12" name="Gruppieren 11">
            <a:extLst>
              <a:ext uri="{FF2B5EF4-FFF2-40B4-BE49-F238E27FC236}">
                <a16:creationId xmlns:a16="http://schemas.microsoft.com/office/drawing/2014/main" id="{0AF5ABC9-8A53-62A2-39ED-356A6FD275F2}"/>
              </a:ext>
            </a:extLst>
          </p:cNvPr>
          <p:cNvGrpSpPr/>
          <p:nvPr userDrawn="1"/>
        </p:nvGrpSpPr>
        <p:grpSpPr>
          <a:xfrm>
            <a:off x="-182562" y="0"/>
            <a:ext cx="8124825" cy="6858000"/>
            <a:chOff x="-2991538" y="0"/>
            <a:chExt cx="8124825" cy="6858000"/>
          </a:xfrm>
        </p:grpSpPr>
        <p:sp>
          <p:nvSpPr>
            <p:cNvPr id="13" name="Grafik 11">
              <a:extLst>
                <a:ext uri="{FF2B5EF4-FFF2-40B4-BE49-F238E27FC236}">
                  <a16:creationId xmlns:a16="http://schemas.microsoft.com/office/drawing/2014/main" id="{D526EE43-AE99-BF8B-2792-436A14016262}"/>
                </a:ext>
              </a:extLst>
            </p:cNvPr>
            <p:cNvSpPr>
              <a:spLocks noChangeAspect="1"/>
            </p:cNvSpPr>
            <p:nvPr userDrawn="1"/>
          </p:nvSpPr>
          <p:spPr>
            <a:xfrm>
              <a:off x="789039" y="0"/>
              <a:ext cx="4344248" cy="6858000"/>
            </a:xfrm>
            <a:custGeom>
              <a:avLst/>
              <a:gdLst>
                <a:gd name="connsiteX0" fmla="*/ 3975989 w 4443095"/>
                <a:gd name="connsiteY0" fmla="*/ 1678432 h 6851395"/>
                <a:gd name="connsiteX1" fmla="*/ 3009011 w 4443095"/>
                <a:gd name="connsiteY1" fmla="*/ 0 h 6851395"/>
                <a:gd name="connsiteX2" fmla="*/ 0 w 4443095"/>
                <a:gd name="connsiteY2" fmla="*/ 0 h 6851395"/>
                <a:gd name="connsiteX3" fmla="*/ 0 w 4443095"/>
                <a:gd name="connsiteY3" fmla="*/ 6851396 h 6851395"/>
                <a:gd name="connsiteX4" fmla="*/ 3009138 w 4443095"/>
                <a:gd name="connsiteY4" fmla="*/ 6851396 h 6851395"/>
                <a:gd name="connsiteX5" fmla="*/ 3975989 w 4443095"/>
                <a:gd name="connsiteY5" fmla="*/ 5172964 h 6851395"/>
                <a:gd name="connsiteX6" fmla="*/ 3975989 w 4443095"/>
                <a:gd name="connsiteY6" fmla="*/ 1678432 h 6851395"/>
                <a:gd name="connsiteX7" fmla="*/ 3975989 w 4443095"/>
                <a:gd name="connsiteY7" fmla="*/ 1678432 h 68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3095" h="6851395">
                  <a:moveTo>
                    <a:pt x="3975989" y="1678432"/>
                  </a:moveTo>
                  <a:lnTo>
                    <a:pt x="3009011" y="0"/>
                  </a:lnTo>
                  <a:lnTo>
                    <a:pt x="0" y="0"/>
                  </a:lnTo>
                  <a:lnTo>
                    <a:pt x="0" y="6851396"/>
                  </a:lnTo>
                  <a:lnTo>
                    <a:pt x="3009138" y="6851396"/>
                  </a:lnTo>
                  <a:lnTo>
                    <a:pt x="3975989" y="5172964"/>
                  </a:lnTo>
                  <a:cubicBezTo>
                    <a:pt x="4598797" y="4091813"/>
                    <a:pt x="4598797" y="2759583"/>
                    <a:pt x="3975989" y="1678432"/>
                  </a:cubicBezTo>
                  <a:lnTo>
                    <a:pt x="3975989" y="1678432"/>
                  </a:lnTo>
                  <a:close/>
                </a:path>
              </a:pathLst>
            </a:custGeom>
            <a:solidFill>
              <a:schemeClr val="bg1"/>
            </a:solidFill>
            <a:ln w="12682" cap="flat">
              <a:noFill/>
              <a:prstDash val="solid"/>
              <a:miter/>
            </a:ln>
          </p:spPr>
          <p:txBody>
            <a:bodyPr rtlCol="0" anchor="ctr"/>
            <a:lstStyle/>
            <a:p>
              <a:endParaRPr lang="de-DE">
                <a:solidFill>
                  <a:schemeClr val="bg1"/>
                </a:solidFill>
              </a:endParaRPr>
            </a:p>
          </p:txBody>
        </p:sp>
        <p:sp>
          <p:nvSpPr>
            <p:cNvPr id="14" name="Rechteck 13">
              <a:extLst>
                <a:ext uri="{FF2B5EF4-FFF2-40B4-BE49-F238E27FC236}">
                  <a16:creationId xmlns:a16="http://schemas.microsoft.com/office/drawing/2014/main" id="{194981F5-1CCA-CFFE-EB0D-4814659EDBEF}"/>
                </a:ext>
              </a:extLst>
            </p:cNvPr>
            <p:cNvSpPr/>
            <p:nvPr userDrawn="1"/>
          </p:nvSpPr>
          <p:spPr>
            <a:xfrm>
              <a:off x="-2991538" y="0"/>
              <a:ext cx="4742957" cy="6858000"/>
            </a:xfrm>
            <a:prstGeom prst="rect">
              <a:avLst/>
            </a:prstGeom>
            <a:solidFill>
              <a:schemeClr val="bg1"/>
            </a:solidFill>
            <a:ln w="15990" cap="flat">
              <a:noFill/>
              <a:prstDash val="solid"/>
              <a:miter/>
            </a:ln>
          </p:spPr>
          <p:txBody>
            <a:bodyPr rtlCol="0" anchor="ctr"/>
            <a:lstStyle/>
            <a:p>
              <a:pPr algn="l"/>
              <a:endParaRPr lang="de-DE">
                <a:solidFill>
                  <a:schemeClr val="bg1"/>
                </a:solidFill>
              </a:endParaRPr>
            </a:p>
          </p:txBody>
        </p:sp>
      </p:grpSp>
      <p:sp>
        <p:nvSpPr>
          <p:cNvPr id="10" name="Bildplatzhalter 9">
            <a:extLst>
              <a:ext uri="{FF2B5EF4-FFF2-40B4-BE49-F238E27FC236}">
                <a16:creationId xmlns:a16="http://schemas.microsoft.com/office/drawing/2014/main" id="{0C9F9504-0476-F79C-3945-BF0F65207652}"/>
              </a:ext>
            </a:extLst>
          </p:cNvPr>
          <p:cNvSpPr>
            <a:spLocks noGrp="1"/>
          </p:cNvSpPr>
          <p:nvPr>
            <p:ph type="pic" sz="quarter" idx="23"/>
          </p:nvPr>
        </p:nvSpPr>
        <p:spPr>
          <a:xfrm>
            <a:off x="6960798" y="1268413"/>
            <a:ext cx="4870840" cy="4865687"/>
          </a:xfrm>
          <a:prstGeom prst="roundRect">
            <a:avLst>
              <a:gd name="adj" fmla="val 4138"/>
            </a:avLst>
          </a:prstGeom>
        </p:spPr>
        <p:txBody>
          <a:bodyPr/>
          <a:lstStyle/>
          <a:p>
            <a:endParaRPr lang="de-DE"/>
          </a:p>
        </p:txBody>
      </p:sp>
      <p:sp>
        <p:nvSpPr>
          <p:cNvPr id="9" name="Datumsplatzhalter 8">
            <a:extLst>
              <a:ext uri="{FF2B5EF4-FFF2-40B4-BE49-F238E27FC236}">
                <a16:creationId xmlns:a16="http://schemas.microsoft.com/office/drawing/2014/main" id="{C72DB30E-58E6-8A6A-520F-494B0BDE64AD}"/>
              </a:ext>
            </a:extLst>
          </p:cNvPr>
          <p:cNvSpPr>
            <a:spLocks noGrp="1"/>
          </p:cNvSpPr>
          <p:nvPr>
            <p:ph type="dt" sz="half" idx="24"/>
          </p:nvPr>
        </p:nvSpPr>
        <p:spPr/>
        <p:txBody>
          <a:bodyPr/>
          <a:lstStyle/>
          <a:p>
            <a:fld id="{A92D3835-F741-4C43-BB27-4B4462E0CB7B}" type="datetime1">
              <a:rPr lang="de-DE" smtClean="0"/>
              <a:t>28.05.26</a:t>
            </a:fld>
            <a:endParaRPr lang="de-DE"/>
          </a:p>
        </p:txBody>
      </p:sp>
      <p:sp>
        <p:nvSpPr>
          <p:cNvPr id="15" name="Fußzeilenplatzhalter 14">
            <a:extLst>
              <a:ext uri="{FF2B5EF4-FFF2-40B4-BE49-F238E27FC236}">
                <a16:creationId xmlns:a16="http://schemas.microsoft.com/office/drawing/2014/main" id="{B6EFC074-BC3F-DC46-BB87-BE45D2650642}"/>
              </a:ext>
            </a:extLst>
          </p:cNvPr>
          <p:cNvSpPr>
            <a:spLocks noGrp="1"/>
          </p:cNvSpPr>
          <p:nvPr>
            <p:ph type="ftr" sz="quarter" idx="25"/>
          </p:nvPr>
        </p:nvSpPr>
        <p:spPr/>
        <p:txBody>
          <a:bodyPr/>
          <a:lstStyle/>
          <a:p>
            <a:r>
              <a:rPr lang="de-DE"/>
              <a:t>Hackathon 2026</a:t>
            </a:r>
          </a:p>
        </p:txBody>
      </p:sp>
      <p:sp>
        <p:nvSpPr>
          <p:cNvPr id="16" name="Foliennummernplatzhalter 15">
            <a:extLst>
              <a:ext uri="{FF2B5EF4-FFF2-40B4-BE49-F238E27FC236}">
                <a16:creationId xmlns:a16="http://schemas.microsoft.com/office/drawing/2014/main" id="{7F4F3C4B-CD98-6537-4549-7FD9ABC47ED5}"/>
              </a:ext>
            </a:extLst>
          </p:cNvPr>
          <p:cNvSpPr>
            <a:spLocks noGrp="1"/>
          </p:cNvSpPr>
          <p:nvPr>
            <p:ph type="sldNum" sz="quarter" idx="26"/>
          </p:nvPr>
        </p:nvSpPr>
        <p:spPr/>
        <p:txBody>
          <a:bodyPr/>
          <a:lstStyle/>
          <a:p>
            <a:fld id="{75E2EC28-BB56-4A8E-A990-AA8F876D888B}" type="slidenum">
              <a:rPr lang="de-DE" smtClean="0"/>
              <a:pPr/>
              <a:t>‹#›</a:t>
            </a:fld>
            <a:endParaRPr lang="de-DE"/>
          </a:p>
        </p:txBody>
      </p:sp>
      <p:pic>
        <p:nvPicPr>
          <p:cNvPr id="17" name="Grafik 16">
            <a:extLst>
              <a:ext uri="{FF2B5EF4-FFF2-40B4-BE49-F238E27FC236}">
                <a16:creationId xmlns:a16="http://schemas.microsoft.com/office/drawing/2014/main" id="{B1DCA141-0EE4-F3BA-1DC7-1ED337508A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6496886"/>
            <a:ext cx="358275" cy="116013"/>
          </a:xfrm>
          <a:prstGeom prst="rect">
            <a:avLst/>
          </a:prstGeom>
        </p:spPr>
      </p:pic>
      <p:sp>
        <p:nvSpPr>
          <p:cNvPr id="2" name="Textplatzhalter 8">
            <a:extLst>
              <a:ext uri="{FF2B5EF4-FFF2-40B4-BE49-F238E27FC236}">
                <a16:creationId xmlns:a16="http://schemas.microsoft.com/office/drawing/2014/main" id="{F50FF66D-A224-A13B-F4AE-C730DFAD7030}"/>
              </a:ext>
            </a:extLst>
          </p:cNvPr>
          <p:cNvSpPr>
            <a:spLocks noGrp="1"/>
          </p:cNvSpPr>
          <p:nvPr>
            <p:ph type="body" sz="quarter" idx="10" hasCustomPrompt="1"/>
          </p:nvPr>
        </p:nvSpPr>
        <p:spPr>
          <a:xfrm>
            <a:off x="370585" y="1268413"/>
            <a:ext cx="5725415" cy="4869877"/>
          </a:xfrm>
          <a:prstGeom prst="rect">
            <a:avLst/>
          </a:prstGeom>
        </p:spPr>
        <p:txBody>
          <a:bodyPr lIns="0" tIns="0" rIns="0" anchor="ctr"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3"/>
                    </a:ext>
                  </a:extLst>
                </a:blip>
              </a:buBlip>
              <a:tabLst/>
              <a:defRPr sz="1600" b="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p>
          <a:p>
            <a:pPr marL="450850" marR="0" lvl="0" indent="-450850" algn="l" defTabSz="914400" rtl="0" eaLnBrk="1" fontAlgn="auto" latinLnBrk="0" hangingPunct="1">
              <a:lnSpc>
                <a:spcPct val="100000"/>
              </a:lnSpc>
              <a:spcBef>
                <a:spcPts val="1000"/>
              </a:spcBef>
              <a:spcAft>
                <a:spcPts val="0"/>
              </a:spcAft>
              <a:buClrTx/>
              <a:buSzPct val="95000"/>
              <a:buFontTx/>
              <a:buBlip>
                <a:blip>
                  <a:extLst>
                    <a:ext uri="{96DAC541-7B7A-43D3-8B79-37D633B846F1}">
                      <asvg:svgBlip xmlns:asvg="http://schemas.microsoft.com/office/drawing/2016/SVG/main" r:embed="rId3"/>
                    </a:ext>
                  </a:extLst>
                </a:blip>
              </a:buBlip>
              <a:tabLst/>
              <a:defRPr/>
            </a:pPr>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effectLst/>
              </a:rPr>
              <a:t>.</a:t>
            </a:r>
            <a:endParaRPr lang="de-DE"/>
          </a:p>
        </p:txBody>
      </p:sp>
      <p:sp>
        <p:nvSpPr>
          <p:cNvPr id="3" name="Textplatzhalter 15">
            <a:extLst>
              <a:ext uri="{FF2B5EF4-FFF2-40B4-BE49-F238E27FC236}">
                <a16:creationId xmlns:a16="http://schemas.microsoft.com/office/drawing/2014/main" id="{3C1E773E-A681-EC94-1645-548ECE6BD4F5}"/>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4" name="Textplatzhalter 15">
            <a:extLst>
              <a:ext uri="{FF2B5EF4-FFF2-40B4-BE49-F238E27FC236}">
                <a16:creationId xmlns:a16="http://schemas.microsoft.com/office/drawing/2014/main" id="{ECCC9056-8066-1A22-83C8-5085460E9F5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9801536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74">
          <p15:clr>
            <a:srgbClr val="FBAE40"/>
          </p15:clr>
        </p15:guide>
        <p15:guide id="2" pos="5003">
          <p15:clr>
            <a:srgbClr val="FBAE40"/>
          </p15:clr>
        </p15:guide>
        <p15:guide id="3" pos="5118">
          <p15:clr>
            <a:srgbClr val="FBAE40"/>
          </p15:clr>
        </p15:guide>
        <p15:guide id="4" orient="horz" pos="2274">
          <p15:clr>
            <a:srgbClr val="FBAE40"/>
          </p15:clr>
        </p15:guide>
        <p15:guide id="5" orient="horz" pos="2386">
          <p15:clr>
            <a:srgbClr val="FBAE40"/>
          </p15:clr>
        </p15:guide>
        <p15:guide id="6" pos="255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ext-2-pictures">
    <p:bg>
      <p:bgRef idx="1001">
        <a:schemeClr val="bg1"/>
      </p:bgRef>
    </p:bg>
    <p:spTree>
      <p:nvGrpSpPr>
        <p:cNvPr id="1" name=""/>
        <p:cNvGrpSpPr/>
        <p:nvPr/>
      </p:nvGrpSpPr>
      <p:grpSpPr>
        <a:xfrm>
          <a:off x="0" y="0"/>
          <a:ext cx="0" cy="0"/>
          <a:chOff x="0" y="0"/>
          <a:chExt cx="0" cy="0"/>
        </a:xfrm>
      </p:grpSpPr>
      <p:sp>
        <p:nvSpPr>
          <p:cNvPr id="21" name="Textplatzhalter 8">
            <a:extLst>
              <a:ext uri="{FF2B5EF4-FFF2-40B4-BE49-F238E27FC236}">
                <a16:creationId xmlns:a16="http://schemas.microsoft.com/office/drawing/2014/main" id="{99702D91-A449-1DC9-3C0D-DDD4BEE5A3D5}"/>
              </a:ext>
            </a:extLst>
          </p:cNvPr>
          <p:cNvSpPr>
            <a:spLocks noGrp="1"/>
          </p:cNvSpPr>
          <p:nvPr>
            <p:ph type="body" sz="quarter" idx="17" hasCustomPrompt="1"/>
          </p:nvPr>
        </p:nvSpPr>
        <p:spPr>
          <a:xfrm>
            <a:off x="359471" y="1268414"/>
            <a:ext cx="3696592" cy="4865686"/>
          </a:xfrm>
          <a:prstGeom prst="rect">
            <a:avLst/>
          </a:prstGeom>
        </p:spPr>
        <p:txBody>
          <a:bodyPr lIns="0" tIns="0" rIns="0" bIns="0" anchor="ctr" anchorCtr="0">
            <a:normAutofit/>
          </a:bodyPr>
          <a:lstStyle>
            <a:lvl1pPr marL="0" indent="0">
              <a:lnSpc>
                <a:spcPct val="110000"/>
              </a:lnSpc>
              <a:buFontTx/>
              <a:buNone/>
              <a:defRPr sz="1800" b="0">
                <a:solidFill>
                  <a:schemeClr val="tx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Lorem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28" name="Bildplatzhalter 9">
            <a:extLst>
              <a:ext uri="{FF2B5EF4-FFF2-40B4-BE49-F238E27FC236}">
                <a16:creationId xmlns:a16="http://schemas.microsoft.com/office/drawing/2014/main" id="{D5952BF0-F0B7-3B87-F687-B3F11D6E4019}"/>
              </a:ext>
            </a:extLst>
          </p:cNvPr>
          <p:cNvSpPr>
            <a:spLocks noGrp="1"/>
          </p:cNvSpPr>
          <p:nvPr>
            <p:ph type="pic" sz="quarter" idx="24"/>
          </p:nvPr>
        </p:nvSpPr>
        <p:spPr>
          <a:xfrm>
            <a:off x="4244975" y="1268413"/>
            <a:ext cx="3703450" cy="4865687"/>
          </a:xfrm>
          <a:prstGeom prst="roundRect">
            <a:avLst>
              <a:gd name="adj" fmla="val 4138"/>
            </a:avLst>
          </a:prstGeom>
        </p:spPr>
        <p:txBody>
          <a:bodyPr/>
          <a:lstStyle/>
          <a:p>
            <a:endParaRPr lang="de-DE"/>
          </a:p>
        </p:txBody>
      </p:sp>
      <p:sp>
        <p:nvSpPr>
          <p:cNvPr id="31" name="Bildplatzhalter 9">
            <a:extLst>
              <a:ext uri="{FF2B5EF4-FFF2-40B4-BE49-F238E27FC236}">
                <a16:creationId xmlns:a16="http://schemas.microsoft.com/office/drawing/2014/main" id="{F8A7391B-602A-1DF3-EA98-4AD26F55A302}"/>
              </a:ext>
            </a:extLst>
          </p:cNvPr>
          <p:cNvSpPr>
            <a:spLocks noGrp="1"/>
          </p:cNvSpPr>
          <p:nvPr>
            <p:ph type="pic" sz="quarter" idx="25"/>
          </p:nvPr>
        </p:nvSpPr>
        <p:spPr>
          <a:xfrm>
            <a:off x="8136331" y="1268413"/>
            <a:ext cx="3703450" cy="4865687"/>
          </a:xfrm>
          <a:prstGeom prst="roundRect">
            <a:avLst>
              <a:gd name="adj" fmla="val 4138"/>
            </a:avLst>
          </a:prstGeom>
        </p:spPr>
        <p:txBody>
          <a:bodyPr/>
          <a:lstStyle/>
          <a:p>
            <a:endParaRPr lang="de-DE"/>
          </a:p>
        </p:txBody>
      </p:sp>
      <p:sp>
        <p:nvSpPr>
          <p:cNvPr id="5" name="Datumsplatzhalter 4">
            <a:extLst>
              <a:ext uri="{FF2B5EF4-FFF2-40B4-BE49-F238E27FC236}">
                <a16:creationId xmlns:a16="http://schemas.microsoft.com/office/drawing/2014/main" id="{28C83771-77A6-8790-F338-E581D4BA2DBD}"/>
              </a:ext>
            </a:extLst>
          </p:cNvPr>
          <p:cNvSpPr>
            <a:spLocks noGrp="1"/>
          </p:cNvSpPr>
          <p:nvPr>
            <p:ph type="dt" sz="half" idx="26"/>
          </p:nvPr>
        </p:nvSpPr>
        <p:spPr/>
        <p:txBody>
          <a:bodyPr/>
          <a:lstStyle/>
          <a:p>
            <a:fld id="{DEF723B2-30D2-481C-A439-FF79BADC1897}" type="datetime1">
              <a:rPr lang="de-DE" smtClean="0"/>
              <a:t>28.05.26</a:t>
            </a:fld>
            <a:endParaRPr lang="de-DE"/>
          </a:p>
        </p:txBody>
      </p:sp>
      <p:sp>
        <p:nvSpPr>
          <p:cNvPr id="6" name="Fußzeilenplatzhalter 5">
            <a:extLst>
              <a:ext uri="{FF2B5EF4-FFF2-40B4-BE49-F238E27FC236}">
                <a16:creationId xmlns:a16="http://schemas.microsoft.com/office/drawing/2014/main" id="{C16ADB83-45FA-58FC-D1F8-88B750557D62}"/>
              </a:ext>
            </a:extLst>
          </p:cNvPr>
          <p:cNvSpPr>
            <a:spLocks noGrp="1"/>
          </p:cNvSpPr>
          <p:nvPr>
            <p:ph type="ftr" sz="quarter" idx="27"/>
          </p:nvPr>
        </p:nvSpPr>
        <p:spPr/>
        <p:txBody>
          <a:bodyPr/>
          <a:lstStyle/>
          <a:p>
            <a:r>
              <a:rPr lang="de-DE"/>
              <a:t>Hackathon 2026</a:t>
            </a:r>
          </a:p>
        </p:txBody>
      </p:sp>
      <p:sp>
        <p:nvSpPr>
          <p:cNvPr id="8" name="Foliennummernplatzhalter 7">
            <a:extLst>
              <a:ext uri="{FF2B5EF4-FFF2-40B4-BE49-F238E27FC236}">
                <a16:creationId xmlns:a16="http://schemas.microsoft.com/office/drawing/2014/main" id="{6D85CC55-E7E5-043A-494B-7AFC29C4DBCE}"/>
              </a:ext>
            </a:extLst>
          </p:cNvPr>
          <p:cNvSpPr>
            <a:spLocks noGrp="1"/>
          </p:cNvSpPr>
          <p:nvPr>
            <p:ph type="sldNum" sz="quarter" idx="28"/>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8DFFE592-38AD-5FD8-72E0-02459183EDD6}"/>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7F7A9CE3-B85C-4F8B-3C39-0E0E8E10E10F}"/>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5537016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74" userDrawn="1">
          <p15:clr>
            <a:srgbClr val="FBAE40"/>
          </p15:clr>
        </p15:guide>
        <p15:guide id="2" pos="5003" userDrawn="1">
          <p15:clr>
            <a:srgbClr val="FBAE40"/>
          </p15:clr>
        </p15:guide>
        <p15:guide id="3" pos="5118" userDrawn="1">
          <p15:clr>
            <a:srgbClr val="FBAE40"/>
          </p15:clr>
        </p15:guide>
        <p15:guide id="4" orient="horz" pos="2274" userDrawn="1">
          <p15:clr>
            <a:srgbClr val="FBAE40"/>
          </p15:clr>
        </p15:guide>
        <p15:guide id="5" orient="horz" pos="2386" userDrawn="1">
          <p15:clr>
            <a:srgbClr val="FBAE40"/>
          </p15:clr>
        </p15:guide>
        <p15:guide id="6" pos="255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ext-3-pictures">
    <p:bg>
      <p:bgRef idx="1001">
        <a:schemeClr val="bg1"/>
      </p:bgRef>
    </p:bg>
    <p:spTree>
      <p:nvGrpSpPr>
        <p:cNvPr id="1" name=""/>
        <p:cNvGrpSpPr/>
        <p:nvPr/>
      </p:nvGrpSpPr>
      <p:grpSpPr>
        <a:xfrm>
          <a:off x="0" y="0"/>
          <a:ext cx="0" cy="0"/>
          <a:chOff x="0" y="0"/>
          <a:chExt cx="0" cy="0"/>
        </a:xfrm>
      </p:grpSpPr>
      <p:sp>
        <p:nvSpPr>
          <p:cNvPr id="21" name="Textplatzhalter 8">
            <a:extLst>
              <a:ext uri="{FF2B5EF4-FFF2-40B4-BE49-F238E27FC236}">
                <a16:creationId xmlns:a16="http://schemas.microsoft.com/office/drawing/2014/main" id="{99702D91-A449-1DC9-3C0D-DDD4BEE5A3D5}"/>
              </a:ext>
            </a:extLst>
          </p:cNvPr>
          <p:cNvSpPr>
            <a:spLocks noGrp="1"/>
          </p:cNvSpPr>
          <p:nvPr>
            <p:ph type="body" sz="quarter" idx="17" hasCustomPrompt="1"/>
          </p:nvPr>
        </p:nvSpPr>
        <p:spPr>
          <a:xfrm>
            <a:off x="359471" y="1268414"/>
            <a:ext cx="3696592" cy="4865686"/>
          </a:xfrm>
          <a:prstGeom prst="rect">
            <a:avLst/>
          </a:prstGeom>
        </p:spPr>
        <p:txBody>
          <a:bodyPr lIns="0" tIns="0" rIns="0" bIns="0" anchor="ctr" anchorCtr="0">
            <a:normAutofit/>
          </a:bodyPr>
          <a:lstStyle>
            <a:lvl1pPr marL="0" indent="0">
              <a:lnSpc>
                <a:spcPct val="110000"/>
              </a:lnSpc>
              <a:buFontTx/>
              <a:buNone/>
              <a:defRPr sz="1800" b="0">
                <a:solidFill>
                  <a:schemeClr val="tx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28" name="Bildplatzhalter 9">
            <a:extLst>
              <a:ext uri="{FF2B5EF4-FFF2-40B4-BE49-F238E27FC236}">
                <a16:creationId xmlns:a16="http://schemas.microsoft.com/office/drawing/2014/main" id="{D5952BF0-F0B7-3B87-F687-B3F11D6E4019}"/>
              </a:ext>
            </a:extLst>
          </p:cNvPr>
          <p:cNvSpPr>
            <a:spLocks noGrp="1"/>
          </p:cNvSpPr>
          <p:nvPr>
            <p:ph type="pic" sz="quarter" idx="24"/>
          </p:nvPr>
        </p:nvSpPr>
        <p:spPr>
          <a:xfrm>
            <a:off x="4244975" y="1268413"/>
            <a:ext cx="3703450" cy="4865687"/>
          </a:xfrm>
          <a:prstGeom prst="roundRect">
            <a:avLst>
              <a:gd name="adj" fmla="val 4138"/>
            </a:avLst>
          </a:prstGeom>
        </p:spPr>
        <p:txBody>
          <a:bodyPr/>
          <a:lstStyle/>
          <a:p>
            <a:endParaRPr lang="de-DE"/>
          </a:p>
        </p:txBody>
      </p:sp>
      <p:sp>
        <p:nvSpPr>
          <p:cNvPr id="29" name="Bildplatzhalter 9">
            <a:extLst>
              <a:ext uri="{FF2B5EF4-FFF2-40B4-BE49-F238E27FC236}">
                <a16:creationId xmlns:a16="http://schemas.microsoft.com/office/drawing/2014/main" id="{A990A66D-FA07-B577-72A6-8F5AD1FCBA4E}"/>
              </a:ext>
            </a:extLst>
          </p:cNvPr>
          <p:cNvSpPr>
            <a:spLocks noGrp="1"/>
          </p:cNvSpPr>
          <p:nvPr>
            <p:ph type="pic" sz="quarter" idx="25"/>
          </p:nvPr>
        </p:nvSpPr>
        <p:spPr>
          <a:xfrm>
            <a:off x="8129457" y="1268414"/>
            <a:ext cx="3703450" cy="2341562"/>
          </a:xfrm>
          <a:prstGeom prst="roundRect">
            <a:avLst>
              <a:gd name="adj" fmla="val 7074"/>
            </a:avLst>
          </a:prstGeom>
        </p:spPr>
        <p:txBody>
          <a:bodyPr/>
          <a:lstStyle/>
          <a:p>
            <a:endParaRPr lang="de-DE"/>
          </a:p>
        </p:txBody>
      </p:sp>
      <p:sp>
        <p:nvSpPr>
          <p:cNvPr id="30" name="Bildplatzhalter 9">
            <a:extLst>
              <a:ext uri="{FF2B5EF4-FFF2-40B4-BE49-F238E27FC236}">
                <a16:creationId xmlns:a16="http://schemas.microsoft.com/office/drawing/2014/main" id="{D88BCC38-A307-A5F5-272D-4C33F87D180B}"/>
              </a:ext>
            </a:extLst>
          </p:cNvPr>
          <p:cNvSpPr>
            <a:spLocks noGrp="1"/>
          </p:cNvSpPr>
          <p:nvPr>
            <p:ph type="pic" sz="quarter" idx="26"/>
          </p:nvPr>
        </p:nvSpPr>
        <p:spPr>
          <a:xfrm>
            <a:off x="8129457" y="3798484"/>
            <a:ext cx="3703450" cy="2341562"/>
          </a:xfrm>
          <a:prstGeom prst="roundRect">
            <a:avLst>
              <a:gd name="adj" fmla="val 7074"/>
            </a:avLst>
          </a:prstGeom>
        </p:spPr>
        <p:txBody>
          <a:bodyPr/>
          <a:lstStyle/>
          <a:p>
            <a:endParaRPr lang="de-DE"/>
          </a:p>
        </p:txBody>
      </p:sp>
      <p:sp>
        <p:nvSpPr>
          <p:cNvPr id="4" name="Datumsplatzhalter 3">
            <a:extLst>
              <a:ext uri="{FF2B5EF4-FFF2-40B4-BE49-F238E27FC236}">
                <a16:creationId xmlns:a16="http://schemas.microsoft.com/office/drawing/2014/main" id="{7CE67593-CB8D-08BC-1765-086CC90DD099}"/>
              </a:ext>
            </a:extLst>
          </p:cNvPr>
          <p:cNvSpPr>
            <a:spLocks noGrp="1"/>
          </p:cNvSpPr>
          <p:nvPr>
            <p:ph type="dt" sz="half" idx="27"/>
          </p:nvPr>
        </p:nvSpPr>
        <p:spPr/>
        <p:txBody>
          <a:bodyPr/>
          <a:lstStyle/>
          <a:p>
            <a:fld id="{919958E5-0AD4-4CFD-B508-7465BAEB52B9}" type="datetime1">
              <a:rPr lang="de-DE" smtClean="0"/>
              <a:t>28.05.26</a:t>
            </a:fld>
            <a:endParaRPr lang="de-DE"/>
          </a:p>
        </p:txBody>
      </p:sp>
      <p:sp>
        <p:nvSpPr>
          <p:cNvPr id="5" name="Fußzeilenplatzhalter 4">
            <a:extLst>
              <a:ext uri="{FF2B5EF4-FFF2-40B4-BE49-F238E27FC236}">
                <a16:creationId xmlns:a16="http://schemas.microsoft.com/office/drawing/2014/main" id="{FEBC9717-7ECA-90E2-7620-A3B0101CC003}"/>
              </a:ext>
            </a:extLst>
          </p:cNvPr>
          <p:cNvSpPr>
            <a:spLocks noGrp="1"/>
          </p:cNvSpPr>
          <p:nvPr>
            <p:ph type="ftr" sz="quarter" idx="28"/>
          </p:nvPr>
        </p:nvSpPr>
        <p:spPr/>
        <p:txBody>
          <a:bodyPr/>
          <a:lstStyle/>
          <a:p>
            <a:r>
              <a:rPr lang="de-DE"/>
              <a:t>Hackathon 2026</a:t>
            </a:r>
          </a:p>
        </p:txBody>
      </p:sp>
      <p:sp>
        <p:nvSpPr>
          <p:cNvPr id="6" name="Foliennummernplatzhalter 5">
            <a:extLst>
              <a:ext uri="{FF2B5EF4-FFF2-40B4-BE49-F238E27FC236}">
                <a16:creationId xmlns:a16="http://schemas.microsoft.com/office/drawing/2014/main" id="{E92E0731-710B-2EB5-1942-EF4A1A1CF646}"/>
              </a:ext>
            </a:extLst>
          </p:cNvPr>
          <p:cNvSpPr>
            <a:spLocks noGrp="1"/>
          </p:cNvSpPr>
          <p:nvPr>
            <p:ph type="sldNum" sz="quarter" idx="29"/>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1238FA34-E66E-09E5-C3A9-D520587A04F4}"/>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76F63A52-C3C6-52D2-BCF5-BA0401B9F45E}"/>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42753344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74">
          <p15:clr>
            <a:srgbClr val="FBAE40"/>
          </p15:clr>
        </p15:guide>
        <p15:guide id="2" pos="5003">
          <p15:clr>
            <a:srgbClr val="FBAE40"/>
          </p15:clr>
        </p15:guide>
        <p15:guide id="3" pos="5118">
          <p15:clr>
            <a:srgbClr val="FBAE40"/>
          </p15:clr>
        </p15:guide>
        <p15:guide id="4" orient="horz" pos="2274">
          <p15:clr>
            <a:srgbClr val="FBAE40"/>
          </p15:clr>
        </p15:guide>
        <p15:guide id="5" orient="horz" pos="2386">
          <p15:clr>
            <a:srgbClr val="FBAE40"/>
          </p15:clr>
        </p15:guide>
        <p15:guide id="6" pos="255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ext-small-picture">
    <p:bg>
      <p:bgRef idx="1001">
        <a:schemeClr val="bg1"/>
      </p:bgRef>
    </p:bg>
    <p:spTree>
      <p:nvGrpSpPr>
        <p:cNvPr id="1" name=""/>
        <p:cNvGrpSpPr/>
        <p:nvPr/>
      </p:nvGrpSpPr>
      <p:grpSpPr>
        <a:xfrm>
          <a:off x="0" y="0"/>
          <a:ext cx="0" cy="0"/>
          <a:chOff x="0" y="0"/>
          <a:chExt cx="0" cy="0"/>
        </a:xfrm>
      </p:grpSpPr>
      <p:sp>
        <p:nvSpPr>
          <p:cNvPr id="3" name="Textplatzhalter 8">
            <a:extLst>
              <a:ext uri="{FF2B5EF4-FFF2-40B4-BE49-F238E27FC236}">
                <a16:creationId xmlns:a16="http://schemas.microsoft.com/office/drawing/2014/main" id="{5B0A0D06-8CE8-1003-6610-4647B3E79162}"/>
              </a:ext>
            </a:extLst>
          </p:cNvPr>
          <p:cNvSpPr>
            <a:spLocks noGrp="1"/>
          </p:cNvSpPr>
          <p:nvPr>
            <p:ph type="body" sz="quarter" idx="17" hasCustomPrompt="1"/>
          </p:nvPr>
        </p:nvSpPr>
        <p:spPr>
          <a:xfrm>
            <a:off x="360361" y="1268413"/>
            <a:ext cx="7580313" cy="4865687"/>
          </a:xfrm>
          <a:prstGeom prst="rect">
            <a:avLst/>
          </a:prstGeom>
        </p:spPr>
        <p:txBody>
          <a:bodyPr lIns="0" tIns="0" rIns="0" bIns="0" anchor="ctr" anchorCtr="0">
            <a:normAutofit/>
          </a:bodyPr>
          <a:lstStyle>
            <a:lvl1pPr marL="0" indent="0">
              <a:lnSpc>
                <a:spcPct val="110000"/>
              </a:lnSpc>
              <a:buFontTx/>
              <a:buNone/>
              <a:defRPr sz="1800" b="0">
                <a:solidFill>
                  <a:schemeClr val="tx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consectetur</a:t>
            </a:r>
            <a:r>
              <a:rPr lang="de-DE"/>
              <a:t> </a:t>
            </a:r>
            <a:r>
              <a:rPr lang="de-DE" err="1"/>
              <a:t>adipiscing</a:t>
            </a:r>
            <a:r>
              <a:rPr lang="de-DE"/>
              <a:t> </a:t>
            </a:r>
            <a:r>
              <a:rPr lang="de-DE" err="1"/>
              <a:t>elit</a:t>
            </a:r>
            <a:r>
              <a:rPr lang="de-DE"/>
              <a:t>: Sed do </a:t>
            </a:r>
            <a:r>
              <a:rPr lang="de-DE" err="1"/>
              <a:t>eiusmod</a:t>
            </a:r>
            <a:r>
              <a:rPr lang="de-DE"/>
              <a:t> </a:t>
            </a:r>
            <a:r>
              <a:rPr lang="de-DE" err="1"/>
              <a:t>tempor</a:t>
            </a:r>
            <a:r>
              <a:rPr lang="de-DE"/>
              <a:t> </a:t>
            </a:r>
            <a:r>
              <a:rPr lang="de-DE" err="1"/>
              <a:t>incididunt</a:t>
            </a:r>
            <a:r>
              <a:rPr lang="de-DE"/>
              <a:t> </a:t>
            </a:r>
            <a:r>
              <a:rPr lang="de-DE" err="1"/>
              <a:t>ut</a:t>
            </a:r>
            <a:r>
              <a:rPr lang="de-DE"/>
              <a:t> </a:t>
            </a:r>
            <a:r>
              <a:rPr lang="de-DE" err="1"/>
              <a:t>labore</a:t>
            </a:r>
            <a:r>
              <a:rPr lang="de-DE"/>
              <a:t> et </a:t>
            </a:r>
            <a:r>
              <a:rPr lang="de-DE" err="1"/>
              <a:t>dolore</a:t>
            </a:r>
            <a:r>
              <a:rPr lang="de-DE"/>
              <a:t> magna </a:t>
            </a:r>
            <a:r>
              <a:rPr lang="de-DE" err="1"/>
              <a:t>aliqua</a:t>
            </a:r>
            <a:r>
              <a:rPr lang="de-DE"/>
              <a:t> </a:t>
            </a:r>
            <a:r>
              <a:rPr lang="de-DE" err="1"/>
              <a:t>ut</a:t>
            </a:r>
            <a:r>
              <a:rPr lang="de-DE"/>
              <a:t> </a:t>
            </a:r>
            <a:r>
              <a:rPr lang="de-DE" err="1"/>
              <a:t>enim</a:t>
            </a:r>
            <a:r>
              <a:rPr lang="de-DE"/>
              <a:t> ad minim </a:t>
            </a:r>
            <a:r>
              <a:rPr lang="de-DE" err="1"/>
              <a:t>veniam</a:t>
            </a:r>
            <a:r>
              <a:rPr lang="de-DE"/>
              <a:t> </a:t>
            </a:r>
            <a:r>
              <a:rPr lang="de-DE" err="1"/>
              <a:t>quis</a:t>
            </a:r>
            <a:r>
              <a:rPr lang="de-DE"/>
              <a:t> </a:t>
            </a:r>
            <a:r>
              <a:rPr lang="de-DE" err="1"/>
              <a:t>nostrud</a:t>
            </a:r>
            <a:r>
              <a:rPr lang="de-DE"/>
              <a:t> </a:t>
            </a:r>
            <a:r>
              <a:rPr lang="de-DE" err="1"/>
              <a:t>exercitation</a:t>
            </a:r>
            <a:r>
              <a:rPr lang="de-DE"/>
              <a:t> </a:t>
            </a:r>
            <a:r>
              <a:rPr lang="de-DE" err="1"/>
              <a:t>ullamco</a:t>
            </a:r>
            <a:r>
              <a:rPr lang="de-DE"/>
              <a:t> </a:t>
            </a:r>
            <a:r>
              <a:rPr lang="de-DE" err="1"/>
              <a:t>laboris</a:t>
            </a:r>
            <a:r>
              <a:rPr lang="de-DE"/>
              <a:t> nisi </a:t>
            </a:r>
            <a:r>
              <a:rPr lang="de-DE" err="1"/>
              <a:t>ut</a:t>
            </a:r>
            <a:r>
              <a:rPr lang="de-DE"/>
              <a:t> </a:t>
            </a:r>
            <a:r>
              <a:rPr lang="de-DE" err="1"/>
              <a:t>aliquip</a:t>
            </a:r>
            <a:r>
              <a:rPr lang="de-DE"/>
              <a:t> ex </a:t>
            </a:r>
            <a:r>
              <a:rPr lang="de-DE" err="1"/>
              <a:t>ea</a:t>
            </a:r>
            <a:r>
              <a:rPr lang="de-DE"/>
              <a:t> commodo </a:t>
            </a:r>
            <a:r>
              <a:rPr lang="de-DE" err="1"/>
              <a:t>consequat</a:t>
            </a:r>
            <a:r>
              <a:rPr lang="de-DE"/>
              <a:t>.</a:t>
            </a:r>
          </a:p>
        </p:txBody>
      </p:sp>
      <p:sp>
        <p:nvSpPr>
          <p:cNvPr id="22" name="Bildplatzhalter 9">
            <a:extLst>
              <a:ext uri="{FF2B5EF4-FFF2-40B4-BE49-F238E27FC236}">
                <a16:creationId xmlns:a16="http://schemas.microsoft.com/office/drawing/2014/main" id="{23298719-A330-CFB4-F944-4F59165861F2}"/>
              </a:ext>
            </a:extLst>
          </p:cNvPr>
          <p:cNvSpPr>
            <a:spLocks noGrp="1"/>
          </p:cNvSpPr>
          <p:nvPr>
            <p:ph type="pic" sz="quarter" idx="24"/>
          </p:nvPr>
        </p:nvSpPr>
        <p:spPr>
          <a:xfrm>
            <a:off x="8128021" y="1268413"/>
            <a:ext cx="3703450" cy="4865687"/>
          </a:xfrm>
          <a:prstGeom prst="roundRect">
            <a:avLst>
              <a:gd name="adj" fmla="val 4138"/>
            </a:avLst>
          </a:prstGeom>
        </p:spPr>
        <p:txBody>
          <a:bodyPr/>
          <a:lstStyle/>
          <a:p>
            <a:endParaRPr lang="de-DE"/>
          </a:p>
        </p:txBody>
      </p:sp>
      <p:sp>
        <p:nvSpPr>
          <p:cNvPr id="2" name="Datumsplatzhalter 1">
            <a:extLst>
              <a:ext uri="{FF2B5EF4-FFF2-40B4-BE49-F238E27FC236}">
                <a16:creationId xmlns:a16="http://schemas.microsoft.com/office/drawing/2014/main" id="{189CF673-8A8B-DF6A-21AF-B90AFFB8A6E8}"/>
              </a:ext>
            </a:extLst>
          </p:cNvPr>
          <p:cNvSpPr>
            <a:spLocks noGrp="1"/>
          </p:cNvSpPr>
          <p:nvPr>
            <p:ph type="dt" sz="half" idx="25"/>
          </p:nvPr>
        </p:nvSpPr>
        <p:spPr/>
        <p:txBody>
          <a:bodyPr/>
          <a:lstStyle/>
          <a:p>
            <a:fld id="{E76D7590-0DB6-449F-A533-ABA6AC3EBCED}" type="datetime1">
              <a:rPr lang="de-DE" smtClean="0"/>
              <a:t>28.05.26</a:t>
            </a:fld>
            <a:endParaRPr lang="de-DE"/>
          </a:p>
        </p:txBody>
      </p:sp>
      <p:sp>
        <p:nvSpPr>
          <p:cNvPr id="7" name="Fußzeilenplatzhalter 6">
            <a:extLst>
              <a:ext uri="{FF2B5EF4-FFF2-40B4-BE49-F238E27FC236}">
                <a16:creationId xmlns:a16="http://schemas.microsoft.com/office/drawing/2014/main" id="{F560DC18-969C-468D-9214-2E914CE23EDB}"/>
              </a:ext>
            </a:extLst>
          </p:cNvPr>
          <p:cNvSpPr>
            <a:spLocks noGrp="1"/>
          </p:cNvSpPr>
          <p:nvPr>
            <p:ph type="ftr" sz="quarter" idx="26"/>
          </p:nvPr>
        </p:nvSpPr>
        <p:spPr/>
        <p:txBody>
          <a:bodyPr/>
          <a:lstStyle/>
          <a:p>
            <a:r>
              <a:rPr lang="de-DE"/>
              <a:t>Hackathon 2026</a:t>
            </a:r>
          </a:p>
        </p:txBody>
      </p:sp>
      <p:sp>
        <p:nvSpPr>
          <p:cNvPr id="8" name="Foliennummernplatzhalter 7">
            <a:extLst>
              <a:ext uri="{FF2B5EF4-FFF2-40B4-BE49-F238E27FC236}">
                <a16:creationId xmlns:a16="http://schemas.microsoft.com/office/drawing/2014/main" id="{3C568168-E273-5976-90CE-2DE5771374CC}"/>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0DD8327C-ABDF-B66E-2965-C1EB1D14A568}"/>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83967F33-04A0-0E30-6EC3-2F6197A3D626}"/>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9072022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5121" userDrawn="1">
          <p15:clr>
            <a:srgbClr val="FBAE40"/>
          </p15:clr>
        </p15:guide>
        <p15:guide id="4" pos="5002"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ext-1Col">
    <p:bg>
      <p:bgRef idx="1001">
        <a:schemeClr val="bg1"/>
      </p:bgRef>
    </p:bg>
    <p:spTree>
      <p:nvGrpSpPr>
        <p:cNvPr id="1" name=""/>
        <p:cNvGrpSpPr/>
        <p:nvPr/>
      </p:nvGrpSpPr>
      <p:grpSpPr>
        <a:xfrm>
          <a:off x="0" y="0"/>
          <a:ext cx="0" cy="0"/>
          <a:chOff x="0" y="0"/>
          <a:chExt cx="0" cy="0"/>
        </a:xfrm>
      </p:grpSpPr>
      <p:sp>
        <p:nvSpPr>
          <p:cNvPr id="2" name="Textplatzhalter 11">
            <a:extLst>
              <a:ext uri="{FF2B5EF4-FFF2-40B4-BE49-F238E27FC236}">
                <a16:creationId xmlns:a16="http://schemas.microsoft.com/office/drawing/2014/main" id="{CB5D201D-F643-1A43-2546-9E17EC517F4D}"/>
              </a:ext>
            </a:extLst>
          </p:cNvPr>
          <p:cNvSpPr>
            <a:spLocks noGrp="1"/>
          </p:cNvSpPr>
          <p:nvPr>
            <p:ph type="body" sz="quarter" idx="19"/>
          </p:nvPr>
        </p:nvSpPr>
        <p:spPr>
          <a:xfrm>
            <a:off x="358774" y="1628775"/>
            <a:ext cx="11472863" cy="4505325"/>
          </a:xfrm>
          <a:prstGeom prst="rect">
            <a:avLst/>
          </a:prstGeom>
        </p:spPr>
        <p:txBody>
          <a:bodyPr lIns="0" tIns="0" rIns="0">
            <a:noAutofit/>
          </a:bodyPr>
          <a:lstStyle>
            <a:lvl1pPr>
              <a:spcAft>
                <a:spcPts val="600"/>
              </a:spcAft>
              <a:buClr>
                <a:schemeClr val="accent1"/>
              </a:buClr>
              <a:defRPr sz="1800"/>
            </a:lvl1pPr>
            <a:lvl2pPr marL="490538" indent="-250825">
              <a:spcAft>
                <a:spcPts val="600"/>
              </a:spcAft>
              <a:buClr>
                <a:schemeClr val="accent1"/>
              </a:buClr>
              <a:defRPr sz="1600"/>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lvl4pPr>
            <a:lvl5pPr marL="1209675" indent="-160338">
              <a:spcAft>
                <a:spcPts val="600"/>
              </a:spcAft>
              <a:buClr>
                <a:schemeClr val="accent1"/>
              </a:buCl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Datumsplatzhalter 7">
            <a:extLst>
              <a:ext uri="{FF2B5EF4-FFF2-40B4-BE49-F238E27FC236}">
                <a16:creationId xmlns:a16="http://schemas.microsoft.com/office/drawing/2014/main" id="{22AB737D-CAC4-A63A-C00E-D0B26BF33307}"/>
              </a:ext>
            </a:extLst>
          </p:cNvPr>
          <p:cNvSpPr>
            <a:spLocks noGrp="1"/>
          </p:cNvSpPr>
          <p:nvPr>
            <p:ph type="dt" sz="half" idx="20"/>
          </p:nvPr>
        </p:nvSpPr>
        <p:spPr/>
        <p:txBody>
          <a:bodyPr/>
          <a:lstStyle/>
          <a:p>
            <a:fld id="{F454FDAD-8F98-4697-B763-D9AF1CB94AA1}" type="datetime1">
              <a:rPr lang="de-DE" smtClean="0"/>
              <a:t>28.05.26</a:t>
            </a:fld>
            <a:endParaRPr lang="de-DE"/>
          </a:p>
        </p:txBody>
      </p:sp>
      <p:sp>
        <p:nvSpPr>
          <p:cNvPr id="9" name="Fußzeilenplatzhalter 8">
            <a:extLst>
              <a:ext uri="{FF2B5EF4-FFF2-40B4-BE49-F238E27FC236}">
                <a16:creationId xmlns:a16="http://schemas.microsoft.com/office/drawing/2014/main" id="{CC32F770-631B-1699-4C9E-58356ADB7CBC}"/>
              </a:ext>
            </a:extLst>
          </p:cNvPr>
          <p:cNvSpPr>
            <a:spLocks noGrp="1"/>
          </p:cNvSpPr>
          <p:nvPr>
            <p:ph type="ftr" sz="quarter" idx="21"/>
          </p:nvPr>
        </p:nvSpPr>
        <p:spPr/>
        <p:txBody>
          <a:bodyPr/>
          <a:lstStyle/>
          <a:p>
            <a:r>
              <a:rPr lang="de-DE"/>
              <a:t>Hackathon 2026</a:t>
            </a:r>
          </a:p>
        </p:txBody>
      </p:sp>
      <p:sp>
        <p:nvSpPr>
          <p:cNvPr id="10" name="Foliennummernplatzhalter 9">
            <a:extLst>
              <a:ext uri="{FF2B5EF4-FFF2-40B4-BE49-F238E27FC236}">
                <a16:creationId xmlns:a16="http://schemas.microsoft.com/office/drawing/2014/main" id="{7D45390A-D497-5473-0A9F-3FA26CC62982}"/>
              </a:ext>
            </a:extLst>
          </p:cNvPr>
          <p:cNvSpPr>
            <a:spLocks noGrp="1"/>
          </p:cNvSpPr>
          <p:nvPr>
            <p:ph type="sldNum" sz="quarter" idx="22"/>
          </p:nvPr>
        </p:nvSpPr>
        <p:spPr/>
        <p:txBody>
          <a:bodyPr/>
          <a:lstStyle/>
          <a:p>
            <a:fld id="{75E2EC28-BB56-4A8E-A990-AA8F876D888B}" type="slidenum">
              <a:rPr lang="de-DE" smtClean="0"/>
              <a:pPr/>
              <a:t>‹#›</a:t>
            </a:fld>
            <a:endParaRPr lang="de-DE"/>
          </a:p>
        </p:txBody>
      </p:sp>
      <p:sp>
        <p:nvSpPr>
          <p:cNvPr id="3" name="Textplatzhalter 15">
            <a:extLst>
              <a:ext uri="{FF2B5EF4-FFF2-40B4-BE49-F238E27FC236}">
                <a16:creationId xmlns:a16="http://schemas.microsoft.com/office/drawing/2014/main" id="{76C4DB27-3169-CF36-00A7-0BAB73D5E85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4" name="Textplatzhalter 15">
            <a:extLst>
              <a:ext uri="{FF2B5EF4-FFF2-40B4-BE49-F238E27FC236}">
                <a16:creationId xmlns:a16="http://schemas.microsoft.com/office/drawing/2014/main" id="{5F602958-A1F5-8035-EE8B-75A96934C48A}"/>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85012395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ext-2Col">
    <p:bg>
      <p:bgRef idx="1001">
        <a:schemeClr val="bg1"/>
      </p:bgRef>
    </p:bg>
    <p:spTree>
      <p:nvGrpSpPr>
        <p:cNvPr id="1" name=""/>
        <p:cNvGrpSpPr/>
        <p:nvPr/>
      </p:nvGrpSpPr>
      <p:grpSpPr>
        <a:xfrm>
          <a:off x="0" y="0"/>
          <a:ext cx="0" cy="0"/>
          <a:chOff x="0" y="0"/>
          <a:chExt cx="0" cy="0"/>
        </a:xfrm>
      </p:grpSpPr>
      <p:sp>
        <p:nvSpPr>
          <p:cNvPr id="2" name="Textplatzhalter 11">
            <a:extLst>
              <a:ext uri="{FF2B5EF4-FFF2-40B4-BE49-F238E27FC236}">
                <a16:creationId xmlns:a16="http://schemas.microsoft.com/office/drawing/2014/main" id="{CB5D201D-F643-1A43-2546-9E17EC517F4D}"/>
              </a:ext>
            </a:extLst>
          </p:cNvPr>
          <p:cNvSpPr>
            <a:spLocks noGrp="1"/>
          </p:cNvSpPr>
          <p:nvPr>
            <p:ph type="body" sz="quarter" idx="19"/>
          </p:nvPr>
        </p:nvSpPr>
        <p:spPr>
          <a:xfrm>
            <a:off x="358775" y="1268413"/>
            <a:ext cx="5641975" cy="4865687"/>
          </a:xfrm>
          <a:prstGeom prst="rect">
            <a:avLst/>
          </a:prstGeom>
        </p:spPr>
        <p:txBody>
          <a:bodyPr lIns="0" tIns="0" rIns="0">
            <a:noAutofit/>
          </a:bodyPr>
          <a:lstStyle>
            <a:lvl1pPr>
              <a:spcAft>
                <a:spcPts val="600"/>
              </a:spcAft>
              <a:buClr>
                <a:schemeClr val="accent1"/>
              </a:buClr>
              <a:defRPr sz="1800"/>
            </a:lvl1pPr>
            <a:lvl2pPr marL="490538" indent="-250825">
              <a:spcAft>
                <a:spcPts val="600"/>
              </a:spcAft>
              <a:buClr>
                <a:schemeClr val="accent1"/>
              </a:buClr>
              <a:defRPr sz="1600"/>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lvl4pPr>
            <a:lvl5pPr marL="1209675" indent="-160338">
              <a:spcAft>
                <a:spcPts val="600"/>
              </a:spcAft>
              <a:buClr>
                <a:schemeClr val="accent1"/>
              </a:buCl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Textplatzhalter 11">
            <a:extLst>
              <a:ext uri="{FF2B5EF4-FFF2-40B4-BE49-F238E27FC236}">
                <a16:creationId xmlns:a16="http://schemas.microsoft.com/office/drawing/2014/main" id="{E954DC61-89A2-BFC3-B209-ABF211A62549}"/>
              </a:ext>
            </a:extLst>
          </p:cNvPr>
          <p:cNvSpPr>
            <a:spLocks noGrp="1"/>
          </p:cNvSpPr>
          <p:nvPr>
            <p:ph type="body" sz="quarter" idx="20"/>
          </p:nvPr>
        </p:nvSpPr>
        <p:spPr>
          <a:xfrm>
            <a:off x="6186714" y="1268414"/>
            <a:ext cx="5644924" cy="4865686"/>
          </a:xfrm>
          <a:prstGeom prst="rect">
            <a:avLst/>
          </a:prstGeom>
        </p:spPr>
        <p:txBody>
          <a:bodyPr lIns="0" tIns="0" rIns="0">
            <a:noAutofit/>
          </a:bodyPr>
          <a:lstStyle>
            <a:lvl1pPr>
              <a:spcAft>
                <a:spcPts val="600"/>
              </a:spcAft>
              <a:buClr>
                <a:schemeClr val="accent1"/>
              </a:buClr>
              <a:defRPr sz="1800"/>
            </a:lvl1pPr>
            <a:lvl2pPr marL="490538" indent="-250825">
              <a:spcAft>
                <a:spcPts val="600"/>
              </a:spcAft>
              <a:buClr>
                <a:schemeClr val="accent1"/>
              </a:buClr>
              <a:defRPr sz="1600"/>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lvl4pPr>
            <a:lvl5pPr marL="1209675" indent="-160338">
              <a:spcAft>
                <a:spcPts val="600"/>
              </a:spcAft>
              <a:buClr>
                <a:schemeClr val="accent1"/>
              </a:buCl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F7E893E3-CD16-B33D-490D-54C22D897EAF}"/>
              </a:ext>
            </a:extLst>
          </p:cNvPr>
          <p:cNvSpPr>
            <a:spLocks noGrp="1"/>
          </p:cNvSpPr>
          <p:nvPr>
            <p:ph type="dt" sz="half" idx="21"/>
          </p:nvPr>
        </p:nvSpPr>
        <p:spPr/>
        <p:txBody>
          <a:bodyPr/>
          <a:lstStyle/>
          <a:p>
            <a:fld id="{3B526BDB-5B45-4B8B-BCB5-8A6513A61655}" type="datetime1">
              <a:rPr lang="de-DE" smtClean="0"/>
              <a:t>28.05.26</a:t>
            </a:fld>
            <a:endParaRPr lang="de-DE"/>
          </a:p>
        </p:txBody>
      </p:sp>
      <p:sp>
        <p:nvSpPr>
          <p:cNvPr id="8" name="Fußzeilenplatzhalter 7">
            <a:extLst>
              <a:ext uri="{FF2B5EF4-FFF2-40B4-BE49-F238E27FC236}">
                <a16:creationId xmlns:a16="http://schemas.microsoft.com/office/drawing/2014/main" id="{D53FA5AA-D18E-B8F2-CC8B-48A1750CD711}"/>
              </a:ext>
            </a:extLst>
          </p:cNvPr>
          <p:cNvSpPr>
            <a:spLocks noGrp="1"/>
          </p:cNvSpPr>
          <p:nvPr>
            <p:ph type="ftr" sz="quarter" idx="22"/>
          </p:nvPr>
        </p:nvSpPr>
        <p:spPr/>
        <p:txBody>
          <a:bodyPr/>
          <a:lstStyle/>
          <a:p>
            <a:r>
              <a:rPr lang="de-DE"/>
              <a:t>Hackathon 2026</a:t>
            </a:r>
          </a:p>
        </p:txBody>
      </p:sp>
      <p:sp>
        <p:nvSpPr>
          <p:cNvPr id="9" name="Foliennummernplatzhalter 8">
            <a:extLst>
              <a:ext uri="{FF2B5EF4-FFF2-40B4-BE49-F238E27FC236}">
                <a16:creationId xmlns:a16="http://schemas.microsoft.com/office/drawing/2014/main" id="{2EDA1D6B-9345-329E-5953-029CB3900EA0}"/>
              </a:ext>
            </a:extLst>
          </p:cNvPr>
          <p:cNvSpPr>
            <a:spLocks noGrp="1"/>
          </p:cNvSpPr>
          <p:nvPr>
            <p:ph type="sldNum" sz="quarter" idx="23"/>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E610C9BF-A50C-D6F0-9A6A-C74EC0D5FEE0}"/>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403AC979-B342-AD53-B635-437EB3B36F42}"/>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4707237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6" userDrawn="1">
          <p15:clr>
            <a:srgbClr val="FBAE40"/>
          </p15:clr>
        </p15:guide>
        <p15:guide id="2" pos="378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ext-Media-sand">
    <p:bg>
      <p:bgRef idx="1001">
        <a:schemeClr val="bg1"/>
      </p:bgRef>
    </p:bg>
    <p:spTree>
      <p:nvGrpSpPr>
        <p:cNvPr id="1" name=""/>
        <p:cNvGrpSpPr/>
        <p:nvPr/>
      </p:nvGrpSpPr>
      <p:grpSpPr>
        <a:xfrm>
          <a:off x="0" y="0"/>
          <a:ext cx="0" cy="0"/>
          <a:chOff x="0" y="0"/>
          <a:chExt cx="0" cy="0"/>
        </a:xfrm>
      </p:grpSpPr>
      <p:sp>
        <p:nvSpPr>
          <p:cNvPr id="7" name="Bildplatzhalter 9">
            <a:extLst>
              <a:ext uri="{FF2B5EF4-FFF2-40B4-BE49-F238E27FC236}">
                <a16:creationId xmlns:a16="http://schemas.microsoft.com/office/drawing/2014/main" id="{8F7697B2-75A4-E8D8-4D3D-0FDB46699CD5}"/>
              </a:ext>
            </a:extLst>
          </p:cNvPr>
          <p:cNvSpPr>
            <a:spLocks noGrp="1"/>
          </p:cNvSpPr>
          <p:nvPr>
            <p:ph type="pic" sz="quarter" idx="24"/>
          </p:nvPr>
        </p:nvSpPr>
        <p:spPr>
          <a:xfrm>
            <a:off x="6184900" y="1268413"/>
            <a:ext cx="5645740" cy="4865687"/>
          </a:xfrm>
          <a:prstGeom prst="roundRect">
            <a:avLst>
              <a:gd name="adj" fmla="val 3149"/>
            </a:avLst>
          </a:prstGeom>
        </p:spPr>
        <p:txBody>
          <a:bodyPr/>
          <a:lstStyle/>
          <a:p>
            <a:endParaRPr lang="de-DE"/>
          </a:p>
        </p:txBody>
      </p:sp>
      <p:sp>
        <p:nvSpPr>
          <p:cNvPr id="8" name="Datumsplatzhalter 7">
            <a:extLst>
              <a:ext uri="{FF2B5EF4-FFF2-40B4-BE49-F238E27FC236}">
                <a16:creationId xmlns:a16="http://schemas.microsoft.com/office/drawing/2014/main" id="{F121195B-B787-E641-5B44-199C32694FC0}"/>
              </a:ext>
            </a:extLst>
          </p:cNvPr>
          <p:cNvSpPr>
            <a:spLocks noGrp="1"/>
          </p:cNvSpPr>
          <p:nvPr>
            <p:ph type="dt" sz="half" idx="25"/>
          </p:nvPr>
        </p:nvSpPr>
        <p:spPr/>
        <p:txBody>
          <a:bodyPr/>
          <a:lstStyle/>
          <a:p>
            <a:fld id="{1CBF2F96-AF32-4256-912F-66A65E144323}" type="datetime1">
              <a:rPr lang="de-DE" smtClean="0"/>
              <a:t>28.05.26</a:t>
            </a:fld>
            <a:endParaRPr lang="de-DE"/>
          </a:p>
        </p:txBody>
      </p:sp>
      <p:sp>
        <p:nvSpPr>
          <p:cNvPr id="9" name="Fußzeilenplatzhalter 8">
            <a:extLst>
              <a:ext uri="{FF2B5EF4-FFF2-40B4-BE49-F238E27FC236}">
                <a16:creationId xmlns:a16="http://schemas.microsoft.com/office/drawing/2014/main" id="{42B82FCC-6F71-6E6C-0FF6-F98A4AEB7058}"/>
              </a:ext>
            </a:extLst>
          </p:cNvPr>
          <p:cNvSpPr>
            <a:spLocks noGrp="1"/>
          </p:cNvSpPr>
          <p:nvPr>
            <p:ph type="ftr" sz="quarter" idx="26"/>
          </p:nvPr>
        </p:nvSpPr>
        <p:spPr/>
        <p:txBody>
          <a:bodyPr/>
          <a:lstStyle/>
          <a:p>
            <a:r>
              <a:rPr lang="de-DE"/>
              <a:t>Hackathon 2026</a:t>
            </a:r>
          </a:p>
        </p:txBody>
      </p:sp>
      <p:sp>
        <p:nvSpPr>
          <p:cNvPr id="10" name="Foliennummernplatzhalter 9">
            <a:extLst>
              <a:ext uri="{FF2B5EF4-FFF2-40B4-BE49-F238E27FC236}">
                <a16:creationId xmlns:a16="http://schemas.microsoft.com/office/drawing/2014/main" id="{F2E87CEA-0C63-8B35-1D3D-CD18426F4146}"/>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3" name="Textplatzhalter 15">
            <a:extLst>
              <a:ext uri="{FF2B5EF4-FFF2-40B4-BE49-F238E27FC236}">
                <a16:creationId xmlns:a16="http://schemas.microsoft.com/office/drawing/2014/main" id="{3BC0F49B-DE48-2DD9-6A96-07AA302FD889}"/>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4" name="Textplatzhalter 15">
            <a:extLst>
              <a:ext uri="{FF2B5EF4-FFF2-40B4-BE49-F238E27FC236}">
                <a16:creationId xmlns:a16="http://schemas.microsoft.com/office/drawing/2014/main" id="{8A0A1C4F-53AE-44EE-74D5-8306E9A0872E}"/>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11" name="Textplatzhalter 11">
            <a:extLst>
              <a:ext uri="{FF2B5EF4-FFF2-40B4-BE49-F238E27FC236}">
                <a16:creationId xmlns:a16="http://schemas.microsoft.com/office/drawing/2014/main" id="{DBA02117-C758-5982-AD55-52E133F70748}"/>
              </a:ext>
            </a:extLst>
          </p:cNvPr>
          <p:cNvSpPr>
            <a:spLocks noGrp="1"/>
          </p:cNvSpPr>
          <p:nvPr>
            <p:ph type="body" sz="quarter" idx="19"/>
          </p:nvPr>
        </p:nvSpPr>
        <p:spPr>
          <a:xfrm>
            <a:off x="358775" y="1268413"/>
            <a:ext cx="5641975" cy="4865687"/>
          </a:xfrm>
          <a:prstGeom prst="rect">
            <a:avLst/>
          </a:prstGeom>
        </p:spPr>
        <p:txBody>
          <a:bodyPr lIns="0" tIns="0" rIns="0">
            <a:noAutofit/>
          </a:bodyPr>
          <a:lstStyle>
            <a:lvl1pPr>
              <a:spcAft>
                <a:spcPts val="600"/>
              </a:spcAft>
              <a:buClr>
                <a:schemeClr val="accent1"/>
              </a:buClr>
              <a:defRPr sz="1800"/>
            </a:lvl1pPr>
            <a:lvl2pPr marL="490538" indent="-250825">
              <a:spcAft>
                <a:spcPts val="600"/>
              </a:spcAft>
              <a:buClr>
                <a:schemeClr val="accent1"/>
              </a:buClr>
              <a:defRPr sz="1600"/>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lvl4pPr>
            <a:lvl5pPr marL="1209675" indent="-160338">
              <a:spcAft>
                <a:spcPts val="600"/>
              </a:spcAft>
              <a:buClr>
                <a:schemeClr val="accent1"/>
              </a:buCl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94723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6">
          <p15:clr>
            <a:srgbClr val="FBAE40"/>
          </p15:clr>
        </p15:guide>
        <p15:guide id="2" pos="37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oxes-Text-Media_White">
    <p:bg>
      <p:bgRef idx="1001">
        <a:schemeClr val="bg1"/>
      </p:bgRef>
    </p:bg>
    <p:spTree>
      <p:nvGrpSpPr>
        <p:cNvPr id="1" name=""/>
        <p:cNvGrpSpPr/>
        <p:nvPr/>
      </p:nvGrpSpPr>
      <p:grpSpPr>
        <a:xfrm>
          <a:off x="0" y="0"/>
          <a:ext cx="0" cy="0"/>
          <a:chOff x="0" y="0"/>
          <a:chExt cx="0" cy="0"/>
        </a:xfrm>
      </p:grpSpPr>
      <p:sp>
        <p:nvSpPr>
          <p:cNvPr id="15" name="Abgerundetes Rechteck 14">
            <a:extLst>
              <a:ext uri="{FF2B5EF4-FFF2-40B4-BE49-F238E27FC236}">
                <a16:creationId xmlns:a16="http://schemas.microsoft.com/office/drawing/2014/main" id="{AEE88832-693C-F2C9-ACDC-4C17DC89289A}"/>
              </a:ext>
            </a:extLst>
          </p:cNvPr>
          <p:cNvSpPr/>
          <p:nvPr userDrawn="1"/>
        </p:nvSpPr>
        <p:spPr>
          <a:xfrm>
            <a:off x="367814" y="1277023"/>
            <a:ext cx="5632935" cy="4861268"/>
          </a:xfrm>
          <a:prstGeom prst="roundRect">
            <a:avLst>
              <a:gd name="adj" fmla="val 3458"/>
            </a:avLst>
          </a:prstGeom>
          <a:solidFill>
            <a:schemeClr val="bg2"/>
          </a:solidFill>
          <a:ln w="15990" cap="flat">
            <a:noFill/>
            <a:prstDash val="solid"/>
            <a:miter/>
          </a:ln>
        </p:spPr>
        <p:txBody>
          <a:bodyPr rtlCol="0" anchor="t"/>
          <a:lstStyle/>
          <a:p>
            <a:pPr algn="l"/>
            <a:endParaRPr lang="de-DE">
              <a:solidFill>
                <a:schemeClr val="tx1"/>
              </a:solidFill>
            </a:endParaRPr>
          </a:p>
        </p:txBody>
      </p:sp>
      <p:sp>
        <p:nvSpPr>
          <p:cNvPr id="16" name="Textplatzhalter 11">
            <a:extLst>
              <a:ext uri="{FF2B5EF4-FFF2-40B4-BE49-F238E27FC236}">
                <a16:creationId xmlns:a16="http://schemas.microsoft.com/office/drawing/2014/main" id="{34BED805-BE9E-7EF1-D508-059722BF0698}"/>
              </a:ext>
            </a:extLst>
          </p:cNvPr>
          <p:cNvSpPr>
            <a:spLocks noGrp="1"/>
          </p:cNvSpPr>
          <p:nvPr>
            <p:ph type="body" sz="quarter" idx="20"/>
          </p:nvPr>
        </p:nvSpPr>
        <p:spPr>
          <a:xfrm>
            <a:off x="370585" y="1274896"/>
            <a:ext cx="5630163" cy="4865687"/>
          </a:xfrm>
          <a:prstGeom prst="rect">
            <a:avLst/>
          </a:prstGeom>
        </p:spPr>
        <p:txBody>
          <a:bodyPr lIns="180000" tIns="180000" rIns="180000" bIns="180000" anchor="t">
            <a:noAutofit/>
          </a:bodyPr>
          <a:lstStyle>
            <a:lvl1pPr>
              <a:spcAft>
                <a:spcPts val="600"/>
              </a:spcAft>
              <a:buClr>
                <a:schemeClr val="accent1"/>
              </a:buClr>
              <a:defRPr sz="18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Bildplatzhalter 9">
            <a:extLst>
              <a:ext uri="{FF2B5EF4-FFF2-40B4-BE49-F238E27FC236}">
                <a16:creationId xmlns:a16="http://schemas.microsoft.com/office/drawing/2014/main" id="{8B22C5F4-346F-96CF-0102-71CA106CFD87}"/>
              </a:ext>
            </a:extLst>
          </p:cNvPr>
          <p:cNvSpPr>
            <a:spLocks noGrp="1"/>
          </p:cNvSpPr>
          <p:nvPr>
            <p:ph type="pic" sz="quarter" idx="24"/>
          </p:nvPr>
        </p:nvSpPr>
        <p:spPr>
          <a:xfrm>
            <a:off x="6188479" y="1268413"/>
            <a:ext cx="5632936" cy="4865687"/>
          </a:xfrm>
          <a:prstGeom prst="roundRect">
            <a:avLst>
              <a:gd name="adj" fmla="val 3149"/>
            </a:avLst>
          </a:prstGeom>
          <a:solidFill>
            <a:schemeClr val="bg2"/>
          </a:solidFill>
        </p:spPr>
        <p:txBody>
          <a:bodyPr/>
          <a:lstStyle/>
          <a:p>
            <a:endParaRPr lang="de-DE"/>
          </a:p>
        </p:txBody>
      </p:sp>
      <p:sp>
        <p:nvSpPr>
          <p:cNvPr id="7" name="Datumsplatzhalter 6">
            <a:extLst>
              <a:ext uri="{FF2B5EF4-FFF2-40B4-BE49-F238E27FC236}">
                <a16:creationId xmlns:a16="http://schemas.microsoft.com/office/drawing/2014/main" id="{8BC07469-E0B2-F56A-A11F-345FA1436208}"/>
              </a:ext>
            </a:extLst>
          </p:cNvPr>
          <p:cNvSpPr>
            <a:spLocks noGrp="1"/>
          </p:cNvSpPr>
          <p:nvPr>
            <p:ph type="dt" sz="half" idx="25"/>
          </p:nvPr>
        </p:nvSpPr>
        <p:spPr/>
        <p:txBody>
          <a:bodyPr/>
          <a:lstStyle/>
          <a:p>
            <a:fld id="{0B207E08-F6EB-43B3-9C2E-BB43CA71572F}" type="datetime1">
              <a:rPr lang="de-DE" smtClean="0"/>
              <a:t>28.05.26</a:t>
            </a:fld>
            <a:endParaRPr lang="de-DE"/>
          </a:p>
        </p:txBody>
      </p:sp>
      <p:sp>
        <p:nvSpPr>
          <p:cNvPr id="8" name="Fußzeilenplatzhalter 7">
            <a:extLst>
              <a:ext uri="{FF2B5EF4-FFF2-40B4-BE49-F238E27FC236}">
                <a16:creationId xmlns:a16="http://schemas.microsoft.com/office/drawing/2014/main" id="{18F9CB8A-D82A-40D2-8C36-D1224DFDB541}"/>
              </a:ext>
            </a:extLst>
          </p:cNvPr>
          <p:cNvSpPr>
            <a:spLocks noGrp="1"/>
          </p:cNvSpPr>
          <p:nvPr>
            <p:ph type="ftr" sz="quarter" idx="26"/>
          </p:nvPr>
        </p:nvSpPr>
        <p:spPr/>
        <p:txBody>
          <a:bodyPr/>
          <a:lstStyle/>
          <a:p>
            <a:r>
              <a:rPr lang="de-DE"/>
              <a:t>Hackathon 2026</a:t>
            </a:r>
          </a:p>
        </p:txBody>
      </p:sp>
      <p:sp>
        <p:nvSpPr>
          <p:cNvPr id="9" name="Foliennummernplatzhalter 8">
            <a:extLst>
              <a:ext uri="{FF2B5EF4-FFF2-40B4-BE49-F238E27FC236}">
                <a16:creationId xmlns:a16="http://schemas.microsoft.com/office/drawing/2014/main" id="{6A96764C-1A74-9A21-E9E9-9A395947EBB7}"/>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BA1D3583-C4D6-21F6-9782-6C81D22124B9}"/>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4" name="Textplatzhalter 15">
            <a:extLst>
              <a:ext uri="{FF2B5EF4-FFF2-40B4-BE49-F238E27FC236}">
                <a16:creationId xmlns:a16="http://schemas.microsoft.com/office/drawing/2014/main" id="{6ACDE99E-A813-CAF7-EF02-A2DED1B65189}"/>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066505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8">
          <p15:clr>
            <a:srgbClr val="FBAE40"/>
          </p15:clr>
        </p15:guide>
        <p15:guide id="2" pos="37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oxes-Text-Media_Darkblue">
    <p:bg>
      <p:bgRef idx="1001">
        <a:schemeClr val="bg1"/>
      </p:bgRef>
    </p:bg>
    <p:spTree>
      <p:nvGrpSpPr>
        <p:cNvPr id="1" name=""/>
        <p:cNvGrpSpPr/>
        <p:nvPr/>
      </p:nvGrpSpPr>
      <p:grpSpPr>
        <a:xfrm>
          <a:off x="0" y="0"/>
          <a:ext cx="0" cy="0"/>
          <a:chOff x="0" y="0"/>
          <a:chExt cx="0" cy="0"/>
        </a:xfrm>
      </p:grpSpPr>
      <p:sp>
        <p:nvSpPr>
          <p:cNvPr id="15" name="Abgerundetes Rechteck 14">
            <a:extLst>
              <a:ext uri="{FF2B5EF4-FFF2-40B4-BE49-F238E27FC236}">
                <a16:creationId xmlns:a16="http://schemas.microsoft.com/office/drawing/2014/main" id="{AEE88832-693C-F2C9-ACDC-4C17DC89289A}"/>
              </a:ext>
            </a:extLst>
          </p:cNvPr>
          <p:cNvSpPr/>
          <p:nvPr userDrawn="1"/>
        </p:nvSpPr>
        <p:spPr>
          <a:xfrm>
            <a:off x="367814" y="1268079"/>
            <a:ext cx="5632935" cy="4870212"/>
          </a:xfrm>
          <a:prstGeom prst="roundRect">
            <a:avLst>
              <a:gd name="adj" fmla="val 345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6" name="Textplatzhalter 11">
            <a:extLst>
              <a:ext uri="{FF2B5EF4-FFF2-40B4-BE49-F238E27FC236}">
                <a16:creationId xmlns:a16="http://schemas.microsoft.com/office/drawing/2014/main" id="{34BED805-BE9E-7EF1-D508-059722BF0698}"/>
              </a:ext>
            </a:extLst>
          </p:cNvPr>
          <p:cNvSpPr>
            <a:spLocks noGrp="1"/>
          </p:cNvSpPr>
          <p:nvPr>
            <p:ph type="body" sz="quarter" idx="20"/>
          </p:nvPr>
        </p:nvSpPr>
        <p:spPr>
          <a:xfrm>
            <a:off x="370585" y="1272441"/>
            <a:ext cx="5630163" cy="4861660"/>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Bildplatzhalter 9">
            <a:extLst>
              <a:ext uri="{FF2B5EF4-FFF2-40B4-BE49-F238E27FC236}">
                <a16:creationId xmlns:a16="http://schemas.microsoft.com/office/drawing/2014/main" id="{F951AD64-16D4-2DBE-C68C-1007620C9D8E}"/>
              </a:ext>
            </a:extLst>
          </p:cNvPr>
          <p:cNvSpPr>
            <a:spLocks noGrp="1"/>
          </p:cNvSpPr>
          <p:nvPr>
            <p:ph type="pic" sz="quarter" idx="24"/>
          </p:nvPr>
        </p:nvSpPr>
        <p:spPr>
          <a:xfrm>
            <a:off x="6198703" y="1268413"/>
            <a:ext cx="5632935" cy="4865687"/>
          </a:xfrm>
          <a:prstGeom prst="roundRect">
            <a:avLst>
              <a:gd name="adj" fmla="val 3149"/>
            </a:avLst>
          </a:prstGeom>
          <a:solidFill>
            <a:schemeClr val="tx1"/>
          </a:solidFill>
        </p:spPr>
        <p:txBody>
          <a:bodyPr/>
          <a:lstStyle/>
          <a:p>
            <a:endParaRPr lang="de-DE"/>
          </a:p>
        </p:txBody>
      </p:sp>
      <p:sp>
        <p:nvSpPr>
          <p:cNvPr id="3" name="Datumsplatzhalter 2">
            <a:extLst>
              <a:ext uri="{FF2B5EF4-FFF2-40B4-BE49-F238E27FC236}">
                <a16:creationId xmlns:a16="http://schemas.microsoft.com/office/drawing/2014/main" id="{5AB2F18E-C524-6AC9-7DBF-0A15C0FBC505}"/>
              </a:ext>
            </a:extLst>
          </p:cNvPr>
          <p:cNvSpPr>
            <a:spLocks noGrp="1"/>
          </p:cNvSpPr>
          <p:nvPr>
            <p:ph type="dt" sz="half" idx="25"/>
          </p:nvPr>
        </p:nvSpPr>
        <p:spPr/>
        <p:txBody>
          <a:bodyPr/>
          <a:lstStyle/>
          <a:p>
            <a:fld id="{CFD884DC-0053-4182-8012-6BA6F7AACE73}" type="datetime1">
              <a:rPr lang="de-DE" smtClean="0"/>
              <a:t>28.05.26</a:t>
            </a:fld>
            <a:endParaRPr lang="de-DE"/>
          </a:p>
        </p:txBody>
      </p:sp>
      <p:sp>
        <p:nvSpPr>
          <p:cNvPr id="7" name="Fußzeilenplatzhalter 6">
            <a:extLst>
              <a:ext uri="{FF2B5EF4-FFF2-40B4-BE49-F238E27FC236}">
                <a16:creationId xmlns:a16="http://schemas.microsoft.com/office/drawing/2014/main" id="{F0BD5513-56AC-49B7-2F6E-046D7E7FBD64}"/>
              </a:ext>
            </a:extLst>
          </p:cNvPr>
          <p:cNvSpPr>
            <a:spLocks noGrp="1"/>
          </p:cNvSpPr>
          <p:nvPr>
            <p:ph type="ftr" sz="quarter" idx="26"/>
          </p:nvPr>
        </p:nvSpPr>
        <p:spPr/>
        <p:txBody>
          <a:bodyPr/>
          <a:lstStyle/>
          <a:p>
            <a:r>
              <a:rPr lang="de-DE"/>
              <a:t>Hackathon 2026</a:t>
            </a:r>
          </a:p>
        </p:txBody>
      </p:sp>
      <p:sp>
        <p:nvSpPr>
          <p:cNvPr id="8" name="Foliennummernplatzhalter 7">
            <a:extLst>
              <a:ext uri="{FF2B5EF4-FFF2-40B4-BE49-F238E27FC236}">
                <a16:creationId xmlns:a16="http://schemas.microsoft.com/office/drawing/2014/main" id="{47A6B34B-B68F-BA06-5B9D-38F52D11B3C7}"/>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141F6A45-18A4-5855-A733-6461BA814980}"/>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FC114AD0-B037-85AE-65CE-0077321D23B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8911690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8">
          <p15:clr>
            <a:srgbClr val="FBAE40"/>
          </p15:clr>
        </p15:guide>
        <p15:guide id="2" pos="378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Boxes-2Col_Darkblue">
    <p:bg>
      <p:bgRef idx="1001">
        <a:schemeClr val="bg1"/>
      </p:bgRef>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C8F24A5-953D-CF00-56E7-F85CA2CA76C1}"/>
              </a:ext>
            </a:extLst>
          </p:cNvPr>
          <p:cNvSpPr>
            <a:spLocks noGrp="1"/>
          </p:cNvSpPr>
          <p:nvPr>
            <p:ph type="dt" sz="half" idx="25"/>
          </p:nvPr>
        </p:nvSpPr>
        <p:spPr/>
        <p:txBody>
          <a:bodyPr/>
          <a:lstStyle/>
          <a:p>
            <a:fld id="{98F2ED6F-8888-4F57-8808-415F3C7FD70D}" type="datetime1">
              <a:rPr lang="de-DE" smtClean="0"/>
              <a:t>28.05.26</a:t>
            </a:fld>
            <a:endParaRPr lang="de-DE"/>
          </a:p>
        </p:txBody>
      </p:sp>
      <p:sp>
        <p:nvSpPr>
          <p:cNvPr id="3" name="Fußzeilenplatzhalter 2">
            <a:extLst>
              <a:ext uri="{FF2B5EF4-FFF2-40B4-BE49-F238E27FC236}">
                <a16:creationId xmlns:a16="http://schemas.microsoft.com/office/drawing/2014/main" id="{663C38F2-652B-B89A-7157-F4820631B9B3}"/>
              </a:ext>
            </a:extLst>
          </p:cNvPr>
          <p:cNvSpPr>
            <a:spLocks noGrp="1"/>
          </p:cNvSpPr>
          <p:nvPr>
            <p:ph type="ftr" sz="quarter" idx="26"/>
          </p:nvPr>
        </p:nvSpPr>
        <p:spPr/>
        <p:txBody>
          <a:bodyPr/>
          <a:lstStyle/>
          <a:p>
            <a:r>
              <a:rPr lang="de-DE"/>
              <a:t>Hackathon 2026</a:t>
            </a:r>
          </a:p>
        </p:txBody>
      </p:sp>
      <p:sp>
        <p:nvSpPr>
          <p:cNvPr id="7" name="Foliennummernplatzhalter 6">
            <a:extLst>
              <a:ext uri="{FF2B5EF4-FFF2-40B4-BE49-F238E27FC236}">
                <a16:creationId xmlns:a16="http://schemas.microsoft.com/office/drawing/2014/main" id="{528905C6-DCD8-3AAC-BB7C-0A72F320783F}"/>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EC5C1135-151D-F9CB-1081-8DD8668A7BD1}"/>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AA7AF611-5F82-7433-4C44-24BD11D97D81}"/>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10" name="Abgerundetes Rechteck 14">
            <a:extLst>
              <a:ext uri="{FF2B5EF4-FFF2-40B4-BE49-F238E27FC236}">
                <a16:creationId xmlns:a16="http://schemas.microsoft.com/office/drawing/2014/main" id="{9305CFB5-6CE0-4129-2C42-98ACAB7D5685}"/>
              </a:ext>
            </a:extLst>
          </p:cNvPr>
          <p:cNvSpPr/>
          <p:nvPr userDrawn="1"/>
        </p:nvSpPr>
        <p:spPr>
          <a:xfrm>
            <a:off x="367814" y="1268079"/>
            <a:ext cx="5632935" cy="4870212"/>
          </a:xfrm>
          <a:prstGeom prst="roundRect">
            <a:avLst>
              <a:gd name="adj" fmla="val 345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1" name="Textplatzhalter 11">
            <a:extLst>
              <a:ext uri="{FF2B5EF4-FFF2-40B4-BE49-F238E27FC236}">
                <a16:creationId xmlns:a16="http://schemas.microsoft.com/office/drawing/2014/main" id="{E58DDA88-90B8-C8FD-7E28-200E5BDD1F43}"/>
              </a:ext>
            </a:extLst>
          </p:cNvPr>
          <p:cNvSpPr>
            <a:spLocks noGrp="1"/>
          </p:cNvSpPr>
          <p:nvPr>
            <p:ph type="body" sz="quarter" idx="20"/>
          </p:nvPr>
        </p:nvSpPr>
        <p:spPr>
          <a:xfrm>
            <a:off x="370585" y="1272441"/>
            <a:ext cx="5630163" cy="4861660"/>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Abgerundetes Rechteck 14">
            <a:extLst>
              <a:ext uri="{FF2B5EF4-FFF2-40B4-BE49-F238E27FC236}">
                <a16:creationId xmlns:a16="http://schemas.microsoft.com/office/drawing/2014/main" id="{3E6D05D2-B6B2-61D2-4285-13D0DE170297}"/>
              </a:ext>
            </a:extLst>
          </p:cNvPr>
          <p:cNvSpPr/>
          <p:nvPr userDrawn="1"/>
        </p:nvSpPr>
        <p:spPr>
          <a:xfrm>
            <a:off x="6198703" y="1268413"/>
            <a:ext cx="5632935" cy="4870212"/>
          </a:xfrm>
          <a:prstGeom prst="roundRect">
            <a:avLst>
              <a:gd name="adj" fmla="val 345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3" name="Textplatzhalter 11">
            <a:extLst>
              <a:ext uri="{FF2B5EF4-FFF2-40B4-BE49-F238E27FC236}">
                <a16:creationId xmlns:a16="http://schemas.microsoft.com/office/drawing/2014/main" id="{FDC1E64E-60B6-7D90-135A-9F5FBCF2F778}"/>
              </a:ext>
            </a:extLst>
          </p:cNvPr>
          <p:cNvSpPr>
            <a:spLocks noGrp="1"/>
          </p:cNvSpPr>
          <p:nvPr>
            <p:ph type="body" sz="quarter" idx="28"/>
          </p:nvPr>
        </p:nvSpPr>
        <p:spPr>
          <a:xfrm>
            <a:off x="6201474" y="1272775"/>
            <a:ext cx="5630163" cy="4861660"/>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7186298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8" userDrawn="1">
          <p15:clr>
            <a:srgbClr val="FBAE40"/>
          </p15:clr>
        </p15:guide>
        <p15:guide id="2" pos="378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oxes-2Col_White">
    <p:bg>
      <p:bgRef idx="1001">
        <a:schemeClr val="bg1"/>
      </p:bgRef>
    </p:bg>
    <p:spTree>
      <p:nvGrpSpPr>
        <p:cNvPr id="1" name=""/>
        <p:cNvGrpSpPr/>
        <p:nvPr/>
      </p:nvGrpSpPr>
      <p:grpSpPr>
        <a:xfrm>
          <a:off x="0" y="0"/>
          <a:ext cx="0" cy="0"/>
          <a:chOff x="0" y="0"/>
          <a:chExt cx="0" cy="0"/>
        </a:xfrm>
      </p:grpSpPr>
      <p:sp>
        <p:nvSpPr>
          <p:cNvPr id="15" name="Abgerundetes Rechteck 14">
            <a:extLst>
              <a:ext uri="{FF2B5EF4-FFF2-40B4-BE49-F238E27FC236}">
                <a16:creationId xmlns:a16="http://schemas.microsoft.com/office/drawing/2014/main" id="{AEE88832-693C-F2C9-ACDC-4C17DC89289A}"/>
              </a:ext>
            </a:extLst>
          </p:cNvPr>
          <p:cNvSpPr/>
          <p:nvPr userDrawn="1"/>
        </p:nvSpPr>
        <p:spPr>
          <a:xfrm>
            <a:off x="367814" y="1264222"/>
            <a:ext cx="5632935" cy="4874070"/>
          </a:xfrm>
          <a:prstGeom prst="roundRect">
            <a:avLst>
              <a:gd name="adj" fmla="val 3458"/>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16" name="Textplatzhalter 11">
            <a:extLst>
              <a:ext uri="{FF2B5EF4-FFF2-40B4-BE49-F238E27FC236}">
                <a16:creationId xmlns:a16="http://schemas.microsoft.com/office/drawing/2014/main" id="{34BED805-BE9E-7EF1-D508-059722BF0698}"/>
              </a:ext>
            </a:extLst>
          </p:cNvPr>
          <p:cNvSpPr>
            <a:spLocks noGrp="1"/>
          </p:cNvSpPr>
          <p:nvPr>
            <p:ph type="body" sz="quarter" idx="20"/>
          </p:nvPr>
        </p:nvSpPr>
        <p:spPr>
          <a:xfrm>
            <a:off x="370585" y="1287687"/>
            <a:ext cx="5630163" cy="4536261"/>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9F50266F-F34F-45B3-4671-DDADC2AA98D0}"/>
              </a:ext>
            </a:extLst>
          </p:cNvPr>
          <p:cNvSpPr>
            <a:spLocks noGrp="1"/>
          </p:cNvSpPr>
          <p:nvPr>
            <p:ph type="dt" sz="half" idx="25"/>
          </p:nvPr>
        </p:nvSpPr>
        <p:spPr/>
        <p:txBody>
          <a:bodyPr/>
          <a:lstStyle/>
          <a:p>
            <a:fld id="{822C63AD-8AE5-42BC-8A47-02747D61BD7C}" type="datetime1">
              <a:rPr lang="de-DE" smtClean="0"/>
              <a:t>28.05.26</a:t>
            </a:fld>
            <a:endParaRPr lang="de-DE"/>
          </a:p>
        </p:txBody>
      </p:sp>
      <p:sp>
        <p:nvSpPr>
          <p:cNvPr id="7" name="Fußzeilenplatzhalter 6">
            <a:extLst>
              <a:ext uri="{FF2B5EF4-FFF2-40B4-BE49-F238E27FC236}">
                <a16:creationId xmlns:a16="http://schemas.microsoft.com/office/drawing/2014/main" id="{773539A9-D70B-E738-9C3E-879A0710E5B5}"/>
              </a:ext>
            </a:extLst>
          </p:cNvPr>
          <p:cNvSpPr>
            <a:spLocks noGrp="1"/>
          </p:cNvSpPr>
          <p:nvPr>
            <p:ph type="ftr" sz="quarter" idx="26"/>
          </p:nvPr>
        </p:nvSpPr>
        <p:spPr/>
        <p:txBody>
          <a:bodyPr/>
          <a:lstStyle/>
          <a:p>
            <a:r>
              <a:rPr lang="de-DE"/>
              <a:t>Hackathon 2026</a:t>
            </a:r>
          </a:p>
        </p:txBody>
      </p:sp>
      <p:sp>
        <p:nvSpPr>
          <p:cNvPr id="8" name="Foliennummernplatzhalter 7">
            <a:extLst>
              <a:ext uri="{FF2B5EF4-FFF2-40B4-BE49-F238E27FC236}">
                <a16:creationId xmlns:a16="http://schemas.microsoft.com/office/drawing/2014/main" id="{E95F140C-562A-45FF-A937-9A349C99314A}"/>
              </a:ext>
            </a:extLst>
          </p:cNvPr>
          <p:cNvSpPr>
            <a:spLocks noGrp="1"/>
          </p:cNvSpPr>
          <p:nvPr>
            <p:ph type="sldNum" sz="quarter" idx="27"/>
          </p:nvPr>
        </p:nvSpPr>
        <p:spPr/>
        <p:txBody>
          <a:bodyPr/>
          <a:lstStyle/>
          <a:p>
            <a:fld id="{75E2EC28-BB56-4A8E-A990-AA8F876D888B}" type="slidenum">
              <a:rPr lang="de-DE" smtClean="0"/>
              <a:pPr/>
              <a:t>‹#›</a:t>
            </a:fld>
            <a:endParaRPr lang="de-DE"/>
          </a:p>
        </p:txBody>
      </p:sp>
      <p:sp>
        <p:nvSpPr>
          <p:cNvPr id="6" name="Textplatzhalter 15">
            <a:extLst>
              <a:ext uri="{FF2B5EF4-FFF2-40B4-BE49-F238E27FC236}">
                <a16:creationId xmlns:a16="http://schemas.microsoft.com/office/drawing/2014/main" id="{B3768F1D-BEF4-0151-4DCD-5C3F509618A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9" name="Textplatzhalter 15">
            <a:extLst>
              <a:ext uri="{FF2B5EF4-FFF2-40B4-BE49-F238E27FC236}">
                <a16:creationId xmlns:a16="http://schemas.microsoft.com/office/drawing/2014/main" id="{77928E43-ACB4-AD50-B59D-C0C58E3307A7}"/>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10" name="Abgerundetes Rechteck 14">
            <a:extLst>
              <a:ext uri="{FF2B5EF4-FFF2-40B4-BE49-F238E27FC236}">
                <a16:creationId xmlns:a16="http://schemas.microsoft.com/office/drawing/2014/main" id="{60ACB8E7-DC6F-77DC-CB57-FD77B6145A89}"/>
              </a:ext>
            </a:extLst>
          </p:cNvPr>
          <p:cNvSpPr/>
          <p:nvPr userDrawn="1"/>
        </p:nvSpPr>
        <p:spPr>
          <a:xfrm>
            <a:off x="6198703" y="1264222"/>
            <a:ext cx="5632935" cy="4874070"/>
          </a:xfrm>
          <a:prstGeom prst="roundRect">
            <a:avLst>
              <a:gd name="adj" fmla="val 3458"/>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11" name="Textplatzhalter 11">
            <a:extLst>
              <a:ext uri="{FF2B5EF4-FFF2-40B4-BE49-F238E27FC236}">
                <a16:creationId xmlns:a16="http://schemas.microsoft.com/office/drawing/2014/main" id="{073ADFAE-C2E4-12CE-65CF-2AF725D5F453}"/>
              </a:ext>
            </a:extLst>
          </p:cNvPr>
          <p:cNvSpPr>
            <a:spLocks noGrp="1"/>
          </p:cNvSpPr>
          <p:nvPr>
            <p:ph type="body" sz="quarter" idx="28"/>
          </p:nvPr>
        </p:nvSpPr>
        <p:spPr>
          <a:xfrm>
            <a:off x="6201474" y="1287687"/>
            <a:ext cx="5630163" cy="4536261"/>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490211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98">
          <p15:clr>
            <a:srgbClr val="FBAE40"/>
          </p15:clr>
        </p15:guide>
        <p15:guide id="2" pos="37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ext-3Col">
    <p:bg>
      <p:bgRef idx="1001">
        <a:schemeClr val="bg1"/>
      </p:bgRef>
    </p:bg>
    <p:spTree>
      <p:nvGrpSpPr>
        <p:cNvPr id="1" name=""/>
        <p:cNvGrpSpPr/>
        <p:nvPr/>
      </p:nvGrpSpPr>
      <p:grpSpPr>
        <a:xfrm>
          <a:off x="0" y="0"/>
          <a:ext cx="0" cy="0"/>
          <a:chOff x="0" y="0"/>
          <a:chExt cx="0" cy="0"/>
        </a:xfrm>
      </p:grpSpPr>
      <p:sp>
        <p:nvSpPr>
          <p:cNvPr id="4" name="Textplatzhalter 11">
            <a:extLst>
              <a:ext uri="{FF2B5EF4-FFF2-40B4-BE49-F238E27FC236}">
                <a16:creationId xmlns:a16="http://schemas.microsoft.com/office/drawing/2014/main" id="{4811614E-C6A3-B35D-7BC7-4EE0355F7355}"/>
              </a:ext>
            </a:extLst>
          </p:cNvPr>
          <p:cNvSpPr>
            <a:spLocks noGrp="1"/>
          </p:cNvSpPr>
          <p:nvPr>
            <p:ph type="body" sz="quarter" idx="20"/>
          </p:nvPr>
        </p:nvSpPr>
        <p:spPr>
          <a:xfrm>
            <a:off x="370585" y="1268413"/>
            <a:ext cx="3695700" cy="4865687"/>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11">
            <a:extLst>
              <a:ext uri="{FF2B5EF4-FFF2-40B4-BE49-F238E27FC236}">
                <a16:creationId xmlns:a16="http://schemas.microsoft.com/office/drawing/2014/main" id="{55469C13-E0EE-F1F6-DCD7-EFA2B7F029F3}"/>
              </a:ext>
            </a:extLst>
          </p:cNvPr>
          <p:cNvSpPr>
            <a:spLocks noGrp="1"/>
          </p:cNvSpPr>
          <p:nvPr>
            <p:ph type="body" sz="quarter" idx="26"/>
          </p:nvPr>
        </p:nvSpPr>
        <p:spPr>
          <a:xfrm>
            <a:off x="4253038" y="1268413"/>
            <a:ext cx="3695700" cy="4865687"/>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extplatzhalter 11">
            <a:extLst>
              <a:ext uri="{FF2B5EF4-FFF2-40B4-BE49-F238E27FC236}">
                <a16:creationId xmlns:a16="http://schemas.microsoft.com/office/drawing/2014/main" id="{51DDCDC3-57C6-32AD-1CF8-4AAD9613CDA4}"/>
              </a:ext>
            </a:extLst>
          </p:cNvPr>
          <p:cNvSpPr>
            <a:spLocks noGrp="1"/>
          </p:cNvSpPr>
          <p:nvPr>
            <p:ph type="body" sz="quarter" idx="27"/>
          </p:nvPr>
        </p:nvSpPr>
        <p:spPr>
          <a:xfrm>
            <a:off x="8157976" y="1268413"/>
            <a:ext cx="3695700" cy="4865687"/>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64DE098D-5224-CDD7-8419-BDD619E77489}"/>
              </a:ext>
            </a:extLst>
          </p:cNvPr>
          <p:cNvSpPr>
            <a:spLocks noGrp="1"/>
          </p:cNvSpPr>
          <p:nvPr>
            <p:ph type="dt" sz="half" idx="28"/>
          </p:nvPr>
        </p:nvSpPr>
        <p:spPr/>
        <p:txBody>
          <a:bodyPr/>
          <a:lstStyle/>
          <a:p>
            <a:fld id="{3F42C2ED-1080-410F-918D-3D5DB30D4AEE}" type="datetime1">
              <a:rPr lang="de-DE" smtClean="0"/>
              <a:t>28.05.26</a:t>
            </a:fld>
            <a:endParaRPr lang="de-DE"/>
          </a:p>
        </p:txBody>
      </p:sp>
      <p:sp>
        <p:nvSpPr>
          <p:cNvPr id="6" name="Fußzeilenplatzhalter 5">
            <a:extLst>
              <a:ext uri="{FF2B5EF4-FFF2-40B4-BE49-F238E27FC236}">
                <a16:creationId xmlns:a16="http://schemas.microsoft.com/office/drawing/2014/main" id="{96CA9D0F-962A-24B6-693F-60A91D1B36EA}"/>
              </a:ext>
            </a:extLst>
          </p:cNvPr>
          <p:cNvSpPr>
            <a:spLocks noGrp="1"/>
          </p:cNvSpPr>
          <p:nvPr>
            <p:ph type="ftr" sz="quarter" idx="29"/>
          </p:nvPr>
        </p:nvSpPr>
        <p:spPr/>
        <p:txBody>
          <a:bodyPr/>
          <a:lstStyle/>
          <a:p>
            <a:r>
              <a:rPr lang="de-DE"/>
              <a:t>Hackathon 2026</a:t>
            </a:r>
          </a:p>
        </p:txBody>
      </p:sp>
      <p:sp>
        <p:nvSpPr>
          <p:cNvPr id="9" name="Foliennummernplatzhalter 8">
            <a:extLst>
              <a:ext uri="{FF2B5EF4-FFF2-40B4-BE49-F238E27FC236}">
                <a16:creationId xmlns:a16="http://schemas.microsoft.com/office/drawing/2014/main" id="{60053292-085C-7BBD-0567-007B1C9727F5}"/>
              </a:ext>
            </a:extLst>
          </p:cNvPr>
          <p:cNvSpPr>
            <a:spLocks noGrp="1"/>
          </p:cNvSpPr>
          <p:nvPr>
            <p:ph type="sldNum" sz="quarter" idx="30"/>
          </p:nvPr>
        </p:nvSpPr>
        <p:spPr/>
        <p:txBody>
          <a:bodyPr/>
          <a:lstStyle/>
          <a:p>
            <a:fld id="{75E2EC28-BB56-4A8E-A990-AA8F876D888B}" type="slidenum">
              <a:rPr lang="de-DE" smtClean="0"/>
              <a:pPr/>
              <a:t>‹#›</a:t>
            </a:fld>
            <a:endParaRPr lang="de-DE"/>
          </a:p>
        </p:txBody>
      </p:sp>
      <p:sp>
        <p:nvSpPr>
          <p:cNvPr id="2" name="Textplatzhalter 15">
            <a:extLst>
              <a:ext uri="{FF2B5EF4-FFF2-40B4-BE49-F238E27FC236}">
                <a16:creationId xmlns:a16="http://schemas.microsoft.com/office/drawing/2014/main" id="{57A1708D-E0AF-4652-1331-5EB278BA8270}"/>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3" name="Textplatzhalter 15">
            <a:extLst>
              <a:ext uri="{FF2B5EF4-FFF2-40B4-BE49-F238E27FC236}">
                <a16:creationId xmlns:a16="http://schemas.microsoft.com/office/drawing/2014/main" id="{D6FC31C0-A83C-054B-634E-589FC969DC00}"/>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4016420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54">
          <p15:clr>
            <a:srgbClr val="FBAE40"/>
          </p15:clr>
        </p15:guide>
        <p15:guide id="2" pos="2674">
          <p15:clr>
            <a:srgbClr val="FBAE40"/>
          </p15:clr>
        </p15:guide>
        <p15:guide id="3" pos="5001">
          <p15:clr>
            <a:srgbClr val="FBAE40"/>
          </p15:clr>
        </p15:guide>
        <p15:guide id="4" pos="512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Boxes-3Col-Darkblue">
    <p:bg>
      <p:bgRef idx="1001">
        <a:schemeClr val="bg1"/>
      </p:bgRef>
    </p:bg>
    <p:spTree>
      <p:nvGrpSpPr>
        <p:cNvPr id="1" name=""/>
        <p:cNvGrpSpPr/>
        <p:nvPr/>
      </p:nvGrpSpPr>
      <p:grpSpPr>
        <a:xfrm>
          <a:off x="0" y="0"/>
          <a:ext cx="0" cy="0"/>
          <a:chOff x="0" y="0"/>
          <a:chExt cx="0" cy="0"/>
        </a:xfrm>
      </p:grpSpPr>
      <p:sp>
        <p:nvSpPr>
          <p:cNvPr id="9" name="Abgerundetes Rechteck 8">
            <a:extLst>
              <a:ext uri="{FF2B5EF4-FFF2-40B4-BE49-F238E27FC236}">
                <a16:creationId xmlns:a16="http://schemas.microsoft.com/office/drawing/2014/main" id="{E3F09553-FDA7-068C-A83B-83EC7406DAFD}"/>
              </a:ext>
            </a:extLst>
          </p:cNvPr>
          <p:cNvSpPr/>
          <p:nvPr userDrawn="1"/>
        </p:nvSpPr>
        <p:spPr>
          <a:xfrm>
            <a:off x="367815" y="1268460"/>
            <a:ext cx="3695700" cy="4865640"/>
          </a:xfrm>
          <a:prstGeom prst="roundRect">
            <a:avLst>
              <a:gd name="adj" fmla="val 3891"/>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2" name="Abgerundetes Rechteck 1">
            <a:extLst>
              <a:ext uri="{FF2B5EF4-FFF2-40B4-BE49-F238E27FC236}">
                <a16:creationId xmlns:a16="http://schemas.microsoft.com/office/drawing/2014/main" id="{5CCFDCDB-F409-EAAB-294E-4FA865883E74}"/>
              </a:ext>
            </a:extLst>
          </p:cNvPr>
          <p:cNvSpPr/>
          <p:nvPr userDrawn="1"/>
        </p:nvSpPr>
        <p:spPr>
          <a:xfrm>
            <a:off x="4248153" y="1267335"/>
            <a:ext cx="3695700" cy="4505283"/>
          </a:xfrm>
          <a:prstGeom prst="roundRect">
            <a:avLst>
              <a:gd name="adj" fmla="val 3891"/>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5" name="Abgerundetes Rechteck 4">
            <a:extLst>
              <a:ext uri="{FF2B5EF4-FFF2-40B4-BE49-F238E27FC236}">
                <a16:creationId xmlns:a16="http://schemas.microsoft.com/office/drawing/2014/main" id="{1B88C6D8-3D79-B9D0-C42A-8FDB180466F6}"/>
              </a:ext>
            </a:extLst>
          </p:cNvPr>
          <p:cNvSpPr/>
          <p:nvPr userDrawn="1"/>
        </p:nvSpPr>
        <p:spPr>
          <a:xfrm>
            <a:off x="8134353" y="1268460"/>
            <a:ext cx="3695700" cy="4865640"/>
          </a:xfrm>
          <a:prstGeom prst="roundRect">
            <a:avLst>
              <a:gd name="adj" fmla="val 3891"/>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1" name="Datumsplatzhalter 10">
            <a:extLst>
              <a:ext uri="{FF2B5EF4-FFF2-40B4-BE49-F238E27FC236}">
                <a16:creationId xmlns:a16="http://schemas.microsoft.com/office/drawing/2014/main" id="{A5B03AB4-C807-162E-34A8-8FB236FC728E}"/>
              </a:ext>
            </a:extLst>
          </p:cNvPr>
          <p:cNvSpPr>
            <a:spLocks noGrp="1"/>
          </p:cNvSpPr>
          <p:nvPr>
            <p:ph type="dt" sz="half" idx="28"/>
          </p:nvPr>
        </p:nvSpPr>
        <p:spPr/>
        <p:txBody>
          <a:bodyPr/>
          <a:lstStyle/>
          <a:p>
            <a:fld id="{7EC89122-4B22-4523-980D-29DF03BC15EE}" type="datetime1">
              <a:rPr lang="de-DE" smtClean="0"/>
              <a:t>28.05.26</a:t>
            </a:fld>
            <a:endParaRPr lang="de-DE"/>
          </a:p>
        </p:txBody>
      </p:sp>
      <p:sp>
        <p:nvSpPr>
          <p:cNvPr id="12" name="Fußzeilenplatzhalter 11">
            <a:extLst>
              <a:ext uri="{FF2B5EF4-FFF2-40B4-BE49-F238E27FC236}">
                <a16:creationId xmlns:a16="http://schemas.microsoft.com/office/drawing/2014/main" id="{06663262-DF88-44B7-6E27-C217CB4E0E2E}"/>
              </a:ext>
            </a:extLst>
          </p:cNvPr>
          <p:cNvSpPr>
            <a:spLocks noGrp="1"/>
          </p:cNvSpPr>
          <p:nvPr>
            <p:ph type="ftr" sz="quarter" idx="29"/>
          </p:nvPr>
        </p:nvSpPr>
        <p:spPr/>
        <p:txBody>
          <a:bodyPr/>
          <a:lstStyle/>
          <a:p>
            <a:r>
              <a:rPr lang="de-DE"/>
              <a:t>Hackathon 2026</a:t>
            </a:r>
          </a:p>
        </p:txBody>
      </p:sp>
      <p:sp>
        <p:nvSpPr>
          <p:cNvPr id="13" name="Foliennummernplatzhalter 12">
            <a:extLst>
              <a:ext uri="{FF2B5EF4-FFF2-40B4-BE49-F238E27FC236}">
                <a16:creationId xmlns:a16="http://schemas.microsoft.com/office/drawing/2014/main" id="{6742DB40-C35B-512F-50EC-6BD3A1DCAB52}"/>
              </a:ext>
            </a:extLst>
          </p:cNvPr>
          <p:cNvSpPr>
            <a:spLocks noGrp="1"/>
          </p:cNvSpPr>
          <p:nvPr>
            <p:ph type="sldNum" sz="quarter" idx="30"/>
          </p:nvPr>
        </p:nvSpPr>
        <p:spPr/>
        <p:txBody>
          <a:bodyPr/>
          <a:lstStyle/>
          <a:p>
            <a:fld id="{75E2EC28-BB56-4A8E-A990-AA8F876D888B}" type="slidenum">
              <a:rPr lang="de-DE" smtClean="0"/>
              <a:pPr/>
              <a:t>‹#›</a:t>
            </a:fld>
            <a:endParaRPr lang="de-DE"/>
          </a:p>
        </p:txBody>
      </p:sp>
      <p:sp>
        <p:nvSpPr>
          <p:cNvPr id="27" name="Abgerundetes Rechteck 26">
            <a:extLst>
              <a:ext uri="{FF2B5EF4-FFF2-40B4-BE49-F238E27FC236}">
                <a16:creationId xmlns:a16="http://schemas.microsoft.com/office/drawing/2014/main" id="{71D954E4-2716-C1F7-CA3E-858B956C3EDF}"/>
              </a:ext>
            </a:extLst>
          </p:cNvPr>
          <p:cNvSpPr/>
          <p:nvPr userDrawn="1"/>
        </p:nvSpPr>
        <p:spPr>
          <a:xfrm>
            <a:off x="4253729" y="1268460"/>
            <a:ext cx="3695700" cy="4865640"/>
          </a:xfrm>
          <a:prstGeom prst="roundRect">
            <a:avLst>
              <a:gd name="adj" fmla="val 3891"/>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3" name="Textplatzhalter 11">
            <a:extLst>
              <a:ext uri="{FF2B5EF4-FFF2-40B4-BE49-F238E27FC236}">
                <a16:creationId xmlns:a16="http://schemas.microsoft.com/office/drawing/2014/main" id="{945CAB64-5C5A-560A-A366-BBE28B423DE7}"/>
              </a:ext>
            </a:extLst>
          </p:cNvPr>
          <p:cNvSpPr>
            <a:spLocks noGrp="1"/>
          </p:cNvSpPr>
          <p:nvPr>
            <p:ph type="body" sz="quarter" idx="20"/>
          </p:nvPr>
        </p:nvSpPr>
        <p:spPr>
          <a:xfrm>
            <a:off x="370585" y="1268413"/>
            <a:ext cx="3695700" cy="4850547"/>
          </a:xfrm>
          <a:prstGeom prst="rect">
            <a:avLst/>
          </a:prstGeom>
        </p:spPr>
        <p:txBody>
          <a:bodyPr lIns="180000" tIns="180000" rIns="180000" bIns="180000">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11">
            <a:extLst>
              <a:ext uri="{FF2B5EF4-FFF2-40B4-BE49-F238E27FC236}">
                <a16:creationId xmlns:a16="http://schemas.microsoft.com/office/drawing/2014/main" id="{C6ADB87B-F7A4-D8F5-DE73-C04608DC8E0C}"/>
              </a:ext>
            </a:extLst>
          </p:cNvPr>
          <p:cNvSpPr>
            <a:spLocks noGrp="1"/>
          </p:cNvSpPr>
          <p:nvPr>
            <p:ph type="body" sz="quarter" idx="26"/>
          </p:nvPr>
        </p:nvSpPr>
        <p:spPr>
          <a:xfrm>
            <a:off x="4253038" y="1268413"/>
            <a:ext cx="3695700" cy="4850547"/>
          </a:xfrm>
          <a:prstGeom prst="rect">
            <a:avLst/>
          </a:prstGeom>
        </p:spPr>
        <p:txBody>
          <a:bodyPr lIns="180000" tIns="180000" rIns="180000" bIns="180000">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11">
            <a:extLst>
              <a:ext uri="{FF2B5EF4-FFF2-40B4-BE49-F238E27FC236}">
                <a16:creationId xmlns:a16="http://schemas.microsoft.com/office/drawing/2014/main" id="{BF40630D-F696-5BB4-4E76-CB4FB9E3222D}"/>
              </a:ext>
            </a:extLst>
          </p:cNvPr>
          <p:cNvSpPr>
            <a:spLocks noGrp="1"/>
          </p:cNvSpPr>
          <p:nvPr>
            <p:ph type="body" sz="quarter" idx="27"/>
          </p:nvPr>
        </p:nvSpPr>
        <p:spPr>
          <a:xfrm>
            <a:off x="8157976" y="1268413"/>
            <a:ext cx="3695700" cy="4850547"/>
          </a:xfrm>
          <a:prstGeom prst="rect">
            <a:avLst/>
          </a:prstGeom>
        </p:spPr>
        <p:txBody>
          <a:bodyPr lIns="180000" tIns="180000" rIns="180000" bIns="180000">
            <a:noAutofit/>
          </a:bodyPr>
          <a:lstStyle>
            <a:lvl1pPr>
              <a:spcAft>
                <a:spcPts val="600"/>
              </a:spcAft>
              <a:buClr>
                <a:schemeClr val="accent1"/>
              </a:buClr>
              <a:defRPr sz="1600">
                <a:solidFill>
                  <a:schemeClr val="bg2"/>
                </a:solidFill>
              </a:defRPr>
            </a:lvl1pPr>
            <a:lvl2pPr marL="490538" indent="-250825">
              <a:spcAft>
                <a:spcPts val="600"/>
              </a:spcAft>
              <a:buClr>
                <a:schemeClr val="accent1"/>
              </a:buClr>
              <a:defRPr sz="1600">
                <a:solidFill>
                  <a:schemeClr val="bg2"/>
                </a:solidFill>
              </a:defRPr>
            </a:lvl2pPr>
            <a:lvl3pPr marL="700088" indent="-203200">
              <a:spcAft>
                <a:spcPts val="600"/>
              </a:spcAft>
              <a:buClr>
                <a:schemeClr val="accent1"/>
              </a:buClr>
              <a:defRPr lang="de-DE" sz="1600" kern="1200" dirty="0">
                <a:solidFill>
                  <a:schemeClr val="bg2"/>
                </a:solidFill>
                <a:latin typeface="+mn-lt"/>
                <a:ea typeface="+mn-ea"/>
                <a:cs typeface="+mn-cs"/>
              </a:defRPr>
            </a:lvl3pPr>
            <a:lvl4pPr marL="944563" indent="-177800">
              <a:spcAft>
                <a:spcPts val="600"/>
              </a:spcAft>
              <a:buClr>
                <a:schemeClr val="accent1"/>
              </a:buClr>
              <a:defRPr sz="1600">
                <a:solidFill>
                  <a:schemeClr val="bg2"/>
                </a:solidFill>
              </a:defRPr>
            </a:lvl4pPr>
            <a:lvl5pPr marL="1209675" indent="-160338">
              <a:spcAft>
                <a:spcPts val="600"/>
              </a:spcAft>
              <a:buClr>
                <a:schemeClr val="accent1"/>
              </a:buClr>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15">
            <a:extLst>
              <a:ext uri="{FF2B5EF4-FFF2-40B4-BE49-F238E27FC236}">
                <a16:creationId xmlns:a16="http://schemas.microsoft.com/office/drawing/2014/main" id="{98D8E641-DEB3-308E-9D23-97B9E724146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4" name="Textplatzhalter 15">
            <a:extLst>
              <a:ext uri="{FF2B5EF4-FFF2-40B4-BE49-F238E27FC236}">
                <a16:creationId xmlns:a16="http://schemas.microsoft.com/office/drawing/2014/main" id="{A42CE327-0DD5-EE23-9012-0C224EFF5E23}"/>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6847939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54">
          <p15:clr>
            <a:srgbClr val="FBAE40"/>
          </p15:clr>
        </p15:guide>
        <p15:guide id="2" pos="2674">
          <p15:clr>
            <a:srgbClr val="FBAE40"/>
          </p15:clr>
        </p15:guide>
        <p15:guide id="3" pos="5001">
          <p15:clr>
            <a:srgbClr val="FBAE40"/>
          </p15:clr>
        </p15:guide>
        <p15:guide id="4" pos="512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Boxes-3Col-White">
    <p:bg>
      <p:bgRef idx="1001">
        <a:schemeClr val="bg1"/>
      </p:bgRef>
    </p:bg>
    <p:spTree>
      <p:nvGrpSpPr>
        <p:cNvPr id="1" name=""/>
        <p:cNvGrpSpPr/>
        <p:nvPr/>
      </p:nvGrpSpPr>
      <p:grpSpPr>
        <a:xfrm>
          <a:off x="0" y="0"/>
          <a:ext cx="0" cy="0"/>
          <a:chOff x="0" y="0"/>
          <a:chExt cx="0" cy="0"/>
        </a:xfrm>
      </p:grpSpPr>
      <p:sp>
        <p:nvSpPr>
          <p:cNvPr id="5" name="Abgerundetes Rechteck 4">
            <a:extLst>
              <a:ext uri="{FF2B5EF4-FFF2-40B4-BE49-F238E27FC236}">
                <a16:creationId xmlns:a16="http://schemas.microsoft.com/office/drawing/2014/main" id="{EF93A09C-FCA1-3AA0-716F-6AC842091F1A}"/>
              </a:ext>
            </a:extLst>
          </p:cNvPr>
          <p:cNvSpPr/>
          <p:nvPr userDrawn="1"/>
        </p:nvSpPr>
        <p:spPr>
          <a:xfrm>
            <a:off x="370585" y="1268413"/>
            <a:ext cx="3695700" cy="4865687"/>
          </a:xfrm>
          <a:prstGeom prst="roundRect">
            <a:avLst>
              <a:gd name="adj" fmla="val 3891"/>
            </a:avLst>
          </a:prstGeom>
          <a:solidFill>
            <a:schemeClr val="bg2"/>
          </a:solidFill>
          <a:ln w="15990" cap="flat">
            <a:noFill/>
            <a:prstDash val="solid"/>
            <a:miter/>
          </a:ln>
        </p:spPr>
        <p:txBody>
          <a:bodyPr lIns="216000" rtlCol="0" anchor="ctr"/>
          <a:lstStyle/>
          <a:p>
            <a:pPr algn="l"/>
            <a:endParaRPr lang="de-DE">
              <a:solidFill>
                <a:schemeClr val="tx1"/>
              </a:solidFill>
            </a:endParaRPr>
          </a:p>
        </p:txBody>
      </p:sp>
      <p:sp>
        <p:nvSpPr>
          <p:cNvPr id="6" name="Abgerundetes Rechteck 5">
            <a:extLst>
              <a:ext uri="{FF2B5EF4-FFF2-40B4-BE49-F238E27FC236}">
                <a16:creationId xmlns:a16="http://schemas.microsoft.com/office/drawing/2014/main" id="{DFE78FD6-D599-58A5-B522-193E9501A9D1}"/>
              </a:ext>
            </a:extLst>
          </p:cNvPr>
          <p:cNvSpPr/>
          <p:nvPr userDrawn="1"/>
        </p:nvSpPr>
        <p:spPr>
          <a:xfrm>
            <a:off x="4256785" y="1268413"/>
            <a:ext cx="3695700" cy="4865687"/>
          </a:xfrm>
          <a:prstGeom prst="roundRect">
            <a:avLst>
              <a:gd name="adj" fmla="val 3891"/>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11" name="Abgerundetes Rechteck 10">
            <a:extLst>
              <a:ext uri="{FF2B5EF4-FFF2-40B4-BE49-F238E27FC236}">
                <a16:creationId xmlns:a16="http://schemas.microsoft.com/office/drawing/2014/main" id="{B0BB99D8-5ED7-925A-C2DD-3146FB20D447}"/>
              </a:ext>
            </a:extLst>
          </p:cNvPr>
          <p:cNvSpPr/>
          <p:nvPr userDrawn="1"/>
        </p:nvSpPr>
        <p:spPr>
          <a:xfrm>
            <a:off x="8135938" y="1268413"/>
            <a:ext cx="3695700" cy="4865687"/>
          </a:xfrm>
          <a:prstGeom prst="roundRect">
            <a:avLst>
              <a:gd name="adj" fmla="val 3891"/>
            </a:avLst>
          </a:prstGeom>
          <a:solidFill>
            <a:schemeClr val="bg2"/>
          </a:solidFill>
          <a:ln w="15990" cap="flat">
            <a:noFill/>
            <a:prstDash val="solid"/>
            <a:miter/>
          </a:ln>
        </p:spPr>
        <p:txBody>
          <a:bodyPr rtlCol="0" anchor="ctr">
            <a:noAutofit/>
          </a:bodyPr>
          <a:lstStyle/>
          <a:p>
            <a:pPr algn="l"/>
            <a:endParaRPr lang="de-DE">
              <a:solidFill>
                <a:schemeClr val="tx1"/>
              </a:solidFill>
            </a:endParaRPr>
          </a:p>
        </p:txBody>
      </p:sp>
      <p:sp>
        <p:nvSpPr>
          <p:cNvPr id="9" name="Datumsplatzhalter 8">
            <a:extLst>
              <a:ext uri="{FF2B5EF4-FFF2-40B4-BE49-F238E27FC236}">
                <a16:creationId xmlns:a16="http://schemas.microsoft.com/office/drawing/2014/main" id="{2EB6B631-C732-A482-2441-B8CC3B361D9F}"/>
              </a:ext>
            </a:extLst>
          </p:cNvPr>
          <p:cNvSpPr>
            <a:spLocks noGrp="1"/>
          </p:cNvSpPr>
          <p:nvPr>
            <p:ph type="dt" sz="half" idx="28"/>
          </p:nvPr>
        </p:nvSpPr>
        <p:spPr/>
        <p:txBody>
          <a:bodyPr/>
          <a:lstStyle/>
          <a:p>
            <a:fld id="{3113AEE0-B87D-4216-91FF-5FAD91725890}" type="datetime1">
              <a:rPr lang="de-DE" smtClean="0"/>
              <a:t>28.05.26</a:t>
            </a:fld>
            <a:endParaRPr lang="de-DE"/>
          </a:p>
        </p:txBody>
      </p:sp>
      <p:sp>
        <p:nvSpPr>
          <p:cNvPr id="12" name="Fußzeilenplatzhalter 11">
            <a:extLst>
              <a:ext uri="{FF2B5EF4-FFF2-40B4-BE49-F238E27FC236}">
                <a16:creationId xmlns:a16="http://schemas.microsoft.com/office/drawing/2014/main" id="{930F7380-4E23-841A-4D52-E95B9C4CA04C}"/>
              </a:ext>
            </a:extLst>
          </p:cNvPr>
          <p:cNvSpPr>
            <a:spLocks noGrp="1"/>
          </p:cNvSpPr>
          <p:nvPr>
            <p:ph type="ftr" sz="quarter" idx="29"/>
          </p:nvPr>
        </p:nvSpPr>
        <p:spPr/>
        <p:txBody>
          <a:bodyPr/>
          <a:lstStyle/>
          <a:p>
            <a:r>
              <a:rPr lang="de-DE"/>
              <a:t>Hackathon 2026</a:t>
            </a:r>
          </a:p>
        </p:txBody>
      </p:sp>
      <p:sp>
        <p:nvSpPr>
          <p:cNvPr id="13" name="Foliennummernplatzhalter 12">
            <a:extLst>
              <a:ext uri="{FF2B5EF4-FFF2-40B4-BE49-F238E27FC236}">
                <a16:creationId xmlns:a16="http://schemas.microsoft.com/office/drawing/2014/main" id="{6C4B1E76-7709-1529-522E-8B94820D6963}"/>
              </a:ext>
            </a:extLst>
          </p:cNvPr>
          <p:cNvSpPr>
            <a:spLocks noGrp="1"/>
          </p:cNvSpPr>
          <p:nvPr>
            <p:ph type="sldNum" sz="quarter" idx="30"/>
          </p:nvPr>
        </p:nvSpPr>
        <p:spPr/>
        <p:txBody>
          <a:bodyPr/>
          <a:lstStyle/>
          <a:p>
            <a:fld id="{75E2EC28-BB56-4A8E-A990-AA8F876D888B}" type="slidenum">
              <a:rPr lang="de-DE" smtClean="0"/>
              <a:pPr/>
              <a:t>‹#›</a:t>
            </a:fld>
            <a:endParaRPr lang="de-DE"/>
          </a:p>
        </p:txBody>
      </p:sp>
      <p:sp>
        <p:nvSpPr>
          <p:cNvPr id="7" name="Textplatzhalter 11">
            <a:extLst>
              <a:ext uri="{FF2B5EF4-FFF2-40B4-BE49-F238E27FC236}">
                <a16:creationId xmlns:a16="http://schemas.microsoft.com/office/drawing/2014/main" id="{CBEEC243-C3B0-7AE2-D019-C97978E0AA7C}"/>
              </a:ext>
            </a:extLst>
          </p:cNvPr>
          <p:cNvSpPr>
            <a:spLocks noGrp="1"/>
          </p:cNvSpPr>
          <p:nvPr>
            <p:ph type="body" sz="quarter" idx="20"/>
          </p:nvPr>
        </p:nvSpPr>
        <p:spPr>
          <a:xfrm>
            <a:off x="370585" y="1268413"/>
            <a:ext cx="3695700" cy="4850594"/>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Textplatzhalter 11">
            <a:extLst>
              <a:ext uri="{FF2B5EF4-FFF2-40B4-BE49-F238E27FC236}">
                <a16:creationId xmlns:a16="http://schemas.microsoft.com/office/drawing/2014/main" id="{2E973865-6AA1-D20F-7E25-DF4EEC31A316}"/>
              </a:ext>
            </a:extLst>
          </p:cNvPr>
          <p:cNvSpPr>
            <a:spLocks noGrp="1"/>
          </p:cNvSpPr>
          <p:nvPr>
            <p:ph type="body" sz="quarter" idx="26"/>
          </p:nvPr>
        </p:nvSpPr>
        <p:spPr>
          <a:xfrm>
            <a:off x="4253038" y="1268413"/>
            <a:ext cx="3695700" cy="4850594"/>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11">
            <a:extLst>
              <a:ext uri="{FF2B5EF4-FFF2-40B4-BE49-F238E27FC236}">
                <a16:creationId xmlns:a16="http://schemas.microsoft.com/office/drawing/2014/main" id="{CCD93D72-5CC6-B3E9-2B17-238059C47497}"/>
              </a:ext>
            </a:extLst>
          </p:cNvPr>
          <p:cNvSpPr>
            <a:spLocks noGrp="1"/>
          </p:cNvSpPr>
          <p:nvPr>
            <p:ph type="body" sz="quarter" idx="27"/>
          </p:nvPr>
        </p:nvSpPr>
        <p:spPr>
          <a:xfrm>
            <a:off x="8157976" y="1268413"/>
            <a:ext cx="3695700" cy="4850594"/>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15">
            <a:extLst>
              <a:ext uri="{FF2B5EF4-FFF2-40B4-BE49-F238E27FC236}">
                <a16:creationId xmlns:a16="http://schemas.microsoft.com/office/drawing/2014/main" id="{3E0E4C88-7B95-912D-8DB4-25B28084DE3E}"/>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14" name="Textplatzhalter 15">
            <a:extLst>
              <a:ext uri="{FF2B5EF4-FFF2-40B4-BE49-F238E27FC236}">
                <a16:creationId xmlns:a16="http://schemas.microsoft.com/office/drawing/2014/main" id="{759DDF00-6192-0F54-0142-B6603C9CDC9D}"/>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420899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54">
          <p15:clr>
            <a:srgbClr val="FBAE40"/>
          </p15:clr>
        </p15:guide>
        <p15:guide id="2" pos="2674">
          <p15:clr>
            <a:srgbClr val="FBAE40"/>
          </p15:clr>
        </p15:guide>
        <p15:guide id="3" pos="5001">
          <p15:clr>
            <a:srgbClr val="FBAE40"/>
          </p15:clr>
        </p15:guide>
        <p15:guide id="4" pos="512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ext-4Col">
    <p:bg>
      <p:bgRef idx="1001">
        <a:schemeClr val="bg1"/>
      </p:bgRef>
    </p:bg>
    <p:spTree>
      <p:nvGrpSpPr>
        <p:cNvPr id="1" name=""/>
        <p:cNvGrpSpPr/>
        <p:nvPr/>
      </p:nvGrpSpPr>
      <p:grpSpPr>
        <a:xfrm>
          <a:off x="0" y="0"/>
          <a:ext cx="0" cy="0"/>
          <a:chOff x="0" y="0"/>
          <a:chExt cx="0" cy="0"/>
        </a:xfrm>
      </p:grpSpPr>
      <p:sp>
        <p:nvSpPr>
          <p:cNvPr id="22" name="Textplatzhalter 11">
            <a:extLst>
              <a:ext uri="{FF2B5EF4-FFF2-40B4-BE49-F238E27FC236}">
                <a16:creationId xmlns:a16="http://schemas.microsoft.com/office/drawing/2014/main" id="{F761F95A-FD22-2C55-D373-3D3517147758}"/>
              </a:ext>
            </a:extLst>
          </p:cNvPr>
          <p:cNvSpPr>
            <a:spLocks noGrp="1"/>
          </p:cNvSpPr>
          <p:nvPr>
            <p:ph type="body" sz="quarter" idx="20"/>
          </p:nvPr>
        </p:nvSpPr>
        <p:spPr>
          <a:xfrm>
            <a:off x="346375" y="1268413"/>
            <a:ext cx="2725737" cy="4865687"/>
          </a:xfrm>
          <a:prstGeom prst="rect">
            <a:avLst/>
          </a:prstGeom>
        </p:spPr>
        <p:txBody>
          <a:bodyPr lIns="0" tIns="0" rIns="0" bIns="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11">
            <a:extLst>
              <a:ext uri="{FF2B5EF4-FFF2-40B4-BE49-F238E27FC236}">
                <a16:creationId xmlns:a16="http://schemas.microsoft.com/office/drawing/2014/main" id="{F985A4AA-003D-635C-E763-68F53CC5E079}"/>
              </a:ext>
            </a:extLst>
          </p:cNvPr>
          <p:cNvSpPr>
            <a:spLocks noGrp="1"/>
          </p:cNvSpPr>
          <p:nvPr>
            <p:ph type="body" sz="quarter" idx="27"/>
          </p:nvPr>
        </p:nvSpPr>
        <p:spPr>
          <a:xfrm>
            <a:off x="3277834" y="1268413"/>
            <a:ext cx="2725737" cy="4865687"/>
          </a:xfrm>
          <a:prstGeom prst="rect">
            <a:avLst/>
          </a:prstGeom>
        </p:spPr>
        <p:txBody>
          <a:bodyPr lIns="0" tIns="0" rIns="0" bIns="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Textplatzhalter 11">
            <a:extLst>
              <a:ext uri="{FF2B5EF4-FFF2-40B4-BE49-F238E27FC236}">
                <a16:creationId xmlns:a16="http://schemas.microsoft.com/office/drawing/2014/main" id="{B5D79BB0-2335-B277-72DD-313CA4B73697}"/>
              </a:ext>
            </a:extLst>
          </p:cNvPr>
          <p:cNvSpPr>
            <a:spLocks noGrp="1"/>
          </p:cNvSpPr>
          <p:nvPr>
            <p:ph type="body" sz="quarter" idx="28"/>
          </p:nvPr>
        </p:nvSpPr>
        <p:spPr>
          <a:xfrm>
            <a:off x="6189121" y="1268413"/>
            <a:ext cx="2725737" cy="4865687"/>
          </a:xfrm>
          <a:prstGeom prst="rect">
            <a:avLst/>
          </a:prstGeom>
        </p:spPr>
        <p:txBody>
          <a:bodyPr lIns="0" tIns="0" rIns="0" bIns="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1" name="Textplatzhalter 11">
            <a:extLst>
              <a:ext uri="{FF2B5EF4-FFF2-40B4-BE49-F238E27FC236}">
                <a16:creationId xmlns:a16="http://schemas.microsoft.com/office/drawing/2014/main" id="{9D8C6E81-F2F8-5EFA-D3E7-FC10A5CAC403}"/>
              </a:ext>
            </a:extLst>
          </p:cNvPr>
          <p:cNvSpPr>
            <a:spLocks noGrp="1"/>
          </p:cNvSpPr>
          <p:nvPr>
            <p:ph type="body" sz="quarter" idx="29"/>
          </p:nvPr>
        </p:nvSpPr>
        <p:spPr>
          <a:xfrm>
            <a:off x="9107132" y="1268413"/>
            <a:ext cx="2725737" cy="4865687"/>
          </a:xfrm>
          <a:prstGeom prst="rect">
            <a:avLst/>
          </a:prstGeom>
        </p:spPr>
        <p:txBody>
          <a:bodyPr lIns="0" tIns="0" rIns="0" bIns="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8BDA325-6A2A-4EFC-154C-A3EAF4C07FA2}"/>
              </a:ext>
            </a:extLst>
          </p:cNvPr>
          <p:cNvSpPr>
            <a:spLocks noGrp="1"/>
          </p:cNvSpPr>
          <p:nvPr>
            <p:ph type="dt" sz="half" idx="30"/>
          </p:nvPr>
        </p:nvSpPr>
        <p:spPr/>
        <p:txBody>
          <a:bodyPr/>
          <a:lstStyle/>
          <a:p>
            <a:fld id="{9EC64362-49DE-4144-A8EE-FF7D5DA82B50}" type="datetime1">
              <a:rPr lang="de-DE" smtClean="0"/>
              <a:t>28.05.26</a:t>
            </a:fld>
            <a:endParaRPr lang="de-DE"/>
          </a:p>
        </p:txBody>
      </p:sp>
      <p:sp>
        <p:nvSpPr>
          <p:cNvPr id="8" name="Fußzeilenplatzhalter 7">
            <a:extLst>
              <a:ext uri="{FF2B5EF4-FFF2-40B4-BE49-F238E27FC236}">
                <a16:creationId xmlns:a16="http://schemas.microsoft.com/office/drawing/2014/main" id="{19022999-EA62-7541-5049-F723A4FF299E}"/>
              </a:ext>
            </a:extLst>
          </p:cNvPr>
          <p:cNvSpPr>
            <a:spLocks noGrp="1"/>
          </p:cNvSpPr>
          <p:nvPr>
            <p:ph type="ftr" sz="quarter" idx="31"/>
          </p:nvPr>
        </p:nvSpPr>
        <p:spPr/>
        <p:txBody>
          <a:bodyPr/>
          <a:lstStyle/>
          <a:p>
            <a:r>
              <a:rPr lang="de-DE"/>
              <a:t>Hackathon 2026</a:t>
            </a:r>
          </a:p>
        </p:txBody>
      </p:sp>
      <p:sp>
        <p:nvSpPr>
          <p:cNvPr id="9" name="Foliennummernplatzhalter 8">
            <a:extLst>
              <a:ext uri="{FF2B5EF4-FFF2-40B4-BE49-F238E27FC236}">
                <a16:creationId xmlns:a16="http://schemas.microsoft.com/office/drawing/2014/main" id="{651F6D49-0B27-DEBE-A3FF-D2DE22A44B1A}"/>
              </a:ext>
            </a:extLst>
          </p:cNvPr>
          <p:cNvSpPr>
            <a:spLocks noGrp="1"/>
          </p:cNvSpPr>
          <p:nvPr>
            <p:ph type="sldNum" sz="quarter" idx="32"/>
          </p:nvPr>
        </p:nvSpPr>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95A09509-C9D2-DCCD-A5A1-3F6CAD4174FE}"/>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DEB2EEE6-2BC3-92AD-1099-72B8F1330709}"/>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25468730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943">
          <p15:clr>
            <a:srgbClr val="FBAE40"/>
          </p15:clr>
        </p15:guide>
        <p15:guide id="2" pos="2060">
          <p15:clr>
            <a:srgbClr val="FBAE40"/>
          </p15:clr>
        </p15:guide>
        <p15:guide id="3" pos="5613">
          <p15:clr>
            <a:srgbClr val="FBAE40"/>
          </p15:clr>
        </p15:guide>
        <p15:guide id="4" pos="5734">
          <p15:clr>
            <a:srgbClr val="FBAE40"/>
          </p15:clr>
        </p15:guide>
        <p15:guide id="5" pos="3782">
          <p15:clr>
            <a:srgbClr val="FBAE40"/>
          </p15:clr>
        </p15:guide>
        <p15:guide id="6" pos="389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Boxes-4Col-Darkblue">
    <p:bg>
      <p:bgRef idx="1001">
        <a:schemeClr val="bg1"/>
      </p:bgRef>
    </p:bg>
    <p:spTree>
      <p:nvGrpSpPr>
        <p:cNvPr id="1" name=""/>
        <p:cNvGrpSpPr/>
        <p:nvPr/>
      </p:nvGrpSpPr>
      <p:grpSpPr>
        <a:xfrm>
          <a:off x="0" y="0"/>
          <a:ext cx="0" cy="0"/>
          <a:chOff x="0" y="0"/>
          <a:chExt cx="0" cy="0"/>
        </a:xfrm>
      </p:grpSpPr>
      <p:sp>
        <p:nvSpPr>
          <p:cNvPr id="13" name="Abgerundetes Rechteck 12">
            <a:extLst>
              <a:ext uri="{FF2B5EF4-FFF2-40B4-BE49-F238E27FC236}">
                <a16:creationId xmlns:a16="http://schemas.microsoft.com/office/drawing/2014/main" id="{6EF80056-4760-6F1B-1DB8-73D0CF2B9831}"/>
              </a:ext>
            </a:extLst>
          </p:cNvPr>
          <p:cNvSpPr/>
          <p:nvPr userDrawn="1"/>
        </p:nvSpPr>
        <p:spPr>
          <a:xfrm>
            <a:off x="367815" y="1268413"/>
            <a:ext cx="2716698" cy="4865686"/>
          </a:xfrm>
          <a:prstGeom prst="roundRect">
            <a:avLst>
              <a:gd name="adj" fmla="val 477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7" name="Datumsplatzhalter 6">
            <a:extLst>
              <a:ext uri="{FF2B5EF4-FFF2-40B4-BE49-F238E27FC236}">
                <a16:creationId xmlns:a16="http://schemas.microsoft.com/office/drawing/2014/main" id="{48D89FC8-2668-EBB0-4FF4-07C9F9A02AB7}"/>
              </a:ext>
            </a:extLst>
          </p:cNvPr>
          <p:cNvSpPr>
            <a:spLocks noGrp="1"/>
          </p:cNvSpPr>
          <p:nvPr>
            <p:ph type="dt" sz="half" idx="30"/>
          </p:nvPr>
        </p:nvSpPr>
        <p:spPr/>
        <p:txBody>
          <a:bodyPr/>
          <a:lstStyle/>
          <a:p>
            <a:fld id="{292845BB-0455-4D71-999D-532B53ED3713}" type="datetime1">
              <a:rPr lang="de-DE" smtClean="0"/>
              <a:t>28.05.26</a:t>
            </a:fld>
            <a:endParaRPr lang="de-DE"/>
          </a:p>
        </p:txBody>
      </p:sp>
      <p:sp>
        <p:nvSpPr>
          <p:cNvPr id="9" name="Fußzeilenplatzhalter 8">
            <a:extLst>
              <a:ext uri="{FF2B5EF4-FFF2-40B4-BE49-F238E27FC236}">
                <a16:creationId xmlns:a16="http://schemas.microsoft.com/office/drawing/2014/main" id="{D7DFBF79-BBF4-CCAB-04F0-34500B967AE0}"/>
              </a:ext>
            </a:extLst>
          </p:cNvPr>
          <p:cNvSpPr>
            <a:spLocks noGrp="1"/>
          </p:cNvSpPr>
          <p:nvPr>
            <p:ph type="ftr" sz="quarter" idx="31"/>
          </p:nvPr>
        </p:nvSpPr>
        <p:spPr/>
        <p:txBody>
          <a:bodyPr/>
          <a:lstStyle/>
          <a:p>
            <a:r>
              <a:rPr lang="de-DE"/>
              <a:t>Hackathon 2026</a:t>
            </a:r>
          </a:p>
        </p:txBody>
      </p:sp>
      <p:sp>
        <p:nvSpPr>
          <p:cNvPr id="12" name="Foliennummernplatzhalter 11">
            <a:extLst>
              <a:ext uri="{FF2B5EF4-FFF2-40B4-BE49-F238E27FC236}">
                <a16:creationId xmlns:a16="http://schemas.microsoft.com/office/drawing/2014/main" id="{52ED4DD2-1640-E440-0B8D-93C45B7551F2}"/>
              </a:ext>
            </a:extLst>
          </p:cNvPr>
          <p:cNvSpPr>
            <a:spLocks noGrp="1"/>
          </p:cNvSpPr>
          <p:nvPr>
            <p:ph type="sldNum" sz="quarter" idx="32"/>
          </p:nvPr>
        </p:nvSpPr>
        <p:spPr/>
        <p:txBody>
          <a:bodyPr/>
          <a:lstStyle/>
          <a:p>
            <a:fld id="{75E2EC28-BB56-4A8E-A990-AA8F876D888B}" type="slidenum">
              <a:rPr lang="de-DE" smtClean="0"/>
              <a:pPr/>
              <a:t>‹#›</a:t>
            </a:fld>
            <a:endParaRPr lang="de-DE"/>
          </a:p>
        </p:txBody>
      </p:sp>
      <p:sp>
        <p:nvSpPr>
          <p:cNvPr id="14" name="Textplatzhalter 11">
            <a:extLst>
              <a:ext uri="{FF2B5EF4-FFF2-40B4-BE49-F238E27FC236}">
                <a16:creationId xmlns:a16="http://schemas.microsoft.com/office/drawing/2014/main" id="{D7947F23-6FD5-0299-D85D-733729228F97}"/>
              </a:ext>
            </a:extLst>
          </p:cNvPr>
          <p:cNvSpPr>
            <a:spLocks noGrp="1"/>
          </p:cNvSpPr>
          <p:nvPr>
            <p:ph type="body" sz="quarter" idx="20"/>
          </p:nvPr>
        </p:nvSpPr>
        <p:spPr>
          <a:xfrm>
            <a:off x="367815" y="1914526"/>
            <a:ext cx="2716698" cy="4219574"/>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177800" indent="-166688">
              <a:spcAft>
                <a:spcPts val="600"/>
              </a:spcAft>
              <a:buClr>
                <a:schemeClr val="accent1"/>
              </a:buClr>
              <a:tabLst/>
              <a:defRPr sz="1600">
                <a:solidFill>
                  <a:schemeClr val="bg2"/>
                </a:solidFill>
              </a:defRPr>
            </a:lvl2pPr>
            <a:lvl3pPr marL="355600" indent="-177800">
              <a:spcAft>
                <a:spcPts val="600"/>
              </a:spcAft>
              <a:buClr>
                <a:schemeClr val="accent1"/>
              </a:buClr>
              <a:tabLst/>
              <a:defRPr lang="de-DE" sz="1600" kern="1200" dirty="0">
                <a:solidFill>
                  <a:schemeClr val="bg2"/>
                </a:solidFill>
                <a:latin typeface="+mn-lt"/>
                <a:ea typeface="+mn-ea"/>
                <a:cs typeface="+mn-cs"/>
              </a:defRPr>
            </a:lvl3pPr>
            <a:lvl4pPr marL="577850" indent="-177800">
              <a:spcAft>
                <a:spcPts val="600"/>
              </a:spcAft>
              <a:buClr>
                <a:schemeClr val="accent1"/>
              </a:buClr>
              <a:tabLst>
                <a:tab pos="611188" algn="l"/>
              </a:tabLst>
              <a:defRPr sz="1600">
                <a:solidFill>
                  <a:schemeClr val="bg2"/>
                </a:solidFill>
              </a:defRPr>
            </a:lvl4pPr>
            <a:lvl5pPr marL="801688" indent="-223838">
              <a:spcAft>
                <a:spcPts val="600"/>
              </a:spcAft>
              <a:buClr>
                <a:schemeClr val="accent1"/>
              </a:buClr>
              <a:tabLst/>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15">
            <a:extLst>
              <a:ext uri="{FF2B5EF4-FFF2-40B4-BE49-F238E27FC236}">
                <a16:creationId xmlns:a16="http://schemas.microsoft.com/office/drawing/2014/main" id="{1AE9B63D-B3F1-9032-A668-8262A891E206}"/>
              </a:ext>
            </a:extLst>
          </p:cNvPr>
          <p:cNvSpPr>
            <a:spLocks noGrp="1"/>
          </p:cNvSpPr>
          <p:nvPr>
            <p:ph type="body" sz="quarter" idx="33" hasCustomPrompt="1"/>
          </p:nvPr>
        </p:nvSpPr>
        <p:spPr>
          <a:xfrm>
            <a:off x="367815" y="1283507"/>
            <a:ext cx="2716698" cy="497101"/>
          </a:xfrm>
          <a:prstGeom prst="rect">
            <a:avLst/>
          </a:prstGeom>
        </p:spPr>
        <p:txBody>
          <a:bodyPr wrap="square" lIns="180000" tIns="180000" rIns="180000" bIns="0">
            <a:spAutoFit/>
          </a:bodyPr>
          <a:lstStyle>
            <a:lvl1pPr marL="0" indent="0" algn="l">
              <a:buFontTx/>
              <a:buNone/>
              <a:defRPr sz="2000" b="1" i="0">
                <a:solidFill>
                  <a:schemeClr val="accent2"/>
                </a:solidFill>
                <a:latin typeface="Inter Semi Bold" panose="020B0502030000000004" pitchFamily="34" charset="0"/>
              </a:defRPr>
            </a:lvl1pPr>
          </a:lstStyle>
          <a:p>
            <a:pPr lvl="0"/>
            <a:r>
              <a:rPr lang="de-DE"/>
              <a:t>Headline</a:t>
            </a:r>
          </a:p>
        </p:txBody>
      </p:sp>
      <p:sp>
        <p:nvSpPr>
          <p:cNvPr id="4" name="Textplatzhalter 15">
            <a:extLst>
              <a:ext uri="{FF2B5EF4-FFF2-40B4-BE49-F238E27FC236}">
                <a16:creationId xmlns:a16="http://schemas.microsoft.com/office/drawing/2014/main" id="{31608FC1-1D8C-F2E6-D869-C147C8B2ED83}"/>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5A00ED78-E2EF-D643-C5BD-10239510725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
        <p:nvSpPr>
          <p:cNvPr id="11" name="Abgerundetes Rechteck 12">
            <a:extLst>
              <a:ext uri="{FF2B5EF4-FFF2-40B4-BE49-F238E27FC236}">
                <a16:creationId xmlns:a16="http://schemas.microsoft.com/office/drawing/2014/main" id="{AC42726B-D217-FB45-F7CF-32298FBAE1C2}"/>
              </a:ext>
            </a:extLst>
          </p:cNvPr>
          <p:cNvSpPr/>
          <p:nvPr userDrawn="1"/>
        </p:nvSpPr>
        <p:spPr>
          <a:xfrm>
            <a:off x="3287227" y="1268413"/>
            <a:ext cx="2716698" cy="4865686"/>
          </a:xfrm>
          <a:prstGeom prst="roundRect">
            <a:avLst>
              <a:gd name="adj" fmla="val 477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16" name="Textplatzhalter 11">
            <a:extLst>
              <a:ext uri="{FF2B5EF4-FFF2-40B4-BE49-F238E27FC236}">
                <a16:creationId xmlns:a16="http://schemas.microsoft.com/office/drawing/2014/main" id="{1F609D18-D727-6FB0-7536-A3200CBEDCB9}"/>
              </a:ext>
            </a:extLst>
          </p:cNvPr>
          <p:cNvSpPr>
            <a:spLocks noGrp="1"/>
          </p:cNvSpPr>
          <p:nvPr>
            <p:ph type="body" sz="quarter" idx="34"/>
          </p:nvPr>
        </p:nvSpPr>
        <p:spPr>
          <a:xfrm>
            <a:off x="3287227" y="1914526"/>
            <a:ext cx="2716698" cy="4219574"/>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177800" indent="-166688">
              <a:spcAft>
                <a:spcPts val="600"/>
              </a:spcAft>
              <a:buClr>
                <a:schemeClr val="accent1"/>
              </a:buClr>
              <a:tabLst/>
              <a:defRPr sz="1600">
                <a:solidFill>
                  <a:schemeClr val="bg2"/>
                </a:solidFill>
              </a:defRPr>
            </a:lvl2pPr>
            <a:lvl3pPr marL="355600" indent="-177800">
              <a:spcAft>
                <a:spcPts val="600"/>
              </a:spcAft>
              <a:buClr>
                <a:schemeClr val="accent1"/>
              </a:buClr>
              <a:tabLst/>
              <a:defRPr lang="de-DE" sz="1600" kern="1200" dirty="0">
                <a:solidFill>
                  <a:schemeClr val="bg2"/>
                </a:solidFill>
                <a:latin typeface="+mn-lt"/>
                <a:ea typeface="+mn-ea"/>
                <a:cs typeface="+mn-cs"/>
              </a:defRPr>
            </a:lvl3pPr>
            <a:lvl4pPr marL="577850" indent="-177800">
              <a:spcAft>
                <a:spcPts val="600"/>
              </a:spcAft>
              <a:buClr>
                <a:schemeClr val="accent1"/>
              </a:buClr>
              <a:tabLst>
                <a:tab pos="611188" algn="l"/>
              </a:tabLst>
              <a:defRPr sz="1600">
                <a:solidFill>
                  <a:schemeClr val="bg2"/>
                </a:solidFill>
              </a:defRPr>
            </a:lvl4pPr>
            <a:lvl5pPr marL="801688" indent="-223838">
              <a:spcAft>
                <a:spcPts val="600"/>
              </a:spcAft>
              <a:buClr>
                <a:schemeClr val="accent1"/>
              </a:buClr>
              <a:tabLst/>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15">
            <a:extLst>
              <a:ext uri="{FF2B5EF4-FFF2-40B4-BE49-F238E27FC236}">
                <a16:creationId xmlns:a16="http://schemas.microsoft.com/office/drawing/2014/main" id="{6433B96D-6222-CE42-1F6A-983B8DF4205E}"/>
              </a:ext>
            </a:extLst>
          </p:cNvPr>
          <p:cNvSpPr>
            <a:spLocks noGrp="1"/>
          </p:cNvSpPr>
          <p:nvPr>
            <p:ph type="body" sz="quarter" idx="35" hasCustomPrompt="1"/>
          </p:nvPr>
        </p:nvSpPr>
        <p:spPr>
          <a:xfrm>
            <a:off x="3287227" y="1283507"/>
            <a:ext cx="2716698" cy="497101"/>
          </a:xfrm>
          <a:prstGeom prst="rect">
            <a:avLst/>
          </a:prstGeom>
        </p:spPr>
        <p:txBody>
          <a:bodyPr wrap="square" lIns="180000" tIns="180000" rIns="180000" bIns="0">
            <a:spAutoFit/>
          </a:bodyPr>
          <a:lstStyle>
            <a:lvl1pPr marL="0" indent="0" algn="l">
              <a:buFontTx/>
              <a:buNone/>
              <a:defRPr sz="2000" b="1" i="0">
                <a:solidFill>
                  <a:schemeClr val="accent2"/>
                </a:solidFill>
                <a:latin typeface="Inter Semi Bold" panose="020B0502030000000004" pitchFamily="34" charset="0"/>
              </a:defRPr>
            </a:lvl1pPr>
          </a:lstStyle>
          <a:p>
            <a:pPr lvl="0"/>
            <a:r>
              <a:rPr lang="de-DE"/>
              <a:t>Headline</a:t>
            </a:r>
          </a:p>
        </p:txBody>
      </p:sp>
      <p:sp>
        <p:nvSpPr>
          <p:cNvPr id="19" name="Abgerundetes Rechteck 12">
            <a:extLst>
              <a:ext uri="{FF2B5EF4-FFF2-40B4-BE49-F238E27FC236}">
                <a16:creationId xmlns:a16="http://schemas.microsoft.com/office/drawing/2014/main" id="{D4782DE2-8233-E283-8220-9B8B60E4B9CE}"/>
              </a:ext>
            </a:extLst>
          </p:cNvPr>
          <p:cNvSpPr/>
          <p:nvPr userDrawn="1"/>
        </p:nvSpPr>
        <p:spPr>
          <a:xfrm>
            <a:off x="6206639" y="1268413"/>
            <a:ext cx="2716698" cy="4865686"/>
          </a:xfrm>
          <a:prstGeom prst="roundRect">
            <a:avLst>
              <a:gd name="adj" fmla="val 477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22" name="Textplatzhalter 11">
            <a:extLst>
              <a:ext uri="{FF2B5EF4-FFF2-40B4-BE49-F238E27FC236}">
                <a16:creationId xmlns:a16="http://schemas.microsoft.com/office/drawing/2014/main" id="{C3856F87-2048-AEAB-1C22-7C1908458AAE}"/>
              </a:ext>
            </a:extLst>
          </p:cNvPr>
          <p:cNvSpPr>
            <a:spLocks noGrp="1"/>
          </p:cNvSpPr>
          <p:nvPr>
            <p:ph type="body" sz="quarter" idx="36"/>
          </p:nvPr>
        </p:nvSpPr>
        <p:spPr>
          <a:xfrm>
            <a:off x="6206639" y="1914526"/>
            <a:ext cx="2716698" cy="4219574"/>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177800" indent="-166688">
              <a:spcAft>
                <a:spcPts val="600"/>
              </a:spcAft>
              <a:buClr>
                <a:schemeClr val="accent1"/>
              </a:buClr>
              <a:tabLst/>
              <a:defRPr sz="1600">
                <a:solidFill>
                  <a:schemeClr val="bg2"/>
                </a:solidFill>
              </a:defRPr>
            </a:lvl2pPr>
            <a:lvl3pPr marL="355600" indent="-177800">
              <a:spcAft>
                <a:spcPts val="600"/>
              </a:spcAft>
              <a:buClr>
                <a:schemeClr val="accent1"/>
              </a:buClr>
              <a:tabLst/>
              <a:defRPr lang="de-DE" sz="1600" kern="1200" dirty="0">
                <a:solidFill>
                  <a:schemeClr val="bg2"/>
                </a:solidFill>
                <a:latin typeface="+mn-lt"/>
                <a:ea typeface="+mn-ea"/>
                <a:cs typeface="+mn-cs"/>
              </a:defRPr>
            </a:lvl3pPr>
            <a:lvl4pPr marL="577850" indent="-177800">
              <a:spcAft>
                <a:spcPts val="600"/>
              </a:spcAft>
              <a:buClr>
                <a:schemeClr val="accent1"/>
              </a:buClr>
              <a:tabLst>
                <a:tab pos="611188" algn="l"/>
              </a:tabLst>
              <a:defRPr sz="1600">
                <a:solidFill>
                  <a:schemeClr val="bg2"/>
                </a:solidFill>
              </a:defRPr>
            </a:lvl4pPr>
            <a:lvl5pPr marL="801688" indent="-223838">
              <a:spcAft>
                <a:spcPts val="600"/>
              </a:spcAft>
              <a:buClr>
                <a:schemeClr val="accent1"/>
              </a:buClr>
              <a:tabLst/>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5" name="Textplatzhalter 15">
            <a:extLst>
              <a:ext uri="{FF2B5EF4-FFF2-40B4-BE49-F238E27FC236}">
                <a16:creationId xmlns:a16="http://schemas.microsoft.com/office/drawing/2014/main" id="{F7887D73-B622-E692-57C7-DF83BE247C63}"/>
              </a:ext>
            </a:extLst>
          </p:cNvPr>
          <p:cNvSpPr>
            <a:spLocks noGrp="1"/>
          </p:cNvSpPr>
          <p:nvPr>
            <p:ph type="body" sz="quarter" idx="37" hasCustomPrompt="1"/>
          </p:nvPr>
        </p:nvSpPr>
        <p:spPr>
          <a:xfrm>
            <a:off x="6206639" y="1283507"/>
            <a:ext cx="2716698" cy="497101"/>
          </a:xfrm>
          <a:prstGeom prst="rect">
            <a:avLst/>
          </a:prstGeom>
        </p:spPr>
        <p:txBody>
          <a:bodyPr wrap="square" lIns="180000" tIns="180000" rIns="180000" bIns="0">
            <a:spAutoFit/>
          </a:bodyPr>
          <a:lstStyle>
            <a:lvl1pPr marL="0" indent="0" algn="l">
              <a:buFontTx/>
              <a:buNone/>
              <a:defRPr sz="2000" b="1" i="0">
                <a:solidFill>
                  <a:schemeClr val="accent2"/>
                </a:solidFill>
                <a:latin typeface="Inter Semi Bold" panose="020B0502030000000004" pitchFamily="34" charset="0"/>
              </a:defRPr>
            </a:lvl1pPr>
          </a:lstStyle>
          <a:p>
            <a:pPr lvl="0"/>
            <a:r>
              <a:rPr lang="de-DE"/>
              <a:t>Headline</a:t>
            </a:r>
          </a:p>
        </p:txBody>
      </p:sp>
      <p:sp>
        <p:nvSpPr>
          <p:cNvPr id="28" name="Abgerundetes Rechteck 12">
            <a:extLst>
              <a:ext uri="{FF2B5EF4-FFF2-40B4-BE49-F238E27FC236}">
                <a16:creationId xmlns:a16="http://schemas.microsoft.com/office/drawing/2014/main" id="{0962BBE2-1346-0082-933D-D9597F3239DE}"/>
              </a:ext>
            </a:extLst>
          </p:cNvPr>
          <p:cNvSpPr/>
          <p:nvPr userDrawn="1"/>
        </p:nvSpPr>
        <p:spPr>
          <a:xfrm>
            <a:off x="9114940" y="1268413"/>
            <a:ext cx="2716698" cy="4865686"/>
          </a:xfrm>
          <a:prstGeom prst="roundRect">
            <a:avLst>
              <a:gd name="adj" fmla="val 4778"/>
            </a:avLst>
          </a:prstGeom>
          <a:solidFill>
            <a:schemeClr val="tx1"/>
          </a:solidFill>
          <a:ln w="15990" cap="flat">
            <a:noFill/>
            <a:prstDash val="solid"/>
            <a:miter/>
          </a:ln>
        </p:spPr>
        <p:txBody>
          <a:bodyPr rtlCol="0" anchor="ctr"/>
          <a:lstStyle/>
          <a:p>
            <a:pPr algn="l"/>
            <a:endParaRPr lang="de-DE">
              <a:solidFill>
                <a:schemeClr val="tx1"/>
              </a:solidFill>
            </a:endParaRPr>
          </a:p>
        </p:txBody>
      </p:sp>
      <p:sp>
        <p:nvSpPr>
          <p:cNvPr id="29" name="Textplatzhalter 11">
            <a:extLst>
              <a:ext uri="{FF2B5EF4-FFF2-40B4-BE49-F238E27FC236}">
                <a16:creationId xmlns:a16="http://schemas.microsoft.com/office/drawing/2014/main" id="{C1766C5E-271E-F8FE-7CD3-2311E9BF565B}"/>
              </a:ext>
            </a:extLst>
          </p:cNvPr>
          <p:cNvSpPr>
            <a:spLocks noGrp="1"/>
          </p:cNvSpPr>
          <p:nvPr>
            <p:ph type="body" sz="quarter" idx="38"/>
          </p:nvPr>
        </p:nvSpPr>
        <p:spPr>
          <a:xfrm>
            <a:off x="9114940" y="1914526"/>
            <a:ext cx="2716698" cy="4219574"/>
          </a:xfrm>
          <a:prstGeom prst="rect">
            <a:avLst/>
          </a:prstGeom>
        </p:spPr>
        <p:txBody>
          <a:bodyPr lIns="180000" tIns="180000" rIns="180000" bIns="180000" anchor="t">
            <a:noAutofit/>
          </a:bodyPr>
          <a:lstStyle>
            <a:lvl1pPr>
              <a:spcAft>
                <a:spcPts val="600"/>
              </a:spcAft>
              <a:buClr>
                <a:schemeClr val="accent1"/>
              </a:buClr>
              <a:defRPr sz="1600">
                <a:solidFill>
                  <a:schemeClr val="bg2"/>
                </a:solidFill>
              </a:defRPr>
            </a:lvl1pPr>
            <a:lvl2pPr marL="177800" indent="-166688">
              <a:spcAft>
                <a:spcPts val="600"/>
              </a:spcAft>
              <a:buClr>
                <a:schemeClr val="accent1"/>
              </a:buClr>
              <a:tabLst/>
              <a:defRPr sz="1600">
                <a:solidFill>
                  <a:schemeClr val="bg2"/>
                </a:solidFill>
              </a:defRPr>
            </a:lvl2pPr>
            <a:lvl3pPr marL="355600" indent="-177800">
              <a:spcAft>
                <a:spcPts val="600"/>
              </a:spcAft>
              <a:buClr>
                <a:schemeClr val="accent1"/>
              </a:buClr>
              <a:tabLst/>
              <a:defRPr lang="de-DE" sz="1600" kern="1200" dirty="0">
                <a:solidFill>
                  <a:schemeClr val="bg2"/>
                </a:solidFill>
                <a:latin typeface="+mn-lt"/>
                <a:ea typeface="+mn-ea"/>
                <a:cs typeface="+mn-cs"/>
              </a:defRPr>
            </a:lvl3pPr>
            <a:lvl4pPr marL="577850" indent="-177800">
              <a:spcAft>
                <a:spcPts val="600"/>
              </a:spcAft>
              <a:buClr>
                <a:schemeClr val="accent1"/>
              </a:buClr>
              <a:tabLst>
                <a:tab pos="611188" algn="l"/>
              </a:tabLst>
              <a:defRPr sz="1600">
                <a:solidFill>
                  <a:schemeClr val="bg2"/>
                </a:solidFill>
              </a:defRPr>
            </a:lvl4pPr>
            <a:lvl5pPr marL="801688" indent="-223838">
              <a:spcAft>
                <a:spcPts val="600"/>
              </a:spcAft>
              <a:buClr>
                <a:schemeClr val="accent1"/>
              </a:buClr>
              <a:tabLst/>
              <a:defRPr sz="1600">
                <a:solidFill>
                  <a:schemeClr val="bg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2" name="Textplatzhalter 15">
            <a:extLst>
              <a:ext uri="{FF2B5EF4-FFF2-40B4-BE49-F238E27FC236}">
                <a16:creationId xmlns:a16="http://schemas.microsoft.com/office/drawing/2014/main" id="{389AB4D6-93F5-1019-D04A-5A2877C08C81}"/>
              </a:ext>
            </a:extLst>
          </p:cNvPr>
          <p:cNvSpPr>
            <a:spLocks noGrp="1"/>
          </p:cNvSpPr>
          <p:nvPr>
            <p:ph type="body" sz="quarter" idx="39" hasCustomPrompt="1"/>
          </p:nvPr>
        </p:nvSpPr>
        <p:spPr>
          <a:xfrm>
            <a:off x="9114940" y="1283507"/>
            <a:ext cx="2716698" cy="497101"/>
          </a:xfrm>
          <a:prstGeom prst="rect">
            <a:avLst/>
          </a:prstGeom>
        </p:spPr>
        <p:txBody>
          <a:bodyPr wrap="square" lIns="180000" tIns="180000" rIns="180000" bIns="0">
            <a:spAutoFit/>
          </a:bodyPr>
          <a:lstStyle>
            <a:lvl1pPr marL="0" indent="0" algn="l">
              <a:buFontTx/>
              <a:buNone/>
              <a:defRPr sz="2000" b="1" i="0">
                <a:solidFill>
                  <a:schemeClr val="accent2"/>
                </a:solidFill>
                <a:latin typeface="Inter Semi Bold" panose="020B0502030000000004" pitchFamily="34" charset="0"/>
              </a:defRPr>
            </a:lvl1pPr>
          </a:lstStyle>
          <a:p>
            <a:pPr lvl="0"/>
            <a:r>
              <a:rPr lang="de-DE"/>
              <a:t>Headline</a:t>
            </a:r>
          </a:p>
        </p:txBody>
      </p:sp>
    </p:spTree>
    <p:extLst>
      <p:ext uri="{BB962C8B-B14F-4D97-AF65-F5344CB8AC3E}">
        <p14:creationId xmlns:p14="http://schemas.microsoft.com/office/powerpoint/2010/main" val="3074314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943">
          <p15:clr>
            <a:srgbClr val="FBAE40"/>
          </p15:clr>
        </p15:guide>
        <p15:guide id="2" pos="2060">
          <p15:clr>
            <a:srgbClr val="FBAE40"/>
          </p15:clr>
        </p15:guide>
        <p15:guide id="3" pos="5613">
          <p15:clr>
            <a:srgbClr val="FBAE40"/>
          </p15:clr>
        </p15:guide>
        <p15:guide id="4" pos="5734">
          <p15:clr>
            <a:srgbClr val="FBAE40"/>
          </p15:clr>
        </p15:guide>
        <p15:guide id="5" pos="3782">
          <p15:clr>
            <a:srgbClr val="FBAE40"/>
          </p15:clr>
        </p15:guide>
        <p15:guide id="6" pos="389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oxes-4Col-with-picture">
    <p:bg>
      <p:bgRef idx="1001">
        <a:schemeClr val="bg1"/>
      </p:bgRef>
    </p:bg>
    <p:spTree>
      <p:nvGrpSpPr>
        <p:cNvPr id="1" name=""/>
        <p:cNvGrpSpPr/>
        <p:nvPr/>
      </p:nvGrpSpPr>
      <p:grpSpPr>
        <a:xfrm>
          <a:off x="0" y="0"/>
          <a:ext cx="0" cy="0"/>
          <a:chOff x="0" y="0"/>
          <a:chExt cx="0" cy="0"/>
        </a:xfrm>
      </p:grpSpPr>
      <p:sp>
        <p:nvSpPr>
          <p:cNvPr id="29" name="Abgerundetes Rechteck 28">
            <a:extLst>
              <a:ext uri="{FF2B5EF4-FFF2-40B4-BE49-F238E27FC236}">
                <a16:creationId xmlns:a16="http://schemas.microsoft.com/office/drawing/2014/main" id="{3261B175-32AB-8F3E-DA71-BEB9C468FB17}"/>
              </a:ext>
            </a:extLst>
          </p:cNvPr>
          <p:cNvSpPr/>
          <p:nvPr userDrawn="1"/>
        </p:nvSpPr>
        <p:spPr>
          <a:xfrm>
            <a:off x="3281860" y="3429000"/>
            <a:ext cx="2733830" cy="2705098"/>
          </a:xfrm>
          <a:prstGeom prst="roundRect">
            <a:avLst>
              <a:gd name="adj" fmla="val 5170"/>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31" name="Abgerundetes Rechteck 30">
            <a:extLst>
              <a:ext uri="{FF2B5EF4-FFF2-40B4-BE49-F238E27FC236}">
                <a16:creationId xmlns:a16="http://schemas.microsoft.com/office/drawing/2014/main" id="{549989FE-D137-5EC8-C59B-B1B746DD17A2}"/>
              </a:ext>
            </a:extLst>
          </p:cNvPr>
          <p:cNvSpPr/>
          <p:nvPr userDrawn="1"/>
        </p:nvSpPr>
        <p:spPr>
          <a:xfrm>
            <a:off x="6180356" y="3429000"/>
            <a:ext cx="2725738" cy="2705098"/>
          </a:xfrm>
          <a:prstGeom prst="roundRect">
            <a:avLst>
              <a:gd name="adj" fmla="val 5170"/>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33" name="Abgerundetes Rechteck 32">
            <a:extLst>
              <a:ext uri="{FF2B5EF4-FFF2-40B4-BE49-F238E27FC236}">
                <a16:creationId xmlns:a16="http://schemas.microsoft.com/office/drawing/2014/main" id="{CDBA171C-8AA1-4DED-0D00-A85409B7F341}"/>
              </a:ext>
            </a:extLst>
          </p:cNvPr>
          <p:cNvSpPr/>
          <p:nvPr userDrawn="1"/>
        </p:nvSpPr>
        <p:spPr>
          <a:xfrm>
            <a:off x="9116551" y="3429000"/>
            <a:ext cx="2725738" cy="2705098"/>
          </a:xfrm>
          <a:prstGeom prst="roundRect">
            <a:avLst>
              <a:gd name="adj" fmla="val 5170"/>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9" name="Abgerundetes Rechteck 8">
            <a:extLst>
              <a:ext uri="{FF2B5EF4-FFF2-40B4-BE49-F238E27FC236}">
                <a16:creationId xmlns:a16="http://schemas.microsoft.com/office/drawing/2014/main" id="{E3F09553-FDA7-068C-A83B-83EC7406DAFD}"/>
              </a:ext>
            </a:extLst>
          </p:cNvPr>
          <p:cNvSpPr/>
          <p:nvPr userDrawn="1"/>
        </p:nvSpPr>
        <p:spPr>
          <a:xfrm>
            <a:off x="358775" y="3429000"/>
            <a:ext cx="2725738" cy="2705098"/>
          </a:xfrm>
          <a:prstGeom prst="roundRect">
            <a:avLst>
              <a:gd name="adj" fmla="val 5170"/>
            </a:avLst>
          </a:prstGeom>
          <a:solidFill>
            <a:schemeClr val="bg2"/>
          </a:solidFill>
          <a:ln w="15990" cap="flat">
            <a:noFill/>
            <a:prstDash val="solid"/>
            <a:miter/>
          </a:ln>
        </p:spPr>
        <p:txBody>
          <a:bodyPr rtlCol="0" anchor="ctr"/>
          <a:lstStyle/>
          <a:p>
            <a:pPr algn="l"/>
            <a:endParaRPr lang="de-DE">
              <a:solidFill>
                <a:schemeClr val="tx1"/>
              </a:solidFill>
            </a:endParaRPr>
          </a:p>
        </p:txBody>
      </p:sp>
      <p:sp>
        <p:nvSpPr>
          <p:cNvPr id="22" name="Textplatzhalter 11">
            <a:extLst>
              <a:ext uri="{FF2B5EF4-FFF2-40B4-BE49-F238E27FC236}">
                <a16:creationId xmlns:a16="http://schemas.microsoft.com/office/drawing/2014/main" id="{F761F95A-FD22-2C55-D373-3D3517147758}"/>
              </a:ext>
            </a:extLst>
          </p:cNvPr>
          <p:cNvSpPr>
            <a:spLocks noGrp="1"/>
          </p:cNvSpPr>
          <p:nvPr>
            <p:ph type="body" sz="quarter" idx="20"/>
          </p:nvPr>
        </p:nvSpPr>
        <p:spPr>
          <a:xfrm>
            <a:off x="370584" y="3429000"/>
            <a:ext cx="2725737" cy="2705100"/>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Bildplatzhalter 9">
            <a:extLst>
              <a:ext uri="{FF2B5EF4-FFF2-40B4-BE49-F238E27FC236}">
                <a16:creationId xmlns:a16="http://schemas.microsoft.com/office/drawing/2014/main" id="{CC9B989C-25CA-20DC-2D59-B4D264957474}"/>
              </a:ext>
            </a:extLst>
          </p:cNvPr>
          <p:cNvSpPr>
            <a:spLocks noGrp="1"/>
          </p:cNvSpPr>
          <p:nvPr>
            <p:ph type="pic" sz="quarter" idx="34"/>
          </p:nvPr>
        </p:nvSpPr>
        <p:spPr>
          <a:xfrm>
            <a:off x="358776" y="1292191"/>
            <a:ext cx="2725738" cy="1968517"/>
          </a:xfrm>
          <a:prstGeom prst="roundRect">
            <a:avLst>
              <a:gd name="adj" fmla="val 5943"/>
            </a:avLst>
          </a:prstGeom>
          <a:solidFill>
            <a:schemeClr val="tx1"/>
          </a:solidFill>
        </p:spPr>
        <p:txBody>
          <a:bodyPr/>
          <a:lstStyle/>
          <a:p>
            <a:endParaRPr lang="de-DE"/>
          </a:p>
        </p:txBody>
      </p:sp>
      <p:sp>
        <p:nvSpPr>
          <p:cNvPr id="10" name="Textplatzhalter 11">
            <a:extLst>
              <a:ext uri="{FF2B5EF4-FFF2-40B4-BE49-F238E27FC236}">
                <a16:creationId xmlns:a16="http://schemas.microsoft.com/office/drawing/2014/main" id="{B2EC428F-5ACF-FFA6-711B-E16B865D7DF2}"/>
              </a:ext>
            </a:extLst>
          </p:cNvPr>
          <p:cNvSpPr>
            <a:spLocks noGrp="1"/>
          </p:cNvSpPr>
          <p:nvPr>
            <p:ph type="body" sz="quarter" idx="35"/>
          </p:nvPr>
        </p:nvSpPr>
        <p:spPr>
          <a:xfrm>
            <a:off x="3289953" y="3429000"/>
            <a:ext cx="2725737" cy="2705100"/>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6" name="Textplatzhalter 11">
            <a:extLst>
              <a:ext uri="{FF2B5EF4-FFF2-40B4-BE49-F238E27FC236}">
                <a16:creationId xmlns:a16="http://schemas.microsoft.com/office/drawing/2014/main" id="{E2E9E3E8-75A3-0F71-CDBF-A4348FE3E56E}"/>
              </a:ext>
            </a:extLst>
          </p:cNvPr>
          <p:cNvSpPr>
            <a:spLocks noGrp="1"/>
          </p:cNvSpPr>
          <p:nvPr>
            <p:ph type="body" sz="quarter" idx="39"/>
          </p:nvPr>
        </p:nvSpPr>
        <p:spPr>
          <a:xfrm>
            <a:off x="6201229" y="3429000"/>
            <a:ext cx="2725737" cy="2705100"/>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8" name="Textplatzhalter 11">
            <a:extLst>
              <a:ext uri="{FF2B5EF4-FFF2-40B4-BE49-F238E27FC236}">
                <a16:creationId xmlns:a16="http://schemas.microsoft.com/office/drawing/2014/main" id="{1295CD90-93A2-B318-4EFB-85BE81D028B3}"/>
              </a:ext>
            </a:extLst>
          </p:cNvPr>
          <p:cNvSpPr>
            <a:spLocks noGrp="1"/>
          </p:cNvSpPr>
          <p:nvPr>
            <p:ph type="body" sz="quarter" idx="40"/>
          </p:nvPr>
        </p:nvSpPr>
        <p:spPr>
          <a:xfrm>
            <a:off x="9116551" y="3429000"/>
            <a:ext cx="2725737" cy="2705100"/>
          </a:xfrm>
          <a:prstGeom prst="rect">
            <a:avLst/>
          </a:prstGeom>
        </p:spPr>
        <p:txBody>
          <a:bodyPr lIns="180000" tIns="180000" rIns="180000" bIns="180000">
            <a:noAutofit/>
          </a:bodyPr>
          <a:lstStyle>
            <a:lvl1pPr>
              <a:spcAft>
                <a:spcPts val="600"/>
              </a:spcAft>
              <a:buClr>
                <a:schemeClr val="accent1"/>
              </a:buClr>
              <a:defRPr sz="1600">
                <a:solidFill>
                  <a:schemeClr val="tx1"/>
                </a:solidFill>
              </a:defRPr>
            </a:lvl1pPr>
            <a:lvl2pPr marL="490538" indent="-250825">
              <a:spcAft>
                <a:spcPts val="600"/>
              </a:spcAft>
              <a:buClr>
                <a:schemeClr val="accent1"/>
              </a:buClr>
              <a:defRPr sz="1600">
                <a:solidFill>
                  <a:schemeClr val="tx1"/>
                </a:solidFill>
              </a:defRPr>
            </a:lvl2pPr>
            <a:lvl3pPr marL="700088" indent="-203200">
              <a:spcAft>
                <a:spcPts val="600"/>
              </a:spcAft>
              <a:buClr>
                <a:schemeClr val="accent1"/>
              </a:buClr>
              <a:defRPr lang="de-DE" sz="1600" kern="1200" dirty="0">
                <a:solidFill>
                  <a:schemeClr val="tx1"/>
                </a:solidFill>
                <a:latin typeface="+mn-lt"/>
                <a:ea typeface="+mn-ea"/>
                <a:cs typeface="+mn-cs"/>
              </a:defRPr>
            </a:lvl3pPr>
            <a:lvl4pPr marL="944563" indent="-177800">
              <a:spcAft>
                <a:spcPts val="600"/>
              </a:spcAft>
              <a:buClr>
                <a:schemeClr val="accent1"/>
              </a:buClr>
              <a:defRPr sz="1600">
                <a:solidFill>
                  <a:schemeClr val="tx1"/>
                </a:solidFill>
              </a:defRPr>
            </a:lvl4pPr>
            <a:lvl5pPr marL="1209675" indent="-160338">
              <a:spcAft>
                <a:spcPts val="600"/>
              </a:spcAft>
              <a:buClr>
                <a:schemeClr val="accent1"/>
              </a:buClr>
              <a:defRPr sz="16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0" name="Bildplatzhalter 9">
            <a:extLst>
              <a:ext uri="{FF2B5EF4-FFF2-40B4-BE49-F238E27FC236}">
                <a16:creationId xmlns:a16="http://schemas.microsoft.com/office/drawing/2014/main" id="{A69795D0-953F-5229-8CB1-F3E50179F457}"/>
              </a:ext>
            </a:extLst>
          </p:cNvPr>
          <p:cNvSpPr>
            <a:spLocks noGrp="1"/>
          </p:cNvSpPr>
          <p:nvPr>
            <p:ph type="pic" sz="quarter" idx="41"/>
          </p:nvPr>
        </p:nvSpPr>
        <p:spPr>
          <a:xfrm>
            <a:off x="3285906" y="1292191"/>
            <a:ext cx="2725738" cy="1968517"/>
          </a:xfrm>
          <a:prstGeom prst="roundRect">
            <a:avLst>
              <a:gd name="adj" fmla="val 5943"/>
            </a:avLst>
          </a:prstGeom>
          <a:solidFill>
            <a:schemeClr val="tx1"/>
          </a:solidFill>
        </p:spPr>
        <p:txBody>
          <a:bodyPr/>
          <a:lstStyle/>
          <a:p>
            <a:endParaRPr lang="de-DE"/>
          </a:p>
        </p:txBody>
      </p:sp>
      <p:sp>
        <p:nvSpPr>
          <p:cNvPr id="32" name="Bildplatzhalter 9">
            <a:extLst>
              <a:ext uri="{FF2B5EF4-FFF2-40B4-BE49-F238E27FC236}">
                <a16:creationId xmlns:a16="http://schemas.microsoft.com/office/drawing/2014/main" id="{98E56415-A1B0-3C4E-69CB-5DB272622815}"/>
              </a:ext>
            </a:extLst>
          </p:cNvPr>
          <p:cNvSpPr>
            <a:spLocks noGrp="1"/>
          </p:cNvSpPr>
          <p:nvPr>
            <p:ph type="pic" sz="quarter" idx="42"/>
          </p:nvPr>
        </p:nvSpPr>
        <p:spPr>
          <a:xfrm>
            <a:off x="6180357" y="1292191"/>
            <a:ext cx="2725738" cy="1968517"/>
          </a:xfrm>
          <a:prstGeom prst="roundRect">
            <a:avLst>
              <a:gd name="adj" fmla="val 5943"/>
            </a:avLst>
          </a:prstGeom>
          <a:solidFill>
            <a:schemeClr val="tx1"/>
          </a:solidFill>
        </p:spPr>
        <p:txBody>
          <a:bodyPr/>
          <a:lstStyle/>
          <a:p>
            <a:endParaRPr lang="de-DE"/>
          </a:p>
        </p:txBody>
      </p:sp>
      <p:sp>
        <p:nvSpPr>
          <p:cNvPr id="34" name="Bildplatzhalter 9">
            <a:extLst>
              <a:ext uri="{FF2B5EF4-FFF2-40B4-BE49-F238E27FC236}">
                <a16:creationId xmlns:a16="http://schemas.microsoft.com/office/drawing/2014/main" id="{2A013AA5-5989-EB6B-6702-2FA3873ACD68}"/>
              </a:ext>
            </a:extLst>
          </p:cNvPr>
          <p:cNvSpPr>
            <a:spLocks noGrp="1"/>
          </p:cNvSpPr>
          <p:nvPr>
            <p:ph type="pic" sz="quarter" idx="43"/>
          </p:nvPr>
        </p:nvSpPr>
        <p:spPr>
          <a:xfrm>
            <a:off x="9116552" y="1292191"/>
            <a:ext cx="2725738" cy="1968517"/>
          </a:xfrm>
          <a:prstGeom prst="roundRect">
            <a:avLst>
              <a:gd name="adj" fmla="val 5943"/>
            </a:avLst>
          </a:prstGeom>
          <a:solidFill>
            <a:schemeClr val="tx1"/>
          </a:solidFill>
        </p:spPr>
        <p:txBody>
          <a:bodyPr/>
          <a:lstStyle/>
          <a:p>
            <a:endParaRPr lang="de-DE"/>
          </a:p>
        </p:txBody>
      </p:sp>
      <p:sp>
        <p:nvSpPr>
          <p:cNvPr id="8" name="Datumsplatzhalter 7">
            <a:extLst>
              <a:ext uri="{FF2B5EF4-FFF2-40B4-BE49-F238E27FC236}">
                <a16:creationId xmlns:a16="http://schemas.microsoft.com/office/drawing/2014/main" id="{B220AEAB-D528-352F-2206-F9800BA9F78E}"/>
              </a:ext>
            </a:extLst>
          </p:cNvPr>
          <p:cNvSpPr>
            <a:spLocks noGrp="1"/>
          </p:cNvSpPr>
          <p:nvPr>
            <p:ph type="dt" sz="half" idx="44"/>
          </p:nvPr>
        </p:nvSpPr>
        <p:spPr>
          <a:xfrm>
            <a:off x="4241844" y="6443888"/>
            <a:ext cx="1854156" cy="191772"/>
          </a:xfrm>
        </p:spPr>
        <p:txBody>
          <a:bodyPr/>
          <a:lstStyle/>
          <a:p>
            <a:fld id="{39BE9289-976A-497F-A8DE-044345FA1C5D}" type="datetime1">
              <a:rPr lang="de-DE" smtClean="0"/>
              <a:t>28.05.26</a:t>
            </a:fld>
            <a:endParaRPr lang="de-DE"/>
          </a:p>
        </p:txBody>
      </p:sp>
      <p:sp>
        <p:nvSpPr>
          <p:cNvPr id="11" name="Fußzeilenplatzhalter 10">
            <a:extLst>
              <a:ext uri="{FF2B5EF4-FFF2-40B4-BE49-F238E27FC236}">
                <a16:creationId xmlns:a16="http://schemas.microsoft.com/office/drawing/2014/main" id="{C3BD03E9-B9D2-0696-025A-17828B418E86}"/>
              </a:ext>
            </a:extLst>
          </p:cNvPr>
          <p:cNvSpPr>
            <a:spLocks noGrp="1"/>
          </p:cNvSpPr>
          <p:nvPr>
            <p:ph type="ftr" sz="quarter" idx="45"/>
          </p:nvPr>
        </p:nvSpPr>
        <p:spPr>
          <a:xfrm>
            <a:off x="1285875" y="6443749"/>
            <a:ext cx="2777640" cy="191893"/>
          </a:xfrm>
        </p:spPr>
        <p:txBody>
          <a:bodyPr/>
          <a:lstStyle/>
          <a:p>
            <a:r>
              <a:rPr lang="de-DE"/>
              <a:t>Hackathon 2026</a:t>
            </a:r>
          </a:p>
        </p:txBody>
      </p:sp>
      <p:sp>
        <p:nvSpPr>
          <p:cNvPr id="12" name="Foliennummernplatzhalter 11">
            <a:extLst>
              <a:ext uri="{FF2B5EF4-FFF2-40B4-BE49-F238E27FC236}">
                <a16:creationId xmlns:a16="http://schemas.microsoft.com/office/drawing/2014/main" id="{28CFE926-7AA4-7450-6CD0-8E391F5F2E6A}"/>
              </a:ext>
            </a:extLst>
          </p:cNvPr>
          <p:cNvSpPr>
            <a:spLocks noGrp="1"/>
          </p:cNvSpPr>
          <p:nvPr>
            <p:ph type="sldNum" sz="quarter" idx="46"/>
          </p:nvPr>
        </p:nvSpPr>
        <p:spPr>
          <a:xfrm>
            <a:off x="10906125" y="6443887"/>
            <a:ext cx="925513" cy="191893"/>
          </a:xfrm>
        </p:spPr>
        <p:txBody>
          <a:bodyPr/>
          <a:lstStyle/>
          <a:p>
            <a:fld id="{75E2EC28-BB56-4A8E-A990-AA8F876D888B}" type="slidenum">
              <a:rPr lang="de-DE" smtClean="0"/>
              <a:pPr/>
              <a:t>‹#›</a:t>
            </a:fld>
            <a:endParaRPr lang="de-DE"/>
          </a:p>
        </p:txBody>
      </p:sp>
      <p:sp>
        <p:nvSpPr>
          <p:cNvPr id="4" name="Textplatzhalter 15">
            <a:extLst>
              <a:ext uri="{FF2B5EF4-FFF2-40B4-BE49-F238E27FC236}">
                <a16:creationId xmlns:a16="http://schemas.microsoft.com/office/drawing/2014/main" id="{E828818A-CDDB-D1C6-875A-793973C72EA7}"/>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5" name="Textplatzhalter 15">
            <a:extLst>
              <a:ext uri="{FF2B5EF4-FFF2-40B4-BE49-F238E27FC236}">
                <a16:creationId xmlns:a16="http://schemas.microsoft.com/office/drawing/2014/main" id="{39C3D50C-434F-AC81-0C61-9CCB164F52DA}"/>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4227327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37" userDrawn="1">
          <p15:clr>
            <a:srgbClr val="FBAE40"/>
          </p15:clr>
        </p15:guide>
        <p15:guide id="2" pos="2060">
          <p15:clr>
            <a:srgbClr val="FBAE40"/>
          </p15:clr>
        </p15:guide>
        <p15:guide id="3" pos="5613">
          <p15:clr>
            <a:srgbClr val="FBAE40"/>
          </p15:clr>
        </p15:guide>
        <p15:guide id="4" pos="5734">
          <p15:clr>
            <a:srgbClr val="FBAE40"/>
          </p15:clr>
        </p15:guide>
        <p15:guide id="5" pos="3782">
          <p15:clr>
            <a:srgbClr val="FBAE40"/>
          </p15:clr>
        </p15:guide>
        <p15:guide id="6" pos="389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Picture-light">
    <p:bg>
      <p:bgRef idx="1001">
        <a:schemeClr val="bg1"/>
      </p:bgRef>
    </p:bg>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53E7C685-0F93-070F-DA8B-084A15327B7F}"/>
              </a:ext>
            </a:extLst>
          </p:cNvPr>
          <p:cNvSpPr>
            <a:spLocks noGrp="1"/>
          </p:cNvSpPr>
          <p:nvPr>
            <p:ph type="pic" sz="quarter" idx="16"/>
          </p:nvPr>
        </p:nvSpPr>
        <p:spPr>
          <a:xfrm>
            <a:off x="0" y="2669"/>
            <a:ext cx="12192000" cy="6858000"/>
          </a:xfrm>
          <a:prstGeom prst="rect">
            <a:avLst/>
          </a:prstGeom>
        </p:spPr>
        <p:txBody>
          <a:bodyPr/>
          <a:lstStyle/>
          <a:p>
            <a:endParaRPr lang="de-DE"/>
          </a:p>
        </p:txBody>
      </p:sp>
      <p:sp>
        <p:nvSpPr>
          <p:cNvPr id="8" name="Datumsplatzhalter 7">
            <a:extLst>
              <a:ext uri="{FF2B5EF4-FFF2-40B4-BE49-F238E27FC236}">
                <a16:creationId xmlns:a16="http://schemas.microsoft.com/office/drawing/2014/main" id="{348A3A0C-FA11-CEBE-16C5-4EA7209AB192}"/>
              </a:ext>
            </a:extLst>
          </p:cNvPr>
          <p:cNvSpPr>
            <a:spLocks noGrp="1"/>
          </p:cNvSpPr>
          <p:nvPr>
            <p:ph type="dt" sz="half" idx="17"/>
          </p:nvPr>
        </p:nvSpPr>
        <p:spPr/>
        <p:txBody>
          <a:bodyPr/>
          <a:lstStyle/>
          <a:p>
            <a:fld id="{CA70FFA5-F9A3-4A7B-9F45-5B38995C45AC}" type="datetime1">
              <a:rPr lang="de-DE" smtClean="0"/>
              <a:t>28.05.26</a:t>
            </a:fld>
            <a:endParaRPr lang="de-DE"/>
          </a:p>
        </p:txBody>
      </p:sp>
      <p:sp>
        <p:nvSpPr>
          <p:cNvPr id="9" name="Fußzeilenplatzhalter 8">
            <a:extLst>
              <a:ext uri="{FF2B5EF4-FFF2-40B4-BE49-F238E27FC236}">
                <a16:creationId xmlns:a16="http://schemas.microsoft.com/office/drawing/2014/main" id="{75AAD92C-7794-B103-4AA5-FE44BA2DBE8D}"/>
              </a:ext>
            </a:extLst>
          </p:cNvPr>
          <p:cNvSpPr>
            <a:spLocks noGrp="1"/>
          </p:cNvSpPr>
          <p:nvPr>
            <p:ph type="ftr" sz="quarter" idx="18"/>
          </p:nvPr>
        </p:nvSpPr>
        <p:spPr/>
        <p:txBody>
          <a:bodyPr/>
          <a:lstStyle/>
          <a:p>
            <a:r>
              <a:rPr lang="de-DE"/>
              <a:t>Hackathon 2026</a:t>
            </a:r>
          </a:p>
        </p:txBody>
      </p:sp>
      <p:sp>
        <p:nvSpPr>
          <p:cNvPr id="10" name="Foliennummernplatzhalter 9">
            <a:extLst>
              <a:ext uri="{FF2B5EF4-FFF2-40B4-BE49-F238E27FC236}">
                <a16:creationId xmlns:a16="http://schemas.microsoft.com/office/drawing/2014/main" id="{88C642D6-06DD-63AE-3DA3-CA6F48713570}"/>
              </a:ext>
            </a:extLst>
          </p:cNvPr>
          <p:cNvSpPr>
            <a:spLocks noGrp="1"/>
          </p:cNvSpPr>
          <p:nvPr>
            <p:ph type="sldNum" sz="quarter" idx="19"/>
          </p:nvPr>
        </p:nvSpPr>
        <p:spPr/>
        <p:txBody>
          <a:bodyPr/>
          <a:lstStyle/>
          <a:p>
            <a:fld id="{75E2EC28-BB56-4A8E-A990-AA8F876D888B}" type="slidenum">
              <a:rPr lang="de-DE" smtClean="0"/>
              <a:pPr/>
              <a:t>‹#›</a:t>
            </a:fld>
            <a:endParaRPr lang="de-DE"/>
          </a:p>
        </p:txBody>
      </p:sp>
      <p:pic>
        <p:nvPicPr>
          <p:cNvPr id="11" name="Grafik 10">
            <a:extLst>
              <a:ext uri="{FF2B5EF4-FFF2-40B4-BE49-F238E27FC236}">
                <a16:creationId xmlns:a16="http://schemas.microsoft.com/office/drawing/2014/main" id="{73CAB5B5-AEB8-7FB4-A099-B69942D4F1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6496886"/>
            <a:ext cx="358275" cy="116013"/>
          </a:xfrm>
          <a:prstGeom prst="rect">
            <a:avLst/>
          </a:prstGeom>
        </p:spPr>
      </p:pic>
      <p:sp>
        <p:nvSpPr>
          <p:cNvPr id="5" name="Textplatzhalter 15">
            <a:extLst>
              <a:ext uri="{FF2B5EF4-FFF2-40B4-BE49-F238E27FC236}">
                <a16:creationId xmlns:a16="http://schemas.microsoft.com/office/drawing/2014/main" id="{581FE2AB-34A9-47C1-24C7-4D981DFE60D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6AEF7F31-DD6E-B05D-EE69-8D1076A5DE41}"/>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793194782"/>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Picture-Dark">
    <p:bg>
      <p:bgRef idx="1001">
        <a:schemeClr val="bg1"/>
      </p:bgRef>
    </p:bg>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53E7C685-0F93-070F-DA8B-084A15327B7F}"/>
              </a:ext>
            </a:extLst>
          </p:cNvPr>
          <p:cNvSpPr>
            <a:spLocks noGrp="1"/>
          </p:cNvSpPr>
          <p:nvPr>
            <p:ph type="pic" sz="quarter" idx="16"/>
          </p:nvPr>
        </p:nvSpPr>
        <p:spPr>
          <a:xfrm>
            <a:off x="0" y="0"/>
            <a:ext cx="12192000" cy="6858000"/>
          </a:xfrm>
          <a:prstGeom prst="rect">
            <a:avLst/>
          </a:prstGeom>
        </p:spPr>
        <p:txBody>
          <a:bodyPr/>
          <a:lstStyle/>
          <a:p>
            <a:endParaRPr lang="de-DE"/>
          </a:p>
        </p:txBody>
      </p:sp>
      <p:sp>
        <p:nvSpPr>
          <p:cNvPr id="8" name="Datumsplatzhalter 7">
            <a:extLst>
              <a:ext uri="{FF2B5EF4-FFF2-40B4-BE49-F238E27FC236}">
                <a16:creationId xmlns:a16="http://schemas.microsoft.com/office/drawing/2014/main" id="{207F1A58-E491-0727-2BD6-1C42057E0D8D}"/>
              </a:ext>
            </a:extLst>
          </p:cNvPr>
          <p:cNvSpPr>
            <a:spLocks noGrp="1"/>
          </p:cNvSpPr>
          <p:nvPr>
            <p:ph type="dt" sz="half" idx="17"/>
          </p:nvPr>
        </p:nvSpPr>
        <p:spPr/>
        <p:txBody>
          <a:bodyPr/>
          <a:lstStyle/>
          <a:p>
            <a:fld id="{D368C094-F3BA-4523-80E5-F138B6E5A708}" type="datetime1">
              <a:rPr lang="de-DE" smtClean="0"/>
              <a:t>28.05.26</a:t>
            </a:fld>
            <a:endParaRPr lang="de-DE"/>
          </a:p>
        </p:txBody>
      </p:sp>
      <p:sp>
        <p:nvSpPr>
          <p:cNvPr id="9" name="Fußzeilenplatzhalter 8">
            <a:extLst>
              <a:ext uri="{FF2B5EF4-FFF2-40B4-BE49-F238E27FC236}">
                <a16:creationId xmlns:a16="http://schemas.microsoft.com/office/drawing/2014/main" id="{E45DD85F-CB9B-5827-BEE4-27116BBD3B5A}"/>
              </a:ext>
            </a:extLst>
          </p:cNvPr>
          <p:cNvSpPr>
            <a:spLocks noGrp="1"/>
          </p:cNvSpPr>
          <p:nvPr>
            <p:ph type="ftr" sz="quarter" idx="18"/>
          </p:nvPr>
        </p:nvSpPr>
        <p:spPr/>
        <p:txBody>
          <a:bodyPr/>
          <a:lstStyle/>
          <a:p>
            <a:r>
              <a:rPr lang="de-DE"/>
              <a:t>Hackathon 2026</a:t>
            </a:r>
          </a:p>
        </p:txBody>
      </p:sp>
      <p:sp>
        <p:nvSpPr>
          <p:cNvPr id="10" name="Foliennummernplatzhalter 9">
            <a:extLst>
              <a:ext uri="{FF2B5EF4-FFF2-40B4-BE49-F238E27FC236}">
                <a16:creationId xmlns:a16="http://schemas.microsoft.com/office/drawing/2014/main" id="{0A1C4CEB-5B1A-8E35-C7E5-7BFF401232EF}"/>
              </a:ext>
            </a:extLst>
          </p:cNvPr>
          <p:cNvSpPr>
            <a:spLocks noGrp="1"/>
          </p:cNvSpPr>
          <p:nvPr>
            <p:ph type="sldNum" sz="quarter" idx="19"/>
          </p:nvPr>
        </p:nvSpPr>
        <p:spPr/>
        <p:txBody>
          <a:bodyPr/>
          <a:lstStyle/>
          <a:p>
            <a:fld id="{75E2EC28-BB56-4A8E-A990-AA8F876D888B}" type="slidenum">
              <a:rPr lang="de-DE" smtClean="0"/>
              <a:pPr/>
              <a:t>‹#›</a:t>
            </a:fld>
            <a:endParaRPr lang="de-DE"/>
          </a:p>
        </p:txBody>
      </p:sp>
      <p:pic>
        <p:nvPicPr>
          <p:cNvPr id="11" name="Grafik 10">
            <a:extLst>
              <a:ext uri="{FF2B5EF4-FFF2-40B4-BE49-F238E27FC236}">
                <a16:creationId xmlns:a16="http://schemas.microsoft.com/office/drawing/2014/main" id="{3C8B8546-8196-E56E-0B4F-4E9A2C6D2B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6496886"/>
            <a:ext cx="358275" cy="116013"/>
          </a:xfrm>
          <a:prstGeom prst="rect">
            <a:avLst/>
          </a:prstGeom>
        </p:spPr>
      </p:pic>
      <p:sp>
        <p:nvSpPr>
          <p:cNvPr id="5" name="Textplatzhalter 15">
            <a:extLst>
              <a:ext uri="{FF2B5EF4-FFF2-40B4-BE49-F238E27FC236}">
                <a16:creationId xmlns:a16="http://schemas.microsoft.com/office/drawing/2014/main" id="{F4275D4B-3944-466A-6AB7-14A1FA01C1F9}"/>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DA7AC530-198B-592A-6773-322DC91C0886}"/>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038617748"/>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eam-4Col">
    <p:bg>
      <p:bgRef idx="1001">
        <a:schemeClr val="bg1"/>
      </p:bgRef>
    </p:bg>
    <p:spTree>
      <p:nvGrpSpPr>
        <p:cNvPr id="1" name=""/>
        <p:cNvGrpSpPr/>
        <p:nvPr/>
      </p:nvGrpSpPr>
      <p:grpSpPr>
        <a:xfrm>
          <a:off x="0" y="0"/>
          <a:ext cx="0" cy="0"/>
          <a:chOff x="0" y="0"/>
          <a:chExt cx="0" cy="0"/>
        </a:xfrm>
      </p:grpSpPr>
      <p:sp>
        <p:nvSpPr>
          <p:cNvPr id="22" name="Bildplatzhalter 9">
            <a:extLst>
              <a:ext uri="{FF2B5EF4-FFF2-40B4-BE49-F238E27FC236}">
                <a16:creationId xmlns:a16="http://schemas.microsoft.com/office/drawing/2014/main" id="{29742B0D-659F-F76D-95F9-0C11201AB4C5}"/>
              </a:ext>
            </a:extLst>
          </p:cNvPr>
          <p:cNvSpPr>
            <a:spLocks noGrp="1"/>
          </p:cNvSpPr>
          <p:nvPr>
            <p:ph type="pic" sz="quarter" idx="38"/>
          </p:nvPr>
        </p:nvSpPr>
        <p:spPr>
          <a:xfrm>
            <a:off x="1291368" y="2313541"/>
            <a:ext cx="2232000" cy="2232000"/>
          </a:xfrm>
          <a:prstGeom prst="roundRect">
            <a:avLst>
              <a:gd name="adj" fmla="val 5962"/>
            </a:avLst>
          </a:prstGeom>
        </p:spPr>
        <p:txBody>
          <a:bodyPr/>
          <a:lstStyle/>
          <a:p>
            <a:endParaRPr lang="de-DE"/>
          </a:p>
        </p:txBody>
      </p:sp>
      <p:sp>
        <p:nvSpPr>
          <p:cNvPr id="26" name="Bildplatzhalter 9">
            <a:extLst>
              <a:ext uri="{FF2B5EF4-FFF2-40B4-BE49-F238E27FC236}">
                <a16:creationId xmlns:a16="http://schemas.microsoft.com/office/drawing/2014/main" id="{563C167F-7400-805D-0D03-E4F2F25DE986}"/>
              </a:ext>
            </a:extLst>
          </p:cNvPr>
          <p:cNvSpPr>
            <a:spLocks noGrp="1"/>
          </p:cNvSpPr>
          <p:nvPr>
            <p:ph type="pic" sz="quarter" idx="39"/>
          </p:nvPr>
        </p:nvSpPr>
        <p:spPr>
          <a:xfrm>
            <a:off x="8663013" y="2313541"/>
            <a:ext cx="2232000" cy="2232000"/>
          </a:xfrm>
          <a:prstGeom prst="roundRect">
            <a:avLst>
              <a:gd name="adj" fmla="val 5962"/>
            </a:avLst>
          </a:prstGeom>
        </p:spPr>
        <p:txBody>
          <a:bodyPr/>
          <a:lstStyle/>
          <a:p>
            <a:endParaRPr lang="de-DE"/>
          </a:p>
        </p:txBody>
      </p:sp>
      <p:sp>
        <p:nvSpPr>
          <p:cNvPr id="27" name="Bildplatzhalter 9">
            <a:extLst>
              <a:ext uri="{FF2B5EF4-FFF2-40B4-BE49-F238E27FC236}">
                <a16:creationId xmlns:a16="http://schemas.microsoft.com/office/drawing/2014/main" id="{920C4E4C-A65C-45A4-7D7E-77EDB6079327}"/>
              </a:ext>
            </a:extLst>
          </p:cNvPr>
          <p:cNvSpPr>
            <a:spLocks noGrp="1"/>
          </p:cNvSpPr>
          <p:nvPr>
            <p:ph type="pic" sz="quarter" idx="40"/>
          </p:nvPr>
        </p:nvSpPr>
        <p:spPr>
          <a:xfrm>
            <a:off x="6205798" y="2313541"/>
            <a:ext cx="2232000" cy="2232000"/>
          </a:xfrm>
          <a:prstGeom prst="roundRect">
            <a:avLst>
              <a:gd name="adj" fmla="val 5962"/>
            </a:avLst>
          </a:prstGeom>
        </p:spPr>
        <p:txBody>
          <a:bodyPr/>
          <a:lstStyle/>
          <a:p>
            <a:endParaRPr lang="de-DE"/>
          </a:p>
        </p:txBody>
      </p:sp>
      <p:sp>
        <p:nvSpPr>
          <p:cNvPr id="28" name="Bildplatzhalter 9">
            <a:extLst>
              <a:ext uri="{FF2B5EF4-FFF2-40B4-BE49-F238E27FC236}">
                <a16:creationId xmlns:a16="http://schemas.microsoft.com/office/drawing/2014/main" id="{5562CCC8-92F6-69FB-2EA4-BB7A33355336}"/>
              </a:ext>
            </a:extLst>
          </p:cNvPr>
          <p:cNvSpPr>
            <a:spLocks noGrp="1"/>
          </p:cNvSpPr>
          <p:nvPr>
            <p:ph type="pic" sz="quarter" idx="41"/>
          </p:nvPr>
        </p:nvSpPr>
        <p:spPr>
          <a:xfrm>
            <a:off x="3748583" y="2313541"/>
            <a:ext cx="2232000" cy="2232000"/>
          </a:xfrm>
          <a:prstGeom prst="roundRect">
            <a:avLst>
              <a:gd name="adj" fmla="val 5962"/>
            </a:avLst>
          </a:prstGeom>
        </p:spPr>
        <p:txBody>
          <a:bodyPr/>
          <a:lstStyle/>
          <a:p>
            <a:endParaRPr lang="de-DE"/>
          </a:p>
        </p:txBody>
      </p:sp>
      <p:sp>
        <p:nvSpPr>
          <p:cNvPr id="2" name="Datumsplatzhalter 1">
            <a:extLst>
              <a:ext uri="{FF2B5EF4-FFF2-40B4-BE49-F238E27FC236}">
                <a16:creationId xmlns:a16="http://schemas.microsoft.com/office/drawing/2014/main" id="{59C41E75-A03D-D59A-3416-2EC553770AC2}"/>
              </a:ext>
            </a:extLst>
          </p:cNvPr>
          <p:cNvSpPr>
            <a:spLocks noGrp="1"/>
          </p:cNvSpPr>
          <p:nvPr>
            <p:ph type="dt" sz="half" idx="42"/>
          </p:nvPr>
        </p:nvSpPr>
        <p:spPr/>
        <p:txBody>
          <a:bodyPr/>
          <a:lstStyle/>
          <a:p>
            <a:fld id="{7C7E8580-EC77-4BAC-AD48-7C82AF4D4B88}" type="datetime1">
              <a:rPr lang="de-DE" smtClean="0"/>
              <a:t>28.05.26</a:t>
            </a:fld>
            <a:endParaRPr lang="de-DE"/>
          </a:p>
        </p:txBody>
      </p:sp>
      <p:sp>
        <p:nvSpPr>
          <p:cNvPr id="6" name="Fußzeilenplatzhalter 5">
            <a:extLst>
              <a:ext uri="{FF2B5EF4-FFF2-40B4-BE49-F238E27FC236}">
                <a16:creationId xmlns:a16="http://schemas.microsoft.com/office/drawing/2014/main" id="{80203145-E6AF-5232-3CF8-52A9214CCA62}"/>
              </a:ext>
            </a:extLst>
          </p:cNvPr>
          <p:cNvSpPr>
            <a:spLocks noGrp="1"/>
          </p:cNvSpPr>
          <p:nvPr>
            <p:ph type="ftr" sz="quarter" idx="43"/>
          </p:nvPr>
        </p:nvSpPr>
        <p:spPr/>
        <p:txBody>
          <a:bodyPr/>
          <a:lstStyle/>
          <a:p>
            <a:r>
              <a:rPr lang="de-DE"/>
              <a:t>Hackathon 2026</a:t>
            </a:r>
          </a:p>
        </p:txBody>
      </p:sp>
      <p:sp>
        <p:nvSpPr>
          <p:cNvPr id="7" name="Foliennummernplatzhalter 6">
            <a:extLst>
              <a:ext uri="{FF2B5EF4-FFF2-40B4-BE49-F238E27FC236}">
                <a16:creationId xmlns:a16="http://schemas.microsoft.com/office/drawing/2014/main" id="{154BDEAB-05D3-846B-ECDC-02348D824B40}"/>
              </a:ext>
            </a:extLst>
          </p:cNvPr>
          <p:cNvSpPr>
            <a:spLocks noGrp="1"/>
          </p:cNvSpPr>
          <p:nvPr>
            <p:ph type="sldNum" sz="quarter" idx="44"/>
          </p:nvPr>
        </p:nvSpPr>
        <p:spPr/>
        <p:txBody>
          <a:bodyPr/>
          <a:lstStyle/>
          <a:p>
            <a:fld id="{75E2EC28-BB56-4A8E-A990-AA8F876D888B}" type="slidenum">
              <a:rPr lang="de-DE" smtClean="0"/>
              <a:pPr/>
              <a:t>‹#›</a:t>
            </a:fld>
            <a:endParaRPr lang="de-DE"/>
          </a:p>
        </p:txBody>
      </p:sp>
      <p:sp>
        <p:nvSpPr>
          <p:cNvPr id="8" name="Textplatzhalter 15">
            <a:extLst>
              <a:ext uri="{FF2B5EF4-FFF2-40B4-BE49-F238E27FC236}">
                <a16:creationId xmlns:a16="http://schemas.microsoft.com/office/drawing/2014/main" id="{BB593218-C3E3-C575-63FE-987FA44F5689}"/>
              </a:ext>
            </a:extLst>
          </p:cNvPr>
          <p:cNvSpPr>
            <a:spLocks noGrp="1"/>
          </p:cNvSpPr>
          <p:nvPr>
            <p:ph type="body" sz="quarter" idx="45" hasCustomPrompt="1"/>
          </p:nvPr>
        </p:nvSpPr>
        <p:spPr>
          <a:xfrm>
            <a:off x="8663955" y="4686170"/>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15" name="Textplatzhalter 15">
            <a:extLst>
              <a:ext uri="{FF2B5EF4-FFF2-40B4-BE49-F238E27FC236}">
                <a16:creationId xmlns:a16="http://schemas.microsoft.com/office/drawing/2014/main" id="{A7522301-4847-CE01-FA7C-F4F658A0D344}"/>
              </a:ext>
            </a:extLst>
          </p:cNvPr>
          <p:cNvSpPr>
            <a:spLocks noGrp="1"/>
          </p:cNvSpPr>
          <p:nvPr>
            <p:ph type="body" sz="quarter" idx="46" hasCustomPrompt="1"/>
          </p:nvPr>
        </p:nvSpPr>
        <p:spPr>
          <a:xfrm>
            <a:off x="8663952" y="4932838"/>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3" name="Textplatzhalter 15">
            <a:extLst>
              <a:ext uri="{FF2B5EF4-FFF2-40B4-BE49-F238E27FC236}">
                <a16:creationId xmlns:a16="http://schemas.microsoft.com/office/drawing/2014/main" id="{FA615AFC-E9FC-72FC-FE5C-304CB65D4E8C}"/>
              </a:ext>
            </a:extLst>
          </p:cNvPr>
          <p:cNvSpPr>
            <a:spLocks noGrp="1"/>
          </p:cNvSpPr>
          <p:nvPr>
            <p:ph type="body" sz="quarter" idx="47" hasCustomPrompt="1"/>
          </p:nvPr>
        </p:nvSpPr>
        <p:spPr>
          <a:xfrm>
            <a:off x="6202977" y="4686170"/>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24" name="Textplatzhalter 15">
            <a:extLst>
              <a:ext uri="{FF2B5EF4-FFF2-40B4-BE49-F238E27FC236}">
                <a16:creationId xmlns:a16="http://schemas.microsoft.com/office/drawing/2014/main" id="{E49FED3A-91E6-83EF-C5B9-31B8607BF1DB}"/>
              </a:ext>
            </a:extLst>
          </p:cNvPr>
          <p:cNvSpPr>
            <a:spLocks noGrp="1"/>
          </p:cNvSpPr>
          <p:nvPr>
            <p:ph type="body" sz="quarter" idx="48" hasCustomPrompt="1"/>
          </p:nvPr>
        </p:nvSpPr>
        <p:spPr>
          <a:xfrm>
            <a:off x="6202974" y="4932838"/>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5" name="Textplatzhalter 15">
            <a:extLst>
              <a:ext uri="{FF2B5EF4-FFF2-40B4-BE49-F238E27FC236}">
                <a16:creationId xmlns:a16="http://schemas.microsoft.com/office/drawing/2014/main" id="{CE321AF0-627A-ABD9-26CA-55B303032DFC}"/>
              </a:ext>
            </a:extLst>
          </p:cNvPr>
          <p:cNvSpPr>
            <a:spLocks noGrp="1"/>
          </p:cNvSpPr>
          <p:nvPr>
            <p:ph type="body" sz="quarter" idx="49" hasCustomPrompt="1"/>
          </p:nvPr>
        </p:nvSpPr>
        <p:spPr>
          <a:xfrm>
            <a:off x="3764577" y="4686170"/>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29" name="Textplatzhalter 15">
            <a:extLst>
              <a:ext uri="{FF2B5EF4-FFF2-40B4-BE49-F238E27FC236}">
                <a16:creationId xmlns:a16="http://schemas.microsoft.com/office/drawing/2014/main" id="{0DA5B305-90C3-64CB-F4DC-F7EA9F75771D}"/>
              </a:ext>
            </a:extLst>
          </p:cNvPr>
          <p:cNvSpPr>
            <a:spLocks noGrp="1"/>
          </p:cNvSpPr>
          <p:nvPr>
            <p:ph type="body" sz="quarter" idx="50" hasCustomPrompt="1"/>
          </p:nvPr>
        </p:nvSpPr>
        <p:spPr>
          <a:xfrm>
            <a:off x="3764574" y="4932838"/>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30" name="Textplatzhalter 15">
            <a:extLst>
              <a:ext uri="{FF2B5EF4-FFF2-40B4-BE49-F238E27FC236}">
                <a16:creationId xmlns:a16="http://schemas.microsoft.com/office/drawing/2014/main" id="{A7915BD8-928A-F99C-2714-44A4FF1322A2}"/>
              </a:ext>
            </a:extLst>
          </p:cNvPr>
          <p:cNvSpPr>
            <a:spLocks noGrp="1"/>
          </p:cNvSpPr>
          <p:nvPr>
            <p:ph type="body" sz="quarter" idx="51" hasCustomPrompt="1"/>
          </p:nvPr>
        </p:nvSpPr>
        <p:spPr>
          <a:xfrm>
            <a:off x="1292311" y="4686170"/>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31" name="Textplatzhalter 15">
            <a:extLst>
              <a:ext uri="{FF2B5EF4-FFF2-40B4-BE49-F238E27FC236}">
                <a16:creationId xmlns:a16="http://schemas.microsoft.com/office/drawing/2014/main" id="{211DA018-5DB7-DEEC-FE92-4D94428B8948}"/>
              </a:ext>
            </a:extLst>
          </p:cNvPr>
          <p:cNvSpPr>
            <a:spLocks noGrp="1"/>
          </p:cNvSpPr>
          <p:nvPr>
            <p:ph type="body" sz="quarter" idx="52" hasCustomPrompt="1"/>
          </p:nvPr>
        </p:nvSpPr>
        <p:spPr>
          <a:xfrm>
            <a:off x="1292308" y="4932838"/>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5" name="Textplatzhalter 15">
            <a:extLst>
              <a:ext uri="{FF2B5EF4-FFF2-40B4-BE49-F238E27FC236}">
                <a16:creationId xmlns:a16="http://schemas.microsoft.com/office/drawing/2014/main" id="{F69A5250-AB2A-B989-5F78-46F8795F1F56}"/>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9" name="Textplatzhalter 15">
            <a:extLst>
              <a:ext uri="{FF2B5EF4-FFF2-40B4-BE49-F238E27FC236}">
                <a16:creationId xmlns:a16="http://schemas.microsoft.com/office/drawing/2014/main" id="{4EC076A3-B079-F310-790B-FB76B3745EB1}"/>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1723638921"/>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eam-3Col">
    <p:bg>
      <p:bgRef idx="1001">
        <a:schemeClr val="bg1"/>
      </p:bgRef>
    </p:bg>
    <p:spTree>
      <p:nvGrpSpPr>
        <p:cNvPr id="1" name=""/>
        <p:cNvGrpSpPr/>
        <p:nvPr/>
      </p:nvGrpSpPr>
      <p:grpSpPr>
        <a:xfrm>
          <a:off x="0" y="0"/>
          <a:ext cx="0" cy="0"/>
          <a:chOff x="0" y="0"/>
          <a:chExt cx="0" cy="0"/>
        </a:xfrm>
      </p:grpSpPr>
      <p:sp>
        <p:nvSpPr>
          <p:cNvPr id="19" name="Bildplatzhalter 9">
            <a:extLst>
              <a:ext uri="{FF2B5EF4-FFF2-40B4-BE49-F238E27FC236}">
                <a16:creationId xmlns:a16="http://schemas.microsoft.com/office/drawing/2014/main" id="{45E15891-E825-EF3D-8BB2-927F58BEA8AA}"/>
              </a:ext>
            </a:extLst>
          </p:cNvPr>
          <p:cNvSpPr>
            <a:spLocks noGrp="1"/>
          </p:cNvSpPr>
          <p:nvPr>
            <p:ph type="pic" sz="quarter" idx="39"/>
          </p:nvPr>
        </p:nvSpPr>
        <p:spPr>
          <a:xfrm>
            <a:off x="7438028" y="2313546"/>
            <a:ext cx="2232000" cy="2232000"/>
          </a:xfrm>
          <a:prstGeom prst="roundRect">
            <a:avLst>
              <a:gd name="adj" fmla="val 5962"/>
            </a:avLst>
          </a:prstGeom>
        </p:spPr>
        <p:txBody>
          <a:bodyPr/>
          <a:lstStyle/>
          <a:p>
            <a:endParaRPr lang="de-DE"/>
          </a:p>
        </p:txBody>
      </p:sp>
      <p:sp>
        <p:nvSpPr>
          <p:cNvPr id="20" name="Bildplatzhalter 9">
            <a:extLst>
              <a:ext uri="{FF2B5EF4-FFF2-40B4-BE49-F238E27FC236}">
                <a16:creationId xmlns:a16="http://schemas.microsoft.com/office/drawing/2014/main" id="{A25FBBA7-A549-C048-2B8B-A4EA9BA1721C}"/>
              </a:ext>
            </a:extLst>
          </p:cNvPr>
          <p:cNvSpPr>
            <a:spLocks noGrp="1"/>
          </p:cNvSpPr>
          <p:nvPr>
            <p:ph type="pic" sz="quarter" idx="40"/>
          </p:nvPr>
        </p:nvSpPr>
        <p:spPr>
          <a:xfrm>
            <a:off x="4980813" y="2313546"/>
            <a:ext cx="2232000" cy="2232000"/>
          </a:xfrm>
          <a:prstGeom prst="roundRect">
            <a:avLst>
              <a:gd name="adj" fmla="val 5962"/>
            </a:avLst>
          </a:prstGeom>
        </p:spPr>
        <p:txBody>
          <a:bodyPr/>
          <a:lstStyle/>
          <a:p>
            <a:endParaRPr lang="de-DE"/>
          </a:p>
        </p:txBody>
      </p:sp>
      <p:sp>
        <p:nvSpPr>
          <p:cNvPr id="21" name="Bildplatzhalter 9">
            <a:extLst>
              <a:ext uri="{FF2B5EF4-FFF2-40B4-BE49-F238E27FC236}">
                <a16:creationId xmlns:a16="http://schemas.microsoft.com/office/drawing/2014/main" id="{F779C839-AB23-5342-FC23-C74C753FB97E}"/>
              </a:ext>
            </a:extLst>
          </p:cNvPr>
          <p:cNvSpPr>
            <a:spLocks noGrp="1"/>
          </p:cNvSpPr>
          <p:nvPr>
            <p:ph type="pic" sz="quarter" idx="41"/>
          </p:nvPr>
        </p:nvSpPr>
        <p:spPr>
          <a:xfrm>
            <a:off x="2523598" y="2313546"/>
            <a:ext cx="2232000" cy="2232000"/>
          </a:xfrm>
          <a:prstGeom prst="roundRect">
            <a:avLst>
              <a:gd name="adj" fmla="val 5962"/>
            </a:avLst>
          </a:prstGeom>
        </p:spPr>
        <p:txBody>
          <a:bodyPr/>
          <a:lstStyle/>
          <a:p>
            <a:endParaRPr lang="de-DE"/>
          </a:p>
        </p:txBody>
      </p:sp>
      <p:sp>
        <p:nvSpPr>
          <p:cNvPr id="2" name="Datumsplatzhalter 1">
            <a:extLst>
              <a:ext uri="{FF2B5EF4-FFF2-40B4-BE49-F238E27FC236}">
                <a16:creationId xmlns:a16="http://schemas.microsoft.com/office/drawing/2014/main" id="{F443B230-CA2E-F9BC-D99E-CF4ACF007574}"/>
              </a:ext>
            </a:extLst>
          </p:cNvPr>
          <p:cNvSpPr>
            <a:spLocks noGrp="1"/>
          </p:cNvSpPr>
          <p:nvPr>
            <p:ph type="dt" sz="half" idx="42"/>
          </p:nvPr>
        </p:nvSpPr>
        <p:spPr/>
        <p:txBody>
          <a:bodyPr/>
          <a:lstStyle/>
          <a:p>
            <a:fld id="{8A52EB36-9DB0-4E6C-A0F9-7A4409CA47E2}" type="datetime1">
              <a:rPr lang="de-DE" smtClean="0"/>
              <a:t>28.05.26</a:t>
            </a:fld>
            <a:endParaRPr lang="de-DE"/>
          </a:p>
        </p:txBody>
      </p:sp>
      <p:sp>
        <p:nvSpPr>
          <p:cNvPr id="6" name="Fußzeilenplatzhalter 5">
            <a:extLst>
              <a:ext uri="{FF2B5EF4-FFF2-40B4-BE49-F238E27FC236}">
                <a16:creationId xmlns:a16="http://schemas.microsoft.com/office/drawing/2014/main" id="{21676B70-6016-C99F-2731-DD707083F988}"/>
              </a:ext>
            </a:extLst>
          </p:cNvPr>
          <p:cNvSpPr>
            <a:spLocks noGrp="1"/>
          </p:cNvSpPr>
          <p:nvPr>
            <p:ph type="ftr" sz="quarter" idx="43"/>
          </p:nvPr>
        </p:nvSpPr>
        <p:spPr/>
        <p:txBody>
          <a:bodyPr/>
          <a:lstStyle/>
          <a:p>
            <a:r>
              <a:rPr lang="de-DE"/>
              <a:t>Hackathon 2026</a:t>
            </a:r>
          </a:p>
        </p:txBody>
      </p:sp>
      <p:sp>
        <p:nvSpPr>
          <p:cNvPr id="7" name="Foliennummernplatzhalter 6">
            <a:extLst>
              <a:ext uri="{FF2B5EF4-FFF2-40B4-BE49-F238E27FC236}">
                <a16:creationId xmlns:a16="http://schemas.microsoft.com/office/drawing/2014/main" id="{F203E82B-4CC7-97F9-DBB1-C23B80AA1FEA}"/>
              </a:ext>
            </a:extLst>
          </p:cNvPr>
          <p:cNvSpPr>
            <a:spLocks noGrp="1"/>
          </p:cNvSpPr>
          <p:nvPr>
            <p:ph type="sldNum" sz="quarter" idx="44"/>
          </p:nvPr>
        </p:nvSpPr>
        <p:spPr/>
        <p:txBody>
          <a:bodyPr/>
          <a:lstStyle/>
          <a:p>
            <a:fld id="{75E2EC28-BB56-4A8E-A990-AA8F876D888B}" type="slidenum">
              <a:rPr lang="de-DE" smtClean="0"/>
              <a:pPr/>
              <a:t>‹#›</a:t>
            </a:fld>
            <a:endParaRPr lang="de-DE"/>
          </a:p>
        </p:txBody>
      </p:sp>
      <p:sp>
        <p:nvSpPr>
          <p:cNvPr id="15" name="Textplatzhalter 15">
            <a:extLst>
              <a:ext uri="{FF2B5EF4-FFF2-40B4-BE49-F238E27FC236}">
                <a16:creationId xmlns:a16="http://schemas.microsoft.com/office/drawing/2014/main" id="{B01D02DF-EF25-0F02-AD7E-FEF478859AE2}"/>
              </a:ext>
            </a:extLst>
          </p:cNvPr>
          <p:cNvSpPr>
            <a:spLocks noGrp="1"/>
          </p:cNvSpPr>
          <p:nvPr>
            <p:ph type="body" sz="quarter" idx="17" hasCustomPrompt="1"/>
          </p:nvPr>
        </p:nvSpPr>
        <p:spPr>
          <a:xfrm>
            <a:off x="7438028" y="4686175"/>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17" name="Textplatzhalter 15">
            <a:extLst>
              <a:ext uri="{FF2B5EF4-FFF2-40B4-BE49-F238E27FC236}">
                <a16:creationId xmlns:a16="http://schemas.microsoft.com/office/drawing/2014/main" id="{305BA6B6-6ABF-3C01-FB71-2648D3F31AB4}"/>
              </a:ext>
            </a:extLst>
          </p:cNvPr>
          <p:cNvSpPr>
            <a:spLocks noGrp="1"/>
          </p:cNvSpPr>
          <p:nvPr>
            <p:ph type="body" sz="quarter" idx="18" hasCustomPrompt="1"/>
          </p:nvPr>
        </p:nvSpPr>
        <p:spPr>
          <a:xfrm>
            <a:off x="7438025" y="4932843"/>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3" name="Textplatzhalter 15">
            <a:extLst>
              <a:ext uri="{FF2B5EF4-FFF2-40B4-BE49-F238E27FC236}">
                <a16:creationId xmlns:a16="http://schemas.microsoft.com/office/drawing/2014/main" id="{DA710D50-2910-8A69-18D4-ECE630E2804C}"/>
              </a:ext>
            </a:extLst>
          </p:cNvPr>
          <p:cNvSpPr>
            <a:spLocks noGrp="1"/>
          </p:cNvSpPr>
          <p:nvPr>
            <p:ph type="body" sz="quarter" idx="45" hasCustomPrompt="1"/>
          </p:nvPr>
        </p:nvSpPr>
        <p:spPr>
          <a:xfrm>
            <a:off x="4977050" y="4686175"/>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24" name="Textplatzhalter 15">
            <a:extLst>
              <a:ext uri="{FF2B5EF4-FFF2-40B4-BE49-F238E27FC236}">
                <a16:creationId xmlns:a16="http://schemas.microsoft.com/office/drawing/2014/main" id="{A7245341-1015-679D-EBCF-82588EF251E2}"/>
              </a:ext>
            </a:extLst>
          </p:cNvPr>
          <p:cNvSpPr>
            <a:spLocks noGrp="1"/>
          </p:cNvSpPr>
          <p:nvPr>
            <p:ph type="body" sz="quarter" idx="46" hasCustomPrompt="1"/>
          </p:nvPr>
        </p:nvSpPr>
        <p:spPr>
          <a:xfrm>
            <a:off x="4977047" y="4932843"/>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5" name="Textplatzhalter 15">
            <a:extLst>
              <a:ext uri="{FF2B5EF4-FFF2-40B4-BE49-F238E27FC236}">
                <a16:creationId xmlns:a16="http://schemas.microsoft.com/office/drawing/2014/main" id="{FD09619C-B65D-A3E5-9176-A836715EEEE0}"/>
              </a:ext>
            </a:extLst>
          </p:cNvPr>
          <p:cNvSpPr>
            <a:spLocks noGrp="1"/>
          </p:cNvSpPr>
          <p:nvPr>
            <p:ph type="body" sz="quarter" idx="47" hasCustomPrompt="1"/>
          </p:nvPr>
        </p:nvSpPr>
        <p:spPr>
          <a:xfrm>
            <a:off x="2527362" y="4686175"/>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26" name="Textplatzhalter 15">
            <a:extLst>
              <a:ext uri="{FF2B5EF4-FFF2-40B4-BE49-F238E27FC236}">
                <a16:creationId xmlns:a16="http://schemas.microsoft.com/office/drawing/2014/main" id="{7107B7DD-FE29-C669-94E3-898D1B3ABC2D}"/>
              </a:ext>
            </a:extLst>
          </p:cNvPr>
          <p:cNvSpPr>
            <a:spLocks noGrp="1"/>
          </p:cNvSpPr>
          <p:nvPr>
            <p:ph type="body" sz="quarter" idx="48" hasCustomPrompt="1"/>
          </p:nvPr>
        </p:nvSpPr>
        <p:spPr>
          <a:xfrm>
            <a:off x="2527359" y="4932843"/>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3" name="Textplatzhalter 15">
            <a:extLst>
              <a:ext uri="{FF2B5EF4-FFF2-40B4-BE49-F238E27FC236}">
                <a16:creationId xmlns:a16="http://schemas.microsoft.com/office/drawing/2014/main" id="{08975CDC-E2F2-168D-D361-C6667BF8FEEF}"/>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8" name="Textplatzhalter 15">
            <a:extLst>
              <a:ext uri="{FF2B5EF4-FFF2-40B4-BE49-F238E27FC236}">
                <a16:creationId xmlns:a16="http://schemas.microsoft.com/office/drawing/2014/main" id="{55786AC6-0040-2080-1CDA-0946BF8F5E3F}"/>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4248076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eam-2Col">
    <p:bg>
      <p:bgRef idx="1001">
        <a:schemeClr val="bg1"/>
      </p:bgRef>
    </p:bg>
    <p:spTree>
      <p:nvGrpSpPr>
        <p:cNvPr id="1" name=""/>
        <p:cNvGrpSpPr/>
        <p:nvPr/>
      </p:nvGrpSpPr>
      <p:grpSpPr>
        <a:xfrm>
          <a:off x="0" y="0"/>
          <a:ext cx="0" cy="0"/>
          <a:chOff x="0" y="0"/>
          <a:chExt cx="0" cy="0"/>
        </a:xfrm>
      </p:grpSpPr>
      <p:sp>
        <p:nvSpPr>
          <p:cNvPr id="11" name="Bildplatzhalter 9">
            <a:extLst>
              <a:ext uri="{FF2B5EF4-FFF2-40B4-BE49-F238E27FC236}">
                <a16:creationId xmlns:a16="http://schemas.microsoft.com/office/drawing/2014/main" id="{FF989040-C947-A030-1A5C-785D75735B87}"/>
              </a:ext>
            </a:extLst>
          </p:cNvPr>
          <p:cNvSpPr>
            <a:spLocks noGrp="1"/>
          </p:cNvSpPr>
          <p:nvPr>
            <p:ph type="pic" sz="quarter" idx="39"/>
          </p:nvPr>
        </p:nvSpPr>
        <p:spPr>
          <a:xfrm>
            <a:off x="6207332" y="2313544"/>
            <a:ext cx="2232000" cy="2232000"/>
          </a:xfrm>
          <a:prstGeom prst="roundRect">
            <a:avLst>
              <a:gd name="adj" fmla="val 5962"/>
            </a:avLst>
          </a:prstGeom>
        </p:spPr>
        <p:txBody>
          <a:bodyPr/>
          <a:lstStyle/>
          <a:p>
            <a:endParaRPr lang="de-DE"/>
          </a:p>
        </p:txBody>
      </p:sp>
      <p:sp>
        <p:nvSpPr>
          <p:cNvPr id="12" name="Bildplatzhalter 9">
            <a:extLst>
              <a:ext uri="{FF2B5EF4-FFF2-40B4-BE49-F238E27FC236}">
                <a16:creationId xmlns:a16="http://schemas.microsoft.com/office/drawing/2014/main" id="{F6D1D173-420B-A035-D56D-58F6975894B4}"/>
              </a:ext>
            </a:extLst>
          </p:cNvPr>
          <p:cNvSpPr>
            <a:spLocks noGrp="1"/>
          </p:cNvSpPr>
          <p:nvPr>
            <p:ph type="pic" sz="quarter" idx="40"/>
          </p:nvPr>
        </p:nvSpPr>
        <p:spPr>
          <a:xfrm>
            <a:off x="3744101" y="2313544"/>
            <a:ext cx="2232000" cy="2232000"/>
          </a:xfrm>
          <a:prstGeom prst="roundRect">
            <a:avLst>
              <a:gd name="adj" fmla="val 5962"/>
            </a:avLst>
          </a:prstGeom>
        </p:spPr>
        <p:txBody>
          <a:bodyPr/>
          <a:lstStyle/>
          <a:p>
            <a:endParaRPr lang="de-DE"/>
          </a:p>
        </p:txBody>
      </p:sp>
      <p:sp>
        <p:nvSpPr>
          <p:cNvPr id="4" name="Datumsplatzhalter 3">
            <a:extLst>
              <a:ext uri="{FF2B5EF4-FFF2-40B4-BE49-F238E27FC236}">
                <a16:creationId xmlns:a16="http://schemas.microsoft.com/office/drawing/2014/main" id="{971058F1-4707-DFF2-D858-BB8A2C4E773D}"/>
              </a:ext>
            </a:extLst>
          </p:cNvPr>
          <p:cNvSpPr>
            <a:spLocks noGrp="1"/>
          </p:cNvSpPr>
          <p:nvPr>
            <p:ph type="dt" sz="half" idx="41"/>
          </p:nvPr>
        </p:nvSpPr>
        <p:spPr/>
        <p:txBody>
          <a:bodyPr/>
          <a:lstStyle/>
          <a:p>
            <a:fld id="{7F5A3310-7E55-4A73-896D-50E4A508502F}" type="datetime1">
              <a:rPr lang="de-DE" smtClean="0"/>
              <a:t>28.05.26</a:t>
            </a:fld>
            <a:endParaRPr lang="de-DE"/>
          </a:p>
        </p:txBody>
      </p:sp>
      <p:sp>
        <p:nvSpPr>
          <p:cNvPr id="8" name="Fußzeilenplatzhalter 7">
            <a:extLst>
              <a:ext uri="{FF2B5EF4-FFF2-40B4-BE49-F238E27FC236}">
                <a16:creationId xmlns:a16="http://schemas.microsoft.com/office/drawing/2014/main" id="{881506C5-61B2-C86C-F8C4-99F95A56C3E4}"/>
              </a:ext>
            </a:extLst>
          </p:cNvPr>
          <p:cNvSpPr>
            <a:spLocks noGrp="1"/>
          </p:cNvSpPr>
          <p:nvPr>
            <p:ph type="ftr" sz="quarter" idx="42"/>
          </p:nvPr>
        </p:nvSpPr>
        <p:spPr/>
        <p:txBody>
          <a:bodyPr/>
          <a:lstStyle/>
          <a:p>
            <a:r>
              <a:rPr lang="de-DE"/>
              <a:t>Hackathon 2026</a:t>
            </a:r>
          </a:p>
        </p:txBody>
      </p:sp>
      <p:sp>
        <p:nvSpPr>
          <p:cNvPr id="9" name="Foliennummernplatzhalter 8">
            <a:extLst>
              <a:ext uri="{FF2B5EF4-FFF2-40B4-BE49-F238E27FC236}">
                <a16:creationId xmlns:a16="http://schemas.microsoft.com/office/drawing/2014/main" id="{92E11096-908D-4B46-243C-37C815A1FB45}"/>
              </a:ext>
            </a:extLst>
          </p:cNvPr>
          <p:cNvSpPr>
            <a:spLocks noGrp="1"/>
          </p:cNvSpPr>
          <p:nvPr>
            <p:ph type="sldNum" sz="quarter" idx="43"/>
          </p:nvPr>
        </p:nvSpPr>
        <p:spPr/>
        <p:txBody>
          <a:bodyPr/>
          <a:lstStyle/>
          <a:p>
            <a:fld id="{75E2EC28-BB56-4A8E-A990-AA8F876D888B}" type="slidenum">
              <a:rPr lang="de-DE" smtClean="0"/>
              <a:pPr/>
              <a:t>‹#›</a:t>
            </a:fld>
            <a:endParaRPr lang="de-DE"/>
          </a:p>
        </p:txBody>
      </p:sp>
      <p:sp>
        <p:nvSpPr>
          <p:cNvPr id="10" name="Textplatzhalter 15">
            <a:extLst>
              <a:ext uri="{FF2B5EF4-FFF2-40B4-BE49-F238E27FC236}">
                <a16:creationId xmlns:a16="http://schemas.microsoft.com/office/drawing/2014/main" id="{2FD9A87C-F9F6-D685-DF71-76059E3B9114}"/>
              </a:ext>
            </a:extLst>
          </p:cNvPr>
          <p:cNvSpPr>
            <a:spLocks noGrp="1"/>
          </p:cNvSpPr>
          <p:nvPr>
            <p:ph type="body" sz="quarter" idx="17" hasCustomPrompt="1"/>
          </p:nvPr>
        </p:nvSpPr>
        <p:spPr>
          <a:xfrm>
            <a:off x="6207335" y="4686173"/>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13" name="Textplatzhalter 15">
            <a:extLst>
              <a:ext uri="{FF2B5EF4-FFF2-40B4-BE49-F238E27FC236}">
                <a16:creationId xmlns:a16="http://schemas.microsoft.com/office/drawing/2014/main" id="{10678B02-DE9A-68AF-7766-E60CD8D78F4C}"/>
              </a:ext>
            </a:extLst>
          </p:cNvPr>
          <p:cNvSpPr>
            <a:spLocks noGrp="1"/>
          </p:cNvSpPr>
          <p:nvPr>
            <p:ph type="body" sz="quarter" idx="18" hasCustomPrompt="1"/>
          </p:nvPr>
        </p:nvSpPr>
        <p:spPr>
          <a:xfrm>
            <a:off x="6207332" y="4932841"/>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0" name="Textplatzhalter 15">
            <a:extLst>
              <a:ext uri="{FF2B5EF4-FFF2-40B4-BE49-F238E27FC236}">
                <a16:creationId xmlns:a16="http://schemas.microsoft.com/office/drawing/2014/main" id="{12555AE2-AB1F-691F-E689-4DD6C169BDC4}"/>
              </a:ext>
            </a:extLst>
          </p:cNvPr>
          <p:cNvSpPr>
            <a:spLocks noGrp="1"/>
          </p:cNvSpPr>
          <p:nvPr>
            <p:ph type="body" sz="quarter" idx="44" hasCustomPrompt="1"/>
          </p:nvPr>
        </p:nvSpPr>
        <p:spPr>
          <a:xfrm>
            <a:off x="3746358" y="4686173"/>
            <a:ext cx="2232000" cy="298415"/>
          </a:xfrm>
          <a:prstGeom prst="rect">
            <a:avLst/>
          </a:prstGeom>
        </p:spPr>
        <p:txBody>
          <a:bodyPr lIns="0" tIns="0" rIns="0">
            <a:spAutoFit/>
          </a:bodyPr>
          <a:lstStyle>
            <a:lvl1pPr marL="0" indent="0" algn="l">
              <a:buFontTx/>
              <a:buNone/>
              <a:defRPr sz="1600" b="1" i="0">
                <a:solidFill>
                  <a:schemeClr val="tx1"/>
                </a:solidFill>
                <a:latin typeface="+mj-lt"/>
                <a:ea typeface="Inter Semi Bold" panose="020B0502030000000004" pitchFamily="34" charset="0"/>
              </a:defRPr>
            </a:lvl1pPr>
          </a:lstStyle>
          <a:p>
            <a:pPr lvl="0"/>
            <a:r>
              <a:rPr lang="de-DE"/>
              <a:t>Name</a:t>
            </a:r>
          </a:p>
        </p:txBody>
      </p:sp>
      <p:sp>
        <p:nvSpPr>
          <p:cNvPr id="21" name="Textplatzhalter 15">
            <a:extLst>
              <a:ext uri="{FF2B5EF4-FFF2-40B4-BE49-F238E27FC236}">
                <a16:creationId xmlns:a16="http://schemas.microsoft.com/office/drawing/2014/main" id="{57C63D1D-D581-9E1A-FAA6-C1BB71CBE1F1}"/>
              </a:ext>
            </a:extLst>
          </p:cNvPr>
          <p:cNvSpPr>
            <a:spLocks noGrp="1"/>
          </p:cNvSpPr>
          <p:nvPr>
            <p:ph type="body" sz="quarter" idx="45" hasCustomPrompt="1"/>
          </p:nvPr>
        </p:nvSpPr>
        <p:spPr>
          <a:xfrm>
            <a:off x="3746355" y="4932841"/>
            <a:ext cx="2232000" cy="240066"/>
          </a:xfrm>
          <a:prstGeom prst="rect">
            <a:avLst/>
          </a:prstGeom>
        </p:spPr>
        <p:txBody>
          <a:bodyPr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5" name="Textplatzhalter 15">
            <a:extLst>
              <a:ext uri="{FF2B5EF4-FFF2-40B4-BE49-F238E27FC236}">
                <a16:creationId xmlns:a16="http://schemas.microsoft.com/office/drawing/2014/main" id="{F242ED90-3F32-5D85-D583-40AC29DABDAA}"/>
              </a:ext>
            </a:extLst>
          </p:cNvPr>
          <p:cNvSpPr>
            <a:spLocks noGrp="1"/>
          </p:cNvSpPr>
          <p:nvPr>
            <p:ph type="body" sz="quarter" idx="15" hasCustomPrompt="1"/>
          </p:nvPr>
        </p:nvSpPr>
        <p:spPr>
          <a:xfrm>
            <a:off x="370585" y="330122"/>
            <a:ext cx="11461053" cy="256989"/>
          </a:xfrm>
          <a:prstGeom prst="rect">
            <a:avLst/>
          </a:prstGeom>
        </p:spPr>
        <p:txBody>
          <a:bodyPr wrap="square" lIns="0" tIns="0" rIns="0" bIns="36000">
            <a:spAutoFit/>
          </a:bodyPr>
          <a:lstStyle>
            <a:lvl1pPr marL="0" indent="0" algn="l">
              <a:buFontTx/>
              <a:buNone/>
              <a:defRPr sz="1400" b="1" spc="100" baseline="0">
                <a:solidFill>
                  <a:schemeClr val="tx1"/>
                </a:solidFill>
                <a:latin typeface="Inter Semi Bold" panose="020B0604020202020204" charset="0"/>
                <a:ea typeface="Inter Semi Bold" panose="020B0604020202020204" charset="0"/>
              </a:defRPr>
            </a:lvl1pPr>
          </a:lstStyle>
          <a:p>
            <a:pPr lvl="0"/>
            <a:r>
              <a:rPr lang="de-DE" err="1"/>
              <a:t>Overline</a:t>
            </a:r>
            <a:endParaRPr lang="de-DE"/>
          </a:p>
        </p:txBody>
      </p:sp>
      <p:sp>
        <p:nvSpPr>
          <p:cNvPr id="6" name="Textplatzhalter 15">
            <a:extLst>
              <a:ext uri="{FF2B5EF4-FFF2-40B4-BE49-F238E27FC236}">
                <a16:creationId xmlns:a16="http://schemas.microsoft.com/office/drawing/2014/main" id="{9F77A904-3048-01A7-1DD3-9701D1E8721B}"/>
              </a:ext>
            </a:extLst>
          </p:cNvPr>
          <p:cNvSpPr>
            <a:spLocks noGrp="1"/>
          </p:cNvSpPr>
          <p:nvPr>
            <p:ph type="body" sz="quarter" idx="14" hasCustomPrompt="1"/>
          </p:nvPr>
        </p:nvSpPr>
        <p:spPr>
          <a:xfrm>
            <a:off x="356835" y="631484"/>
            <a:ext cx="11474803" cy="297769"/>
          </a:xfrm>
          <a:prstGeom prst="rect">
            <a:avLst/>
          </a:prstGeom>
        </p:spPr>
        <p:txBody>
          <a:bodyPr lIns="0" tIns="0" rIns="0" bIns="0">
            <a:noAutofit/>
          </a:bodyPr>
          <a:lstStyle>
            <a:lvl1pPr marL="0" indent="0" algn="l">
              <a:lnSpc>
                <a:spcPct val="85000"/>
              </a:lnSpc>
              <a:buFontTx/>
              <a:buNone/>
              <a:defRPr sz="2600" b="1" i="0">
                <a:solidFill>
                  <a:schemeClr val="tx1"/>
                </a:solidFill>
                <a:latin typeface="Kurdis Wide" pitchFamily="50" charset="0"/>
              </a:defRPr>
            </a:lvl1pPr>
          </a:lstStyle>
          <a:p>
            <a:pPr lvl="0"/>
            <a:r>
              <a:rPr lang="de-DE"/>
              <a:t>Headline</a:t>
            </a:r>
          </a:p>
        </p:txBody>
      </p:sp>
    </p:spTree>
    <p:extLst>
      <p:ext uri="{BB962C8B-B14F-4D97-AF65-F5344CB8AC3E}">
        <p14:creationId xmlns:p14="http://schemas.microsoft.com/office/powerpoint/2010/main" val="3934037506"/>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Contact_1">
    <p:bg>
      <p:bgRef idx="1001">
        <a:schemeClr val="bg1"/>
      </p:bgRef>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C08B0279-84E7-6BCD-3F1C-B24E924CDD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7245350" cy="6858000"/>
          </a:xfrm>
          <a:prstGeom prst="rect">
            <a:avLst/>
          </a:prstGeom>
        </p:spPr>
      </p:pic>
      <p:sp>
        <p:nvSpPr>
          <p:cNvPr id="3" name="Textplatzhalter 15">
            <a:extLst>
              <a:ext uri="{FF2B5EF4-FFF2-40B4-BE49-F238E27FC236}">
                <a16:creationId xmlns:a16="http://schemas.microsoft.com/office/drawing/2014/main" id="{3B6A6E69-1E03-2365-591D-2D5E42149CB9}"/>
              </a:ext>
            </a:extLst>
          </p:cNvPr>
          <p:cNvSpPr>
            <a:spLocks noGrp="1"/>
          </p:cNvSpPr>
          <p:nvPr>
            <p:ph type="body" sz="quarter" idx="17" hasCustomPrompt="1"/>
          </p:nvPr>
        </p:nvSpPr>
        <p:spPr>
          <a:xfrm>
            <a:off x="8652803" y="4512162"/>
            <a:ext cx="2319997"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5" name="Textplatzhalter 15">
            <a:extLst>
              <a:ext uri="{FF2B5EF4-FFF2-40B4-BE49-F238E27FC236}">
                <a16:creationId xmlns:a16="http://schemas.microsoft.com/office/drawing/2014/main" id="{09A26A8B-7FD5-DDB5-3D83-C6A23857FE0C}"/>
              </a:ext>
            </a:extLst>
          </p:cNvPr>
          <p:cNvSpPr>
            <a:spLocks noGrp="1"/>
          </p:cNvSpPr>
          <p:nvPr>
            <p:ph type="body" sz="quarter" idx="18" hasCustomPrompt="1"/>
          </p:nvPr>
        </p:nvSpPr>
        <p:spPr>
          <a:xfrm>
            <a:off x="8652800" y="4753760"/>
            <a:ext cx="2319997"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6" name="Textplatzhalter 15">
            <a:extLst>
              <a:ext uri="{FF2B5EF4-FFF2-40B4-BE49-F238E27FC236}">
                <a16:creationId xmlns:a16="http://schemas.microsoft.com/office/drawing/2014/main" id="{8A790A36-8AFC-649A-51D2-D07FBE9FE740}"/>
              </a:ext>
            </a:extLst>
          </p:cNvPr>
          <p:cNvSpPr>
            <a:spLocks noGrp="1"/>
          </p:cNvSpPr>
          <p:nvPr>
            <p:ph type="body" sz="quarter" idx="19" hasCustomPrompt="1"/>
          </p:nvPr>
        </p:nvSpPr>
        <p:spPr>
          <a:xfrm>
            <a:off x="8652803" y="5118410"/>
            <a:ext cx="2319997"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7" name="Textplatzhalter 15">
            <a:extLst>
              <a:ext uri="{FF2B5EF4-FFF2-40B4-BE49-F238E27FC236}">
                <a16:creationId xmlns:a16="http://schemas.microsoft.com/office/drawing/2014/main" id="{33258557-60B1-5E24-97F4-096B1E00B48E}"/>
              </a:ext>
            </a:extLst>
          </p:cNvPr>
          <p:cNvSpPr>
            <a:spLocks noGrp="1"/>
          </p:cNvSpPr>
          <p:nvPr>
            <p:ph type="body" sz="quarter" idx="20" hasCustomPrompt="1"/>
          </p:nvPr>
        </p:nvSpPr>
        <p:spPr>
          <a:xfrm>
            <a:off x="8652800" y="5365078"/>
            <a:ext cx="2319997"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10" name="Textfeld 9">
            <a:extLst>
              <a:ext uri="{FF2B5EF4-FFF2-40B4-BE49-F238E27FC236}">
                <a16:creationId xmlns:a16="http://schemas.microsoft.com/office/drawing/2014/main" id="{6CD57AE4-A50F-4967-A993-5525ECEE9DE6}"/>
              </a:ext>
            </a:extLst>
          </p:cNvPr>
          <p:cNvSpPr txBox="1"/>
          <p:nvPr userDrawn="1"/>
        </p:nvSpPr>
        <p:spPr>
          <a:xfrm>
            <a:off x="358775" y="2915692"/>
            <a:ext cx="3350622" cy="646331"/>
          </a:xfrm>
          <a:prstGeom prst="rect">
            <a:avLst/>
          </a:prstGeom>
          <a:noFill/>
        </p:spPr>
        <p:txBody>
          <a:bodyPr wrap="square" lIns="0" rIns="0" rtlCol="0">
            <a:spAutoFit/>
          </a:bodyPr>
          <a:lstStyle/>
          <a:p>
            <a:r>
              <a:rPr lang="de-DE" sz="3600" b="1">
                <a:solidFill>
                  <a:schemeClr val="tx1"/>
                </a:solidFill>
                <a:latin typeface="Kurdis Wide" pitchFamily="50" charset="0"/>
              </a:rPr>
              <a:t>Contact</a:t>
            </a:r>
          </a:p>
        </p:txBody>
      </p:sp>
      <p:sp>
        <p:nvSpPr>
          <p:cNvPr id="12" name="Textfeld 11">
            <a:extLst>
              <a:ext uri="{FF2B5EF4-FFF2-40B4-BE49-F238E27FC236}">
                <a16:creationId xmlns:a16="http://schemas.microsoft.com/office/drawing/2014/main" id="{4026B6FE-2542-6DB0-83E5-8843673A759D}"/>
              </a:ext>
            </a:extLst>
          </p:cNvPr>
          <p:cNvSpPr txBox="1"/>
          <p:nvPr userDrawn="1"/>
        </p:nvSpPr>
        <p:spPr>
          <a:xfrm>
            <a:off x="358775" y="3702312"/>
            <a:ext cx="3350622" cy="1815882"/>
          </a:xfrm>
          <a:prstGeom prst="rect">
            <a:avLst/>
          </a:prstGeom>
          <a:noFill/>
        </p:spPr>
        <p:txBody>
          <a:bodyPr wrap="square" lIns="0" rIns="0" rtlCol="0">
            <a:spAutoFit/>
          </a:bodyPr>
          <a:lstStyle/>
          <a:p>
            <a:pPr lvl="0"/>
            <a:r>
              <a:rPr lang="de-DE" sz="1600" b="1">
                <a:solidFill>
                  <a:schemeClr val="tx1"/>
                </a:solidFill>
              </a:rPr>
              <a:t>JTL-Software-GmbH</a:t>
            </a:r>
          </a:p>
          <a:p>
            <a:pPr lvl="0"/>
            <a:r>
              <a:rPr lang="de-DE" sz="1600">
                <a:solidFill>
                  <a:schemeClr val="tx1"/>
                </a:solidFill>
              </a:rPr>
              <a:t>Rheinstr. 741836 </a:t>
            </a:r>
            <a:br>
              <a:rPr lang="de-DE" sz="1600">
                <a:solidFill>
                  <a:schemeClr val="tx1"/>
                </a:solidFill>
              </a:rPr>
            </a:br>
            <a:r>
              <a:rPr lang="de-DE" sz="1600">
                <a:solidFill>
                  <a:schemeClr val="tx1"/>
                </a:solidFill>
              </a:rPr>
              <a:t>Hückelhoven</a:t>
            </a:r>
            <a:br>
              <a:rPr lang="de-DE" sz="1600">
                <a:solidFill>
                  <a:schemeClr val="tx1"/>
                </a:solidFill>
              </a:rPr>
            </a:br>
            <a:br>
              <a:rPr lang="de-DE" sz="1600">
                <a:solidFill>
                  <a:schemeClr val="tx1"/>
                </a:solidFill>
              </a:rPr>
            </a:br>
            <a:r>
              <a:rPr lang="de-DE" sz="1600">
                <a:solidFill>
                  <a:schemeClr val="tx1"/>
                </a:solidFill>
              </a:rPr>
              <a:t>Tel.: +49 2433 8056801</a:t>
            </a:r>
            <a:br>
              <a:rPr lang="de-DE" sz="1600">
                <a:solidFill>
                  <a:schemeClr val="tx1"/>
                </a:solidFill>
              </a:rPr>
            </a:br>
            <a:r>
              <a:rPr lang="de-DE" sz="1600">
                <a:solidFill>
                  <a:schemeClr val="tx1"/>
                </a:solidFill>
              </a:rPr>
              <a:t>Fax: +49 2433 970433</a:t>
            </a:r>
            <a:br>
              <a:rPr lang="de-DE" sz="1600">
                <a:solidFill>
                  <a:schemeClr val="tx1"/>
                </a:solidFill>
              </a:rPr>
            </a:br>
            <a:r>
              <a:rPr lang="de-DE" sz="1600">
                <a:solidFill>
                  <a:schemeClr val="tx1"/>
                </a:solidFill>
              </a:rPr>
              <a:t>E-Mail: </a:t>
            </a:r>
            <a:r>
              <a:rPr lang="de-DE" sz="1600" err="1">
                <a:solidFill>
                  <a:schemeClr val="tx1"/>
                </a:solidFill>
              </a:rPr>
              <a:t>info@jtl-software.com</a:t>
            </a:r>
            <a:endParaRPr lang="de-DE" sz="1600">
              <a:solidFill>
                <a:schemeClr val="tx1"/>
              </a:solidFill>
            </a:endParaRPr>
          </a:p>
        </p:txBody>
      </p:sp>
      <p:pic>
        <p:nvPicPr>
          <p:cNvPr id="13" name="Grafik 12">
            <a:extLst>
              <a:ext uri="{FF2B5EF4-FFF2-40B4-BE49-F238E27FC236}">
                <a16:creationId xmlns:a16="http://schemas.microsoft.com/office/drawing/2014/main" id="{1110038D-B9C7-FF65-F45C-20C8E016F0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886668" cy="287111"/>
          </a:xfrm>
          <a:prstGeom prst="rect">
            <a:avLst/>
          </a:prstGeom>
        </p:spPr>
      </p:pic>
      <p:sp>
        <p:nvSpPr>
          <p:cNvPr id="11" name="Bildplatzhalter 9">
            <a:extLst>
              <a:ext uri="{FF2B5EF4-FFF2-40B4-BE49-F238E27FC236}">
                <a16:creationId xmlns:a16="http://schemas.microsoft.com/office/drawing/2014/main" id="{D03019BB-B342-0A58-811B-207E69A48768}"/>
              </a:ext>
            </a:extLst>
          </p:cNvPr>
          <p:cNvSpPr>
            <a:spLocks noGrp="1"/>
          </p:cNvSpPr>
          <p:nvPr>
            <p:ph type="pic" sz="quarter" idx="39"/>
          </p:nvPr>
        </p:nvSpPr>
        <p:spPr>
          <a:xfrm>
            <a:off x="8663013" y="2090521"/>
            <a:ext cx="2232000" cy="2232000"/>
          </a:xfrm>
          <a:prstGeom prst="roundRect">
            <a:avLst>
              <a:gd name="adj" fmla="val 5962"/>
            </a:avLst>
          </a:prstGeom>
        </p:spPr>
        <p:txBody>
          <a:bodyPr/>
          <a:lstStyle/>
          <a:p>
            <a:endParaRPr lang="de-DE"/>
          </a:p>
        </p:txBody>
      </p:sp>
    </p:spTree>
    <p:extLst>
      <p:ext uri="{BB962C8B-B14F-4D97-AF65-F5344CB8AC3E}">
        <p14:creationId xmlns:p14="http://schemas.microsoft.com/office/powerpoint/2010/main" val="10057837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3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Contact_2">
    <p:bg>
      <p:bgRef idx="1001">
        <a:schemeClr val="bg1"/>
      </p:bgRef>
    </p:bg>
    <p:spTree>
      <p:nvGrpSpPr>
        <p:cNvPr id="1" name=""/>
        <p:cNvGrpSpPr/>
        <p:nvPr/>
      </p:nvGrpSpPr>
      <p:grpSpPr>
        <a:xfrm>
          <a:off x="0" y="0"/>
          <a:ext cx="0" cy="0"/>
          <a:chOff x="0" y="0"/>
          <a:chExt cx="0" cy="0"/>
        </a:xfrm>
      </p:grpSpPr>
      <p:grpSp>
        <p:nvGrpSpPr>
          <p:cNvPr id="12" name="Gruppieren 11">
            <a:extLst>
              <a:ext uri="{FF2B5EF4-FFF2-40B4-BE49-F238E27FC236}">
                <a16:creationId xmlns:a16="http://schemas.microsoft.com/office/drawing/2014/main" id="{2EAB22B4-63E6-014C-A0BD-3AC9099D3095}"/>
              </a:ext>
            </a:extLst>
          </p:cNvPr>
          <p:cNvGrpSpPr/>
          <p:nvPr userDrawn="1"/>
        </p:nvGrpSpPr>
        <p:grpSpPr>
          <a:xfrm>
            <a:off x="0" y="0"/>
            <a:ext cx="5142663" cy="6870526"/>
            <a:chOff x="0" y="0"/>
            <a:chExt cx="5133287" cy="6858000"/>
          </a:xfrm>
        </p:grpSpPr>
        <p:sp>
          <p:nvSpPr>
            <p:cNvPr id="7" name="Grafik 11">
              <a:extLst>
                <a:ext uri="{FF2B5EF4-FFF2-40B4-BE49-F238E27FC236}">
                  <a16:creationId xmlns:a16="http://schemas.microsoft.com/office/drawing/2014/main" id="{32F9AB3C-3791-A71B-3E81-C609C6D717EC}"/>
                </a:ext>
              </a:extLst>
            </p:cNvPr>
            <p:cNvSpPr>
              <a:spLocks noChangeAspect="1"/>
            </p:cNvSpPr>
            <p:nvPr userDrawn="1"/>
          </p:nvSpPr>
          <p:spPr>
            <a:xfrm>
              <a:off x="789039" y="0"/>
              <a:ext cx="4344248" cy="6858000"/>
            </a:xfrm>
            <a:custGeom>
              <a:avLst/>
              <a:gdLst>
                <a:gd name="connsiteX0" fmla="*/ 3975989 w 4443095"/>
                <a:gd name="connsiteY0" fmla="*/ 1678432 h 6851395"/>
                <a:gd name="connsiteX1" fmla="*/ 3009011 w 4443095"/>
                <a:gd name="connsiteY1" fmla="*/ 0 h 6851395"/>
                <a:gd name="connsiteX2" fmla="*/ 0 w 4443095"/>
                <a:gd name="connsiteY2" fmla="*/ 0 h 6851395"/>
                <a:gd name="connsiteX3" fmla="*/ 0 w 4443095"/>
                <a:gd name="connsiteY3" fmla="*/ 6851396 h 6851395"/>
                <a:gd name="connsiteX4" fmla="*/ 3009138 w 4443095"/>
                <a:gd name="connsiteY4" fmla="*/ 6851396 h 6851395"/>
                <a:gd name="connsiteX5" fmla="*/ 3975989 w 4443095"/>
                <a:gd name="connsiteY5" fmla="*/ 5172964 h 6851395"/>
                <a:gd name="connsiteX6" fmla="*/ 3975989 w 4443095"/>
                <a:gd name="connsiteY6" fmla="*/ 1678432 h 6851395"/>
                <a:gd name="connsiteX7" fmla="*/ 3975989 w 4443095"/>
                <a:gd name="connsiteY7" fmla="*/ 1678432 h 68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3095" h="6851395">
                  <a:moveTo>
                    <a:pt x="3975989" y="1678432"/>
                  </a:moveTo>
                  <a:lnTo>
                    <a:pt x="3009011" y="0"/>
                  </a:lnTo>
                  <a:lnTo>
                    <a:pt x="0" y="0"/>
                  </a:lnTo>
                  <a:lnTo>
                    <a:pt x="0" y="6851396"/>
                  </a:lnTo>
                  <a:lnTo>
                    <a:pt x="3009138" y="6851396"/>
                  </a:lnTo>
                  <a:lnTo>
                    <a:pt x="3975989" y="5172964"/>
                  </a:lnTo>
                  <a:cubicBezTo>
                    <a:pt x="4598797" y="4091813"/>
                    <a:pt x="4598797" y="2759583"/>
                    <a:pt x="3975989" y="1678432"/>
                  </a:cubicBezTo>
                  <a:lnTo>
                    <a:pt x="3975989" y="1678432"/>
                  </a:lnTo>
                  <a:close/>
                </a:path>
              </a:pathLst>
            </a:custGeom>
            <a:solidFill>
              <a:srgbClr val="89D2FF"/>
            </a:solidFill>
            <a:ln w="12682" cap="flat">
              <a:noFill/>
              <a:prstDash val="solid"/>
              <a:miter/>
            </a:ln>
          </p:spPr>
          <p:txBody>
            <a:bodyPr rtlCol="0" anchor="ctr"/>
            <a:lstStyle/>
            <a:p>
              <a:endParaRPr lang="de-DE"/>
            </a:p>
          </p:txBody>
        </p:sp>
        <p:sp>
          <p:nvSpPr>
            <p:cNvPr id="11" name="Rechteck 10">
              <a:extLst>
                <a:ext uri="{FF2B5EF4-FFF2-40B4-BE49-F238E27FC236}">
                  <a16:creationId xmlns:a16="http://schemas.microsoft.com/office/drawing/2014/main" id="{16CBD153-4C01-1BC8-539F-CE4B0994ABCB}"/>
                </a:ext>
              </a:extLst>
            </p:cNvPr>
            <p:cNvSpPr/>
            <p:nvPr userDrawn="1"/>
          </p:nvSpPr>
          <p:spPr>
            <a:xfrm>
              <a:off x="0" y="0"/>
              <a:ext cx="1751419" cy="6858000"/>
            </a:xfrm>
            <a:prstGeom prst="rect">
              <a:avLst/>
            </a:prstGeom>
            <a:solidFill>
              <a:schemeClr val="accent2"/>
            </a:solidFill>
            <a:ln w="15990" cap="flat">
              <a:noFill/>
              <a:prstDash val="solid"/>
              <a:miter/>
            </a:ln>
          </p:spPr>
          <p:txBody>
            <a:bodyPr rtlCol="0" anchor="ctr"/>
            <a:lstStyle/>
            <a:p>
              <a:pPr algn="l"/>
              <a:endParaRPr lang="de-DE"/>
            </a:p>
          </p:txBody>
        </p:sp>
      </p:grpSp>
      <p:pic>
        <p:nvPicPr>
          <p:cNvPr id="2" name="Grafik 1">
            <a:extLst>
              <a:ext uri="{FF2B5EF4-FFF2-40B4-BE49-F238E27FC236}">
                <a16:creationId xmlns:a16="http://schemas.microsoft.com/office/drawing/2014/main" id="{A2635F83-6A9E-BA11-F402-758659675E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886668" cy="287111"/>
          </a:xfrm>
          <a:prstGeom prst="rect">
            <a:avLst/>
          </a:prstGeom>
        </p:spPr>
      </p:pic>
      <p:sp>
        <p:nvSpPr>
          <p:cNvPr id="5" name="Textfeld 4">
            <a:extLst>
              <a:ext uri="{FF2B5EF4-FFF2-40B4-BE49-F238E27FC236}">
                <a16:creationId xmlns:a16="http://schemas.microsoft.com/office/drawing/2014/main" id="{E041573C-D31D-3B78-D5B8-67353D9267CC}"/>
              </a:ext>
            </a:extLst>
          </p:cNvPr>
          <p:cNvSpPr txBox="1"/>
          <p:nvPr userDrawn="1"/>
        </p:nvSpPr>
        <p:spPr>
          <a:xfrm>
            <a:off x="358775" y="3702312"/>
            <a:ext cx="3350622" cy="1815882"/>
          </a:xfrm>
          <a:prstGeom prst="rect">
            <a:avLst/>
          </a:prstGeom>
          <a:noFill/>
        </p:spPr>
        <p:txBody>
          <a:bodyPr wrap="square" lIns="0" rIns="0" rtlCol="0">
            <a:spAutoFit/>
          </a:bodyPr>
          <a:lstStyle/>
          <a:p>
            <a:pPr lvl="0"/>
            <a:r>
              <a:rPr lang="de-DE" sz="1600" b="1">
                <a:solidFill>
                  <a:schemeClr val="tx1"/>
                </a:solidFill>
              </a:rPr>
              <a:t>JTL-Software-GmbH</a:t>
            </a:r>
          </a:p>
          <a:p>
            <a:pPr lvl="0"/>
            <a:r>
              <a:rPr lang="de-DE" sz="1600">
                <a:solidFill>
                  <a:schemeClr val="tx1"/>
                </a:solidFill>
              </a:rPr>
              <a:t>Rheinstr. 741836 </a:t>
            </a:r>
            <a:br>
              <a:rPr lang="de-DE" sz="1600">
                <a:solidFill>
                  <a:schemeClr val="tx1"/>
                </a:solidFill>
              </a:rPr>
            </a:br>
            <a:r>
              <a:rPr lang="de-DE" sz="1600">
                <a:solidFill>
                  <a:schemeClr val="tx1"/>
                </a:solidFill>
              </a:rPr>
              <a:t>Hückelhoven</a:t>
            </a:r>
            <a:br>
              <a:rPr lang="de-DE" sz="1600">
                <a:solidFill>
                  <a:schemeClr val="tx1"/>
                </a:solidFill>
              </a:rPr>
            </a:br>
            <a:br>
              <a:rPr lang="de-DE" sz="1600">
                <a:solidFill>
                  <a:schemeClr val="tx1"/>
                </a:solidFill>
              </a:rPr>
            </a:br>
            <a:r>
              <a:rPr lang="de-DE" sz="1600">
                <a:solidFill>
                  <a:schemeClr val="tx1"/>
                </a:solidFill>
              </a:rPr>
              <a:t>Tel.: +49 2433 8056801</a:t>
            </a:r>
            <a:br>
              <a:rPr lang="de-DE" sz="1600">
                <a:solidFill>
                  <a:schemeClr val="tx1"/>
                </a:solidFill>
              </a:rPr>
            </a:br>
            <a:r>
              <a:rPr lang="de-DE" sz="1600">
                <a:solidFill>
                  <a:schemeClr val="tx1"/>
                </a:solidFill>
              </a:rPr>
              <a:t>Fax: +49 2433 970433</a:t>
            </a:r>
            <a:br>
              <a:rPr lang="de-DE" sz="1600">
                <a:solidFill>
                  <a:schemeClr val="tx1"/>
                </a:solidFill>
              </a:rPr>
            </a:br>
            <a:r>
              <a:rPr lang="de-DE" sz="1600">
                <a:solidFill>
                  <a:schemeClr val="tx1"/>
                </a:solidFill>
              </a:rPr>
              <a:t>E-Mail: </a:t>
            </a:r>
            <a:r>
              <a:rPr lang="de-DE" sz="1600" err="1">
                <a:solidFill>
                  <a:schemeClr val="tx1"/>
                </a:solidFill>
              </a:rPr>
              <a:t>info@jtl-software.com</a:t>
            </a:r>
            <a:endParaRPr lang="de-DE" sz="1600">
              <a:solidFill>
                <a:schemeClr val="tx1"/>
              </a:solidFill>
            </a:endParaRPr>
          </a:p>
        </p:txBody>
      </p:sp>
      <p:sp>
        <p:nvSpPr>
          <p:cNvPr id="9" name="Bildplatzhalter 9">
            <a:extLst>
              <a:ext uri="{FF2B5EF4-FFF2-40B4-BE49-F238E27FC236}">
                <a16:creationId xmlns:a16="http://schemas.microsoft.com/office/drawing/2014/main" id="{86550D01-3332-5755-1072-A8232A402E9C}"/>
              </a:ext>
            </a:extLst>
          </p:cNvPr>
          <p:cNvSpPr>
            <a:spLocks noGrp="1"/>
          </p:cNvSpPr>
          <p:nvPr>
            <p:ph type="pic" sz="quarter" idx="39"/>
          </p:nvPr>
        </p:nvSpPr>
        <p:spPr>
          <a:xfrm>
            <a:off x="8666981" y="2090521"/>
            <a:ext cx="2232000" cy="2232000"/>
          </a:xfrm>
          <a:prstGeom prst="roundRect">
            <a:avLst>
              <a:gd name="adj" fmla="val 5962"/>
            </a:avLst>
          </a:prstGeom>
        </p:spPr>
        <p:txBody>
          <a:bodyPr/>
          <a:lstStyle/>
          <a:p>
            <a:endParaRPr lang="de-DE"/>
          </a:p>
        </p:txBody>
      </p:sp>
      <p:sp>
        <p:nvSpPr>
          <p:cNvPr id="10" name="Bildplatzhalter 9">
            <a:extLst>
              <a:ext uri="{FF2B5EF4-FFF2-40B4-BE49-F238E27FC236}">
                <a16:creationId xmlns:a16="http://schemas.microsoft.com/office/drawing/2014/main" id="{FD4C33F1-4880-D9A2-4B61-984AC944D5ED}"/>
              </a:ext>
            </a:extLst>
          </p:cNvPr>
          <p:cNvSpPr>
            <a:spLocks noGrp="1"/>
          </p:cNvSpPr>
          <p:nvPr>
            <p:ph type="pic" sz="quarter" idx="40"/>
          </p:nvPr>
        </p:nvSpPr>
        <p:spPr>
          <a:xfrm>
            <a:off x="6114686" y="2090521"/>
            <a:ext cx="2232000" cy="2232000"/>
          </a:xfrm>
          <a:prstGeom prst="roundRect">
            <a:avLst>
              <a:gd name="adj" fmla="val 5962"/>
            </a:avLst>
          </a:prstGeom>
        </p:spPr>
        <p:txBody>
          <a:bodyPr/>
          <a:lstStyle/>
          <a:p>
            <a:endParaRPr lang="de-DE"/>
          </a:p>
        </p:txBody>
      </p:sp>
      <p:sp>
        <p:nvSpPr>
          <p:cNvPr id="3" name="Textplatzhalter 15">
            <a:extLst>
              <a:ext uri="{FF2B5EF4-FFF2-40B4-BE49-F238E27FC236}">
                <a16:creationId xmlns:a16="http://schemas.microsoft.com/office/drawing/2014/main" id="{FC35756B-D5AF-C218-9F59-41FD1CFF8C94}"/>
              </a:ext>
            </a:extLst>
          </p:cNvPr>
          <p:cNvSpPr>
            <a:spLocks noGrp="1"/>
          </p:cNvSpPr>
          <p:nvPr>
            <p:ph type="body" sz="quarter" idx="17" hasCustomPrompt="1"/>
          </p:nvPr>
        </p:nvSpPr>
        <p:spPr>
          <a:xfrm>
            <a:off x="8663955" y="4463150"/>
            <a:ext cx="2312784"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6" name="Textplatzhalter 15">
            <a:extLst>
              <a:ext uri="{FF2B5EF4-FFF2-40B4-BE49-F238E27FC236}">
                <a16:creationId xmlns:a16="http://schemas.microsoft.com/office/drawing/2014/main" id="{72FEC271-473F-6D15-44FC-0AD223A5EB55}"/>
              </a:ext>
            </a:extLst>
          </p:cNvPr>
          <p:cNvSpPr>
            <a:spLocks noGrp="1"/>
          </p:cNvSpPr>
          <p:nvPr>
            <p:ph type="body" sz="quarter" idx="18" hasCustomPrompt="1"/>
          </p:nvPr>
        </p:nvSpPr>
        <p:spPr>
          <a:xfrm>
            <a:off x="8663952" y="4709818"/>
            <a:ext cx="2312784"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8" name="Textplatzhalter 15">
            <a:extLst>
              <a:ext uri="{FF2B5EF4-FFF2-40B4-BE49-F238E27FC236}">
                <a16:creationId xmlns:a16="http://schemas.microsoft.com/office/drawing/2014/main" id="{1156CC94-FBA6-128A-DD26-A3C10893DFCB}"/>
              </a:ext>
            </a:extLst>
          </p:cNvPr>
          <p:cNvSpPr>
            <a:spLocks noGrp="1"/>
          </p:cNvSpPr>
          <p:nvPr>
            <p:ph type="body" sz="quarter" idx="19" hasCustomPrompt="1"/>
          </p:nvPr>
        </p:nvSpPr>
        <p:spPr>
          <a:xfrm>
            <a:off x="8663955" y="5074468"/>
            <a:ext cx="2312784"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13" name="Textplatzhalter 15">
            <a:extLst>
              <a:ext uri="{FF2B5EF4-FFF2-40B4-BE49-F238E27FC236}">
                <a16:creationId xmlns:a16="http://schemas.microsoft.com/office/drawing/2014/main" id="{0F435D13-66C5-ABE3-3840-BABC44956EB5}"/>
              </a:ext>
            </a:extLst>
          </p:cNvPr>
          <p:cNvSpPr>
            <a:spLocks noGrp="1"/>
          </p:cNvSpPr>
          <p:nvPr>
            <p:ph type="body" sz="quarter" idx="20" hasCustomPrompt="1"/>
          </p:nvPr>
        </p:nvSpPr>
        <p:spPr>
          <a:xfrm>
            <a:off x="8663952" y="5321136"/>
            <a:ext cx="2312784"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14" name="Textplatzhalter 15">
            <a:extLst>
              <a:ext uri="{FF2B5EF4-FFF2-40B4-BE49-F238E27FC236}">
                <a16:creationId xmlns:a16="http://schemas.microsoft.com/office/drawing/2014/main" id="{6206723B-78DA-741C-A6D4-570FF4AED32E}"/>
              </a:ext>
            </a:extLst>
          </p:cNvPr>
          <p:cNvSpPr>
            <a:spLocks noGrp="1"/>
          </p:cNvSpPr>
          <p:nvPr>
            <p:ph type="body" sz="quarter" idx="41" hasCustomPrompt="1"/>
          </p:nvPr>
        </p:nvSpPr>
        <p:spPr>
          <a:xfrm>
            <a:off x="6119186" y="4463150"/>
            <a:ext cx="2312784"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19" name="Textplatzhalter 15">
            <a:extLst>
              <a:ext uri="{FF2B5EF4-FFF2-40B4-BE49-F238E27FC236}">
                <a16:creationId xmlns:a16="http://schemas.microsoft.com/office/drawing/2014/main" id="{1D846251-19AA-8B9E-7542-C66A0492DA7C}"/>
              </a:ext>
            </a:extLst>
          </p:cNvPr>
          <p:cNvSpPr>
            <a:spLocks noGrp="1"/>
          </p:cNvSpPr>
          <p:nvPr>
            <p:ph type="body" sz="quarter" idx="42" hasCustomPrompt="1"/>
          </p:nvPr>
        </p:nvSpPr>
        <p:spPr>
          <a:xfrm>
            <a:off x="6119183" y="4709818"/>
            <a:ext cx="2312784"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4" name="Textplatzhalter 15">
            <a:extLst>
              <a:ext uri="{FF2B5EF4-FFF2-40B4-BE49-F238E27FC236}">
                <a16:creationId xmlns:a16="http://schemas.microsoft.com/office/drawing/2014/main" id="{3E254084-D6F4-EF13-F841-41D05EDD0B48}"/>
              </a:ext>
            </a:extLst>
          </p:cNvPr>
          <p:cNvSpPr>
            <a:spLocks noGrp="1"/>
          </p:cNvSpPr>
          <p:nvPr>
            <p:ph type="body" sz="quarter" idx="43" hasCustomPrompt="1"/>
          </p:nvPr>
        </p:nvSpPr>
        <p:spPr>
          <a:xfrm>
            <a:off x="6119186" y="5074468"/>
            <a:ext cx="2312784"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25" name="Textplatzhalter 15">
            <a:extLst>
              <a:ext uri="{FF2B5EF4-FFF2-40B4-BE49-F238E27FC236}">
                <a16:creationId xmlns:a16="http://schemas.microsoft.com/office/drawing/2014/main" id="{50E7CE11-5725-4499-8205-7C74D88647F7}"/>
              </a:ext>
            </a:extLst>
          </p:cNvPr>
          <p:cNvSpPr>
            <a:spLocks noGrp="1"/>
          </p:cNvSpPr>
          <p:nvPr>
            <p:ph type="body" sz="quarter" idx="44" hasCustomPrompt="1"/>
          </p:nvPr>
        </p:nvSpPr>
        <p:spPr>
          <a:xfrm>
            <a:off x="6119183" y="5321136"/>
            <a:ext cx="2312784"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15" name="Textfeld 14">
            <a:extLst>
              <a:ext uri="{FF2B5EF4-FFF2-40B4-BE49-F238E27FC236}">
                <a16:creationId xmlns:a16="http://schemas.microsoft.com/office/drawing/2014/main" id="{27016996-111D-0666-7CB5-B50B41657316}"/>
              </a:ext>
            </a:extLst>
          </p:cNvPr>
          <p:cNvSpPr txBox="1"/>
          <p:nvPr userDrawn="1"/>
        </p:nvSpPr>
        <p:spPr>
          <a:xfrm>
            <a:off x="358775" y="2915692"/>
            <a:ext cx="3350622" cy="646331"/>
          </a:xfrm>
          <a:prstGeom prst="rect">
            <a:avLst/>
          </a:prstGeom>
          <a:noFill/>
        </p:spPr>
        <p:txBody>
          <a:bodyPr wrap="square" lIns="0" rIns="0" rtlCol="0">
            <a:spAutoFit/>
          </a:bodyPr>
          <a:lstStyle/>
          <a:p>
            <a:r>
              <a:rPr lang="de-DE" sz="3600" b="1">
                <a:solidFill>
                  <a:schemeClr val="tx1"/>
                </a:solidFill>
                <a:latin typeface="Kurdis Wide" pitchFamily="50" charset="0"/>
              </a:rPr>
              <a:t>Contact</a:t>
            </a:r>
          </a:p>
        </p:txBody>
      </p:sp>
    </p:spTree>
    <p:extLst>
      <p:ext uri="{BB962C8B-B14F-4D97-AF65-F5344CB8AC3E}">
        <p14:creationId xmlns:p14="http://schemas.microsoft.com/office/powerpoint/2010/main" val="2160465757"/>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Contact_3">
    <p:bg>
      <p:bgRef idx="1001">
        <a:schemeClr val="bg1"/>
      </p:bgRef>
    </p:bg>
    <p:spTree>
      <p:nvGrpSpPr>
        <p:cNvPr id="1" name=""/>
        <p:cNvGrpSpPr/>
        <p:nvPr/>
      </p:nvGrpSpPr>
      <p:grpSpPr>
        <a:xfrm>
          <a:off x="0" y="0"/>
          <a:ext cx="0" cy="0"/>
          <a:chOff x="0" y="0"/>
          <a:chExt cx="0" cy="0"/>
        </a:xfrm>
      </p:grpSpPr>
      <p:sp>
        <p:nvSpPr>
          <p:cNvPr id="13" name="Grafik 11">
            <a:extLst>
              <a:ext uri="{FF2B5EF4-FFF2-40B4-BE49-F238E27FC236}">
                <a16:creationId xmlns:a16="http://schemas.microsoft.com/office/drawing/2014/main" id="{DA6FC79A-2529-027A-455E-D82F809BE508}"/>
              </a:ext>
            </a:extLst>
          </p:cNvPr>
          <p:cNvSpPr>
            <a:spLocks noChangeAspect="1"/>
          </p:cNvSpPr>
          <p:nvPr userDrawn="1"/>
        </p:nvSpPr>
        <p:spPr>
          <a:xfrm>
            <a:off x="0" y="0"/>
            <a:ext cx="4344248" cy="6858000"/>
          </a:xfrm>
          <a:custGeom>
            <a:avLst/>
            <a:gdLst>
              <a:gd name="connsiteX0" fmla="*/ 3975989 w 4443095"/>
              <a:gd name="connsiteY0" fmla="*/ 1678432 h 6851395"/>
              <a:gd name="connsiteX1" fmla="*/ 3009011 w 4443095"/>
              <a:gd name="connsiteY1" fmla="*/ 0 h 6851395"/>
              <a:gd name="connsiteX2" fmla="*/ 0 w 4443095"/>
              <a:gd name="connsiteY2" fmla="*/ 0 h 6851395"/>
              <a:gd name="connsiteX3" fmla="*/ 0 w 4443095"/>
              <a:gd name="connsiteY3" fmla="*/ 6851396 h 6851395"/>
              <a:gd name="connsiteX4" fmla="*/ 3009138 w 4443095"/>
              <a:gd name="connsiteY4" fmla="*/ 6851396 h 6851395"/>
              <a:gd name="connsiteX5" fmla="*/ 3975989 w 4443095"/>
              <a:gd name="connsiteY5" fmla="*/ 5172964 h 6851395"/>
              <a:gd name="connsiteX6" fmla="*/ 3975989 w 4443095"/>
              <a:gd name="connsiteY6" fmla="*/ 1678432 h 6851395"/>
              <a:gd name="connsiteX7" fmla="*/ 3975989 w 4443095"/>
              <a:gd name="connsiteY7" fmla="*/ 1678432 h 68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3095" h="6851395">
                <a:moveTo>
                  <a:pt x="3975989" y="1678432"/>
                </a:moveTo>
                <a:lnTo>
                  <a:pt x="3009011" y="0"/>
                </a:lnTo>
                <a:lnTo>
                  <a:pt x="0" y="0"/>
                </a:lnTo>
                <a:lnTo>
                  <a:pt x="0" y="6851396"/>
                </a:lnTo>
                <a:lnTo>
                  <a:pt x="3009138" y="6851396"/>
                </a:lnTo>
                <a:lnTo>
                  <a:pt x="3975989" y="5172964"/>
                </a:lnTo>
                <a:cubicBezTo>
                  <a:pt x="4598797" y="4091813"/>
                  <a:pt x="4598797" y="2759583"/>
                  <a:pt x="3975989" y="1678432"/>
                </a:cubicBezTo>
                <a:lnTo>
                  <a:pt x="3975989" y="1678432"/>
                </a:lnTo>
                <a:close/>
              </a:path>
            </a:pathLst>
          </a:custGeom>
          <a:solidFill>
            <a:srgbClr val="89D2FF"/>
          </a:solidFill>
          <a:ln w="12682" cap="flat">
            <a:noFill/>
            <a:prstDash val="solid"/>
            <a:miter/>
          </a:ln>
        </p:spPr>
        <p:txBody>
          <a:bodyPr rtlCol="0" anchor="ctr"/>
          <a:lstStyle/>
          <a:p>
            <a:endParaRPr lang="de-DE"/>
          </a:p>
        </p:txBody>
      </p:sp>
      <p:sp>
        <p:nvSpPr>
          <p:cNvPr id="9" name="Textfeld 8">
            <a:extLst>
              <a:ext uri="{FF2B5EF4-FFF2-40B4-BE49-F238E27FC236}">
                <a16:creationId xmlns:a16="http://schemas.microsoft.com/office/drawing/2014/main" id="{E60C4E06-C403-32AC-D859-B30F81A13F28}"/>
              </a:ext>
            </a:extLst>
          </p:cNvPr>
          <p:cNvSpPr txBox="1"/>
          <p:nvPr userDrawn="1"/>
        </p:nvSpPr>
        <p:spPr>
          <a:xfrm>
            <a:off x="358775" y="3702312"/>
            <a:ext cx="3350622" cy="1815882"/>
          </a:xfrm>
          <a:prstGeom prst="rect">
            <a:avLst/>
          </a:prstGeom>
          <a:noFill/>
        </p:spPr>
        <p:txBody>
          <a:bodyPr wrap="square" lIns="0" rIns="0" rtlCol="0">
            <a:spAutoFit/>
          </a:bodyPr>
          <a:lstStyle/>
          <a:p>
            <a:pPr lvl="0"/>
            <a:r>
              <a:rPr lang="de-DE" sz="1600" b="1">
                <a:solidFill>
                  <a:schemeClr val="tx1"/>
                </a:solidFill>
              </a:rPr>
              <a:t>JTL-Software-GmbH</a:t>
            </a:r>
          </a:p>
          <a:p>
            <a:pPr lvl="0"/>
            <a:r>
              <a:rPr lang="de-DE" sz="1600">
                <a:solidFill>
                  <a:schemeClr val="tx1"/>
                </a:solidFill>
              </a:rPr>
              <a:t>Rheinstr. 741836 </a:t>
            </a:r>
            <a:br>
              <a:rPr lang="de-DE" sz="1600">
                <a:solidFill>
                  <a:schemeClr val="tx1"/>
                </a:solidFill>
              </a:rPr>
            </a:br>
            <a:r>
              <a:rPr lang="de-DE" sz="1600">
                <a:solidFill>
                  <a:schemeClr val="tx1"/>
                </a:solidFill>
              </a:rPr>
              <a:t>Hückelhoven</a:t>
            </a:r>
            <a:br>
              <a:rPr lang="de-DE" sz="1600">
                <a:solidFill>
                  <a:schemeClr val="tx1"/>
                </a:solidFill>
              </a:rPr>
            </a:br>
            <a:br>
              <a:rPr lang="de-DE" sz="1600">
                <a:solidFill>
                  <a:schemeClr val="tx1"/>
                </a:solidFill>
              </a:rPr>
            </a:br>
            <a:r>
              <a:rPr lang="de-DE" sz="1600">
                <a:solidFill>
                  <a:schemeClr val="tx1"/>
                </a:solidFill>
              </a:rPr>
              <a:t>Tel.: +49 2433 8056801</a:t>
            </a:r>
            <a:br>
              <a:rPr lang="de-DE" sz="1600">
                <a:solidFill>
                  <a:schemeClr val="tx1"/>
                </a:solidFill>
              </a:rPr>
            </a:br>
            <a:r>
              <a:rPr lang="de-DE" sz="1600">
                <a:solidFill>
                  <a:schemeClr val="tx1"/>
                </a:solidFill>
              </a:rPr>
              <a:t>Fax: +49 2433 970433</a:t>
            </a:r>
            <a:br>
              <a:rPr lang="de-DE" sz="1600">
                <a:solidFill>
                  <a:schemeClr val="tx1"/>
                </a:solidFill>
              </a:rPr>
            </a:br>
            <a:r>
              <a:rPr lang="de-DE" sz="1600">
                <a:solidFill>
                  <a:schemeClr val="tx1"/>
                </a:solidFill>
              </a:rPr>
              <a:t>E-Mail: </a:t>
            </a:r>
            <a:r>
              <a:rPr lang="de-DE" sz="1600" err="1">
                <a:solidFill>
                  <a:schemeClr val="tx1"/>
                </a:solidFill>
              </a:rPr>
              <a:t>info@jtl-software.com</a:t>
            </a:r>
            <a:endParaRPr lang="de-DE" sz="1600">
              <a:solidFill>
                <a:schemeClr val="tx1"/>
              </a:solidFill>
            </a:endParaRPr>
          </a:p>
        </p:txBody>
      </p:sp>
      <p:pic>
        <p:nvPicPr>
          <p:cNvPr id="10" name="Grafik 9">
            <a:extLst>
              <a:ext uri="{FF2B5EF4-FFF2-40B4-BE49-F238E27FC236}">
                <a16:creationId xmlns:a16="http://schemas.microsoft.com/office/drawing/2014/main" id="{65B447FE-EB1E-DB74-403B-222036C25F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886668" cy="287111"/>
          </a:xfrm>
          <a:prstGeom prst="rect">
            <a:avLst/>
          </a:prstGeom>
        </p:spPr>
      </p:pic>
      <p:sp>
        <p:nvSpPr>
          <p:cNvPr id="27" name="Bildplatzhalter 9">
            <a:extLst>
              <a:ext uri="{FF2B5EF4-FFF2-40B4-BE49-F238E27FC236}">
                <a16:creationId xmlns:a16="http://schemas.microsoft.com/office/drawing/2014/main" id="{02006304-A957-15E1-6C58-ACAC1BB712AF}"/>
              </a:ext>
            </a:extLst>
          </p:cNvPr>
          <p:cNvSpPr>
            <a:spLocks noGrp="1"/>
          </p:cNvSpPr>
          <p:nvPr>
            <p:ph type="pic" sz="quarter" idx="39"/>
          </p:nvPr>
        </p:nvSpPr>
        <p:spPr>
          <a:xfrm>
            <a:off x="9599638" y="2090521"/>
            <a:ext cx="2232000" cy="2232000"/>
          </a:xfrm>
          <a:prstGeom prst="roundRect">
            <a:avLst>
              <a:gd name="adj" fmla="val 5962"/>
            </a:avLst>
          </a:prstGeom>
        </p:spPr>
        <p:txBody>
          <a:bodyPr/>
          <a:lstStyle/>
          <a:p>
            <a:endParaRPr lang="de-DE"/>
          </a:p>
        </p:txBody>
      </p:sp>
      <p:sp>
        <p:nvSpPr>
          <p:cNvPr id="28" name="Bildplatzhalter 9">
            <a:extLst>
              <a:ext uri="{FF2B5EF4-FFF2-40B4-BE49-F238E27FC236}">
                <a16:creationId xmlns:a16="http://schemas.microsoft.com/office/drawing/2014/main" id="{7084BCE9-964D-0C63-C0F8-62DC50FCF2C5}"/>
              </a:ext>
            </a:extLst>
          </p:cNvPr>
          <p:cNvSpPr>
            <a:spLocks noGrp="1"/>
          </p:cNvSpPr>
          <p:nvPr>
            <p:ph type="pic" sz="quarter" idx="40"/>
          </p:nvPr>
        </p:nvSpPr>
        <p:spPr>
          <a:xfrm>
            <a:off x="7149825" y="2090521"/>
            <a:ext cx="2232000" cy="2232000"/>
          </a:xfrm>
          <a:prstGeom prst="roundRect">
            <a:avLst>
              <a:gd name="adj" fmla="val 5962"/>
            </a:avLst>
          </a:prstGeom>
        </p:spPr>
        <p:txBody>
          <a:bodyPr/>
          <a:lstStyle/>
          <a:p>
            <a:endParaRPr lang="de-DE"/>
          </a:p>
        </p:txBody>
      </p:sp>
      <p:sp>
        <p:nvSpPr>
          <p:cNvPr id="29" name="Bildplatzhalter 9">
            <a:extLst>
              <a:ext uri="{FF2B5EF4-FFF2-40B4-BE49-F238E27FC236}">
                <a16:creationId xmlns:a16="http://schemas.microsoft.com/office/drawing/2014/main" id="{847AA9A3-C5C0-84A8-299D-2022D1B48B4D}"/>
              </a:ext>
            </a:extLst>
          </p:cNvPr>
          <p:cNvSpPr>
            <a:spLocks noGrp="1"/>
          </p:cNvSpPr>
          <p:nvPr>
            <p:ph type="pic" sz="quarter" idx="41"/>
          </p:nvPr>
        </p:nvSpPr>
        <p:spPr>
          <a:xfrm>
            <a:off x="4700012" y="2090521"/>
            <a:ext cx="2232000" cy="2232000"/>
          </a:xfrm>
          <a:prstGeom prst="roundRect">
            <a:avLst>
              <a:gd name="adj" fmla="val 5962"/>
            </a:avLst>
          </a:prstGeom>
        </p:spPr>
        <p:txBody>
          <a:bodyPr/>
          <a:lstStyle/>
          <a:p>
            <a:endParaRPr lang="de-DE"/>
          </a:p>
        </p:txBody>
      </p:sp>
      <p:sp>
        <p:nvSpPr>
          <p:cNvPr id="2" name="Textplatzhalter 15">
            <a:extLst>
              <a:ext uri="{FF2B5EF4-FFF2-40B4-BE49-F238E27FC236}">
                <a16:creationId xmlns:a16="http://schemas.microsoft.com/office/drawing/2014/main" id="{7DBD2FD0-F64C-4A6B-2451-E869FF018FE7}"/>
              </a:ext>
            </a:extLst>
          </p:cNvPr>
          <p:cNvSpPr>
            <a:spLocks noGrp="1"/>
          </p:cNvSpPr>
          <p:nvPr>
            <p:ph type="body" sz="quarter" idx="42" hasCustomPrompt="1"/>
          </p:nvPr>
        </p:nvSpPr>
        <p:spPr>
          <a:xfrm>
            <a:off x="9599640" y="4463150"/>
            <a:ext cx="2286359"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7" name="Textplatzhalter 15">
            <a:extLst>
              <a:ext uri="{FF2B5EF4-FFF2-40B4-BE49-F238E27FC236}">
                <a16:creationId xmlns:a16="http://schemas.microsoft.com/office/drawing/2014/main" id="{3D4F9BFB-CD40-ABF8-EA94-3EBF4F5D8219}"/>
              </a:ext>
            </a:extLst>
          </p:cNvPr>
          <p:cNvSpPr>
            <a:spLocks noGrp="1"/>
          </p:cNvSpPr>
          <p:nvPr>
            <p:ph type="body" sz="quarter" idx="43" hasCustomPrompt="1"/>
          </p:nvPr>
        </p:nvSpPr>
        <p:spPr>
          <a:xfrm>
            <a:off x="9599637" y="4709818"/>
            <a:ext cx="2286359"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11" name="Textplatzhalter 15">
            <a:extLst>
              <a:ext uri="{FF2B5EF4-FFF2-40B4-BE49-F238E27FC236}">
                <a16:creationId xmlns:a16="http://schemas.microsoft.com/office/drawing/2014/main" id="{6A1F29E5-F954-98B1-8C66-742FC448967C}"/>
              </a:ext>
            </a:extLst>
          </p:cNvPr>
          <p:cNvSpPr>
            <a:spLocks noGrp="1"/>
          </p:cNvSpPr>
          <p:nvPr>
            <p:ph type="body" sz="quarter" idx="44" hasCustomPrompt="1"/>
          </p:nvPr>
        </p:nvSpPr>
        <p:spPr>
          <a:xfrm>
            <a:off x="9599640" y="5074468"/>
            <a:ext cx="2286359"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12" name="Textplatzhalter 15">
            <a:extLst>
              <a:ext uri="{FF2B5EF4-FFF2-40B4-BE49-F238E27FC236}">
                <a16:creationId xmlns:a16="http://schemas.microsoft.com/office/drawing/2014/main" id="{61FAA0A3-8559-8A05-09A8-449840111178}"/>
              </a:ext>
            </a:extLst>
          </p:cNvPr>
          <p:cNvSpPr>
            <a:spLocks noGrp="1"/>
          </p:cNvSpPr>
          <p:nvPr>
            <p:ph type="body" sz="quarter" idx="45" hasCustomPrompt="1"/>
          </p:nvPr>
        </p:nvSpPr>
        <p:spPr>
          <a:xfrm>
            <a:off x="9599637" y="5321136"/>
            <a:ext cx="2286359"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14" name="Textplatzhalter 15">
            <a:extLst>
              <a:ext uri="{FF2B5EF4-FFF2-40B4-BE49-F238E27FC236}">
                <a16:creationId xmlns:a16="http://schemas.microsoft.com/office/drawing/2014/main" id="{0E80003B-B39E-52DD-B2A8-BF993A35FFBF}"/>
              </a:ext>
            </a:extLst>
          </p:cNvPr>
          <p:cNvSpPr>
            <a:spLocks noGrp="1"/>
          </p:cNvSpPr>
          <p:nvPr>
            <p:ph type="body" sz="quarter" idx="46" hasCustomPrompt="1"/>
          </p:nvPr>
        </p:nvSpPr>
        <p:spPr>
          <a:xfrm>
            <a:off x="4700263" y="4463150"/>
            <a:ext cx="2286358"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19" name="Textplatzhalter 15">
            <a:extLst>
              <a:ext uri="{FF2B5EF4-FFF2-40B4-BE49-F238E27FC236}">
                <a16:creationId xmlns:a16="http://schemas.microsoft.com/office/drawing/2014/main" id="{90F4D297-364B-150A-E10C-AB35DF18D475}"/>
              </a:ext>
            </a:extLst>
          </p:cNvPr>
          <p:cNvSpPr>
            <a:spLocks noGrp="1"/>
          </p:cNvSpPr>
          <p:nvPr>
            <p:ph type="body" sz="quarter" idx="47" hasCustomPrompt="1"/>
          </p:nvPr>
        </p:nvSpPr>
        <p:spPr>
          <a:xfrm>
            <a:off x="4700260" y="4709818"/>
            <a:ext cx="2286358"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24" name="Textplatzhalter 15">
            <a:extLst>
              <a:ext uri="{FF2B5EF4-FFF2-40B4-BE49-F238E27FC236}">
                <a16:creationId xmlns:a16="http://schemas.microsoft.com/office/drawing/2014/main" id="{C0082D3F-BFBF-E1BA-9EDF-041E31D7CD23}"/>
              </a:ext>
            </a:extLst>
          </p:cNvPr>
          <p:cNvSpPr>
            <a:spLocks noGrp="1"/>
          </p:cNvSpPr>
          <p:nvPr>
            <p:ph type="body" sz="quarter" idx="48" hasCustomPrompt="1"/>
          </p:nvPr>
        </p:nvSpPr>
        <p:spPr>
          <a:xfrm>
            <a:off x="4700263" y="5074468"/>
            <a:ext cx="2286358"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25" name="Textplatzhalter 15">
            <a:extLst>
              <a:ext uri="{FF2B5EF4-FFF2-40B4-BE49-F238E27FC236}">
                <a16:creationId xmlns:a16="http://schemas.microsoft.com/office/drawing/2014/main" id="{166896CF-219D-2B9E-7BFB-2509F35F9373}"/>
              </a:ext>
            </a:extLst>
          </p:cNvPr>
          <p:cNvSpPr>
            <a:spLocks noGrp="1"/>
          </p:cNvSpPr>
          <p:nvPr>
            <p:ph type="body" sz="quarter" idx="49" hasCustomPrompt="1"/>
          </p:nvPr>
        </p:nvSpPr>
        <p:spPr>
          <a:xfrm>
            <a:off x="4700260" y="5321136"/>
            <a:ext cx="2286358"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26" name="Textplatzhalter 15">
            <a:extLst>
              <a:ext uri="{FF2B5EF4-FFF2-40B4-BE49-F238E27FC236}">
                <a16:creationId xmlns:a16="http://schemas.microsoft.com/office/drawing/2014/main" id="{C3D27D60-888A-FFAD-7A9A-7AA21D7217C4}"/>
              </a:ext>
            </a:extLst>
          </p:cNvPr>
          <p:cNvSpPr>
            <a:spLocks noGrp="1"/>
          </p:cNvSpPr>
          <p:nvPr>
            <p:ph type="body" sz="quarter" idx="50" hasCustomPrompt="1"/>
          </p:nvPr>
        </p:nvSpPr>
        <p:spPr>
          <a:xfrm>
            <a:off x="7149951" y="4463150"/>
            <a:ext cx="2286359" cy="267766"/>
          </a:xfrm>
          <a:prstGeom prst="rect">
            <a:avLst/>
          </a:prstGeom>
        </p:spPr>
        <p:txBody>
          <a:bodyPr wrap="square" lIns="0" tIns="0" rIns="0">
            <a:spAutoFit/>
          </a:bodyPr>
          <a:lstStyle>
            <a:lvl1pPr marL="0" indent="0" algn="l">
              <a:buFontTx/>
              <a:buNone/>
              <a:defRPr sz="1600" b="1" i="0">
                <a:solidFill>
                  <a:schemeClr val="tx1"/>
                </a:solidFill>
                <a:latin typeface="Inter Semi Bold" panose="020B0502030000000004" pitchFamily="34" charset="0"/>
                <a:ea typeface="Inter Semi Bold" panose="020B0502030000000004" pitchFamily="34" charset="0"/>
              </a:defRPr>
            </a:lvl1pPr>
          </a:lstStyle>
          <a:p>
            <a:pPr lvl="0"/>
            <a:r>
              <a:rPr lang="de-DE"/>
              <a:t>Name</a:t>
            </a:r>
          </a:p>
        </p:txBody>
      </p:sp>
      <p:sp>
        <p:nvSpPr>
          <p:cNvPr id="30" name="Textplatzhalter 15">
            <a:extLst>
              <a:ext uri="{FF2B5EF4-FFF2-40B4-BE49-F238E27FC236}">
                <a16:creationId xmlns:a16="http://schemas.microsoft.com/office/drawing/2014/main" id="{AB0737B1-47D2-10BF-88C5-A638A3FA22AA}"/>
              </a:ext>
            </a:extLst>
          </p:cNvPr>
          <p:cNvSpPr>
            <a:spLocks noGrp="1"/>
          </p:cNvSpPr>
          <p:nvPr>
            <p:ph type="body" sz="quarter" idx="51" hasCustomPrompt="1"/>
          </p:nvPr>
        </p:nvSpPr>
        <p:spPr>
          <a:xfrm>
            <a:off x="7149948" y="4709818"/>
            <a:ext cx="2286359"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Position</a:t>
            </a:r>
          </a:p>
        </p:txBody>
      </p:sp>
      <p:sp>
        <p:nvSpPr>
          <p:cNvPr id="31" name="Textplatzhalter 15">
            <a:extLst>
              <a:ext uri="{FF2B5EF4-FFF2-40B4-BE49-F238E27FC236}">
                <a16:creationId xmlns:a16="http://schemas.microsoft.com/office/drawing/2014/main" id="{F2C36FD5-C7C9-AE6A-30E1-2041C87DEEF3}"/>
              </a:ext>
            </a:extLst>
          </p:cNvPr>
          <p:cNvSpPr>
            <a:spLocks noGrp="1"/>
          </p:cNvSpPr>
          <p:nvPr>
            <p:ph type="body" sz="quarter" idx="52" hasCustomPrompt="1"/>
          </p:nvPr>
        </p:nvSpPr>
        <p:spPr>
          <a:xfrm>
            <a:off x="7149951" y="5074468"/>
            <a:ext cx="2286359" cy="240066"/>
          </a:xfrm>
          <a:prstGeom prst="rect">
            <a:avLst/>
          </a:prstGeom>
        </p:spPr>
        <p:txBody>
          <a:bodyPr wrap="square" lIns="0" tIns="0" rIns="0">
            <a:spAutoFit/>
          </a:bodyPr>
          <a:lstStyle>
            <a:lvl1pPr marL="0" indent="0" algn="l">
              <a:buFontTx/>
              <a:buNone/>
              <a:defRPr sz="1400" b="0" i="0">
                <a:solidFill>
                  <a:schemeClr val="tx1"/>
                </a:solidFill>
                <a:latin typeface="+mn-lt"/>
                <a:ea typeface="Inter Semi Bold" panose="020B0502030000000004" pitchFamily="34" charset="0"/>
              </a:defRPr>
            </a:lvl1pPr>
          </a:lstStyle>
          <a:p>
            <a:pPr lvl="0"/>
            <a:r>
              <a:rPr lang="de-DE"/>
              <a:t>Tel</a:t>
            </a:r>
          </a:p>
        </p:txBody>
      </p:sp>
      <p:sp>
        <p:nvSpPr>
          <p:cNvPr id="32" name="Textplatzhalter 15">
            <a:extLst>
              <a:ext uri="{FF2B5EF4-FFF2-40B4-BE49-F238E27FC236}">
                <a16:creationId xmlns:a16="http://schemas.microsoft.com/office/drawing/2014/main" id="{3E6ED5AD-EE9E-F028-37B9-B85CF8D70820}"/>
              </a:ext>
            </a:extLst>
          </p:cNvPr>
          <p:cNvSpPr>
            <a:spLocks noGrp="1"/>
          </p:cNvSpPr>
          <p:nvPr>
            <p:ph type="body" sz="quarter" idx="53" hasCustomPrompt="1"/>
          </p:nvPr>
        </p:nvSpPr>
        <p:spPr>
          <a:xfrm>
            <a:off x="7149948" y="5321136"/>
            <a:ext cx="2286359" cy="240066"/>
          </a:xfrm>
          <a:prstGeom prst="rect">
            <a:avLst/>
          </a:prstGeom>
        </p:spPr>
        <p:txBody>
          <a:bodyPr wrap="square" lIns="0" tIns="0" rIns="0">
            <a:spAutoFit/>
          </a:bodyPr>
          <a:lstStyle>
            <a:lvl1pPr marL="0" indent="0" algn="l">
              <a:buFontTx/>
              <a:buNone/>
              <a:defRPr sz="1400" b="0">
                <a:solidFill>
                  <a:srgbClr val="333333"/>
                </a:solidFill>
                <a:latin typeface="+mn-lt"/>
              </a:defRPr>
            </a:lvl1pPr>
          </a:lstStyle>
          <a:p>
            <a:pPr lvl="0"/>
            <a:r>
              <a:rPr lang="de-DE"/>
              <a:t>E-Mail</a:t>
            </a:r>
          </a:p>
        </p:txBody>
      </p:sp>
      <p:sp>
        <p:nvSpPr>
          <p:cNvPr id="3" name="Textfeld 2">
            <a:extLst>
              <a:ext uri="{FF2B5EF4-FFF2-40B4-BE49-F238E27FC236}">
                <a16:creationId xmlns:a16="http://schemas.microsoft.com/office/drawing/2014/main" id="{3D066E12-FDF3-4447-B009-8A1AA4C76690}"/>
              </a:ext>
            </a:extLst>
          </p:cNvPr>
          <p:cNvSpPr txBox="1"/>
          <p:nvPr userDrawn="1"/>
        </p:nvSpPr>
        <p:spPr>
          <a:xfrm>
            <a:off x="358775" y="2915692"/>
            <a:ext cx="3350622" cy="646331"/>
          </a:xfrm>
          <a:prstGeom prst="rect">
            <a:avLst/>
          </a:prstGeom>
          <a:noFill/>
        </p:spPr>
        <p:txBody>
          <a:bodyPr wrap="square" lIns="0" rIns="0" rtlCol="0">
            <a:spAutoFit/>
          </a:bodyPr>
          <a:lstStyle/>
          <a:p>
            <a:r>
              <a:rPr lang="de-DE" sz="3600" b="1">
                <a:solidFill>
                  <a:schemeClr val="tx1"/>
                </a:solidFill>
                <a:latin typeface="Kurdis Wide" pitchFamily="50" charset="0"/>
              </a:rPr>
              <a:t>Contact</a:t>
            </a:r>
          </a:p>
        </p:txBody>
      </p:sp>
    </p:spTree>
    <p:extLst>
      <p:ext uri="{BB962C8B-B14F-4D97-AF65-F5344CB8AC3E}">
        <p14:creationId xmlns:p14="http://schemas.microsoft.com/office/powerpoint/2010/main" val="1840379606"/>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chemeClr val="accent2"/>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06B677C5-709F-8599-FB60-73F82FB95FD2}"/>
              </a:ext>
            </a:extLst>
          </p:cNvPr>
          <p:cNvSpPr/>
          <p:nvPr userDrawn="1"/>
        </p:nvSpPr>
        <p:spPr>
          <a:xfrm>
            <a:off x="0" y="-62"/>
            <a:ext cx="12192000" cy="685806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n>
                <a:noFill/>
              </a:ln>
            </a:endParaRPr>
          </a:p>
        </p:txBody>
      </p:sp>
      <p:sp>
        <p:nvSpPr>
          <p:cNvPr id="14" name="Freihandform: Form 13">
            <a:extLst>
              <a:ext uri="{FF2B5EF4-FFF2-40B4-BE49-F238E27FC236}">
                <a16:creationId xmlns:a16="http://schemas.microsoft.com/office/drawing/2014/main" id="{DCB007E5-B5FF-5F0D-D3B6-926344B9A1CC}"/>
              </a:ext>
            </a:extLst>
          </p:cNvPr>
          <p:cNvSpPr/>
          <p:nvPr/>
        </p:nvSpPr>
        <p:spPr>
          <a:xfrm>
            <a:off x="7413815" y="1088644"/>
            <a:ext cx="4775200" cy="5769355"/>
          </a:xfrm>
          <a:custGeom>
            <a:avLst/>
            <a:gdLst>
              <a:gd name="connsiteX0" fmla="*/ 4775200 w 4775200"/>
              <a:gd name="connsiteY0" fmla="*/ 0 h 5769355"/>
              <a:gd name="connsiteX1" fmla="*/ 3946969 w 4775200"/>
              <a:gd name="connsiteY1" fmla="*/ 335153 h 5769355"/>
              <a:gd name="connsiteX2" fmla="*/ 1566481 w 4775200"/>
              <a:gd name="connsiteY2" fmla="*/ 1709547 h 5769355"/>
              <a:gd name="connsiteX3" fmla="*/ 0 w 4775200"/>
              <a:gd name="connsiteY3" fmla="*/ 4422775 h 5769355"/>
              <a:gd name="connsiteX4" fmla="*/ 0 w 4775200"/>
              <a:gd name="connsiteY4" fmla="*/ 5769356 h 5769355"/>
              <a:gd name="connsiteX5" fmla="*/ 4775200 w 4775200"/>
              <a:gd name="connsiteY5" fmla="*/ 5769356 h 5769355"/>
              <a:gd name="connsiteX6" fmla="*/ 4775200 w 4775200"/>
              <a:gd name="connsiteY6" fmla="*/ 0 h 576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0" h="5769355">
                <a:moveTo>
                  <a:pt x="4775200" y="0"/>
                </a:moveTo>
                <a:cubicBezTo>
                  <a:pt x="4494911" y="69152"/>
                  <a:pt x="4216591" y="179451"/>
                  <a:pt x="3946969" y="335153"/>
                </a:cubicBezTo>
                <a:lnTo>
                  <a:pt x="1566481" y="1709547"/>
                </a:lnTo>
                <a:cubicBezTo>
                  <a:pt x="597154" y="2269172"/>
                  <a:pt x="0" y="3303461"/>
                  <a:pt x="0" y="4422775"/>
                </a:cubicBezTo>
                <a:lnTo>
                  <a:pt x="0" y="5769356"/>
                </a:lnTo>
                <a:cubicBezTo>
                  <a:pt x="0" y="5769356"/>
                  <a:pt x="4775200" y="5769356"/>
                  <a:pt x="4775200" y="5769356"/>
                </a:cubicBezTo>
                <a:lnTo>
                  <a:pt x="4775200" y="0"/>
                </a:lnTo>
                <a:close/>
              </a:path>
            </a:pathLst>
          </a:custGeom>
          <a:solidFill>
            <a:srgbClr val="2722F8"/>
          </a:solidFill>
          <a:ln w="6350" cap="flat">
            <a:noFill/>
            <a:prstDash val="solid"/>
            <a:miter/>
          </a:ln>
        </p:spPr>
        <p:txBody>
          <a:bodyPr rtlCol="0" anchor="ctr"/>
          <a:lstStyle/>
          <a:p>
            <a:endParaRPr lang="de-DE"/>
          </a:p>
        </p:txBody>
      </p:sp>
      <p:sp>
        <p:nvSpPr>
          <p:cNvPr id="15" name="Freihandform: Form 14">
            <a:extLst>
              <a:ext uri="{FF2B5EF4-FFF2-40B4-BE49-F238E27FC236}">
                <a16:creationId xmlns:a16="http://schemas.microsoft.com/office/drawing/2014/main" id="{61FDDE3E-D9CA-C169-D40B-7040C601E473}"/>
              </a:ext>
            </a:extLst>
          </p:cNvPr>
          <p:cNvSpPr/>
          <p:nvPr/>
        </p:nvSpPr>
        <p:spPr>
          <a:xfrm>
            <a:off x="2019300" y="-63"/>
            <a:ext cx="9827958" cy="2656379"/>
          </a:xfrm>
          <a:custGeom>
            <a:avLst/>
            <a:gdLst>
              <a:gd name="connsiteX0" fmla="*/ 966978 w 9827958"/>
              <a:gd name="connsiteY0" fmla="*/ 862267 h 2656379"/>
              <a:gd name="connsiteX1" fmla="*/ 3347530 w 9827958"/>
              <a:gd name="connsiteY1" fmla="*/ 2236661 h 2656379"/>
              <a:gd name="connsiteX2" fmla="*/ 6480493 w 9827958"/>
              <a:gd name="connsiteY2" fmla="*/ 2236661 h 2656379"/>
              <a:gd name="connsiteX3" fmla="*/ 8860981 w 9827958"/>
              <a:gd name="connsiteY3" fmla="*/ 862267 h 2656379"/>
              <a:gd name="connsiteX4" fmla="*/ 9827958 w 9827958"/>
              <a:gd name="connsiteY4" fmla="*/ 0 h 2656379"/>
              <a:gd name="connsiteX5" fmla="*/ 0 w 9827958"/>
              <a:gd name="connsiteY5" fmla="*/ 0 h 2656379"/>
              <a:gd name="connsiteX6" fmla="*/ 966978 w 9827958"/>
              <a:gd name="connsiteY6" fmla="*/ 862203 h 265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7958" h="2656379">
                <a:moveTo>
                  <a:pt x="966978" y="862267"/>
                </a:moveTo>
                <a:lnTo>
                  <a:pt x="3347530" y="2236661"/>
                </a:lnTo>
                <a:cubicBezTo>
                  <a:pt x="4316857" y="2796286"/>
                  <a:pt x="5511165" y="2796286"/>
                  <a:pt x="6480493" y="2236661"/>
                </a:cubicBezTo>
                <a:lnTo>
                  <a:pt x="8860981" y="862267"/>
                </a:lnTo>
                <a:cubicBezTo>
                  <a:pt x="9259316" y="632270"/>
                  <a:pt x="9581579" y="336487"/>
                  <a:pt x="9827958" y="0"/>
                </a:cubicBezTo>
                <a:lnTo>
                  <a:pt x="0" y="0"/>
                </a:lnTo>
                <a:cubicBezTo>
                  <a:pt x="246380" y="336423"/>
                  <a:pt x="568643" y="632270"/>
                  <a:pt x="966978" y="862203"/>
                </a:cubicBezTo>
                <a:close/>
              </a:path>
            </a:pathLst>
          </a:custGeom>
          <a:solidFill>
            <a:schemeClr val="tx1"/>
          </a:solidFill>
          <a:ln w="6350" cap="flat">
            <a:noFill/>
            <a:prstDash val="solid"/>
            <a:miter/>
          </a:ln>
        </p:spPr>
        <p:txBody>
          <a:bodyPr rtlCol="0" anchor="ctr"/>
          <a:lstStyle/>
          <a:p>
            <a:endParaRPr lang="de-DE"/>
          </a:p>
        </p:txBody>
      </p:sp>
      <p:sp>
        <p:nvSpPr>
          <p:cNvPr id="17" name="Textfeld 16">
            <a:extLst>
              <a:ext uri="{FF2B5EF4-FFF2-40B4-BE49-F238E27FC236}">
                <a16:creationId xmlns:a16="http://schemas.microsoft.com/office/drawing/2014/main" id="{EA66F0CC-C427-371B-141F-63E79604E32C}"/>
              </a:ext>
            </a:extLst>
          </p:cNvPr>
          <p:cNvSpPr txBox="1"/>
          <p:nvPr userDrawn="1"/>
        </p:nvSpPr>
        <p:spPr>
          <a:xfrm>
            <a:off x="274435" y="2936226"/>
            <a:ext cx="5247060" cy="1015663"/>
          </a:xfrm>
          <a:prstGeom prst="rect">
            <a:avLst/>
          </a:prstGeom>
          <a:noFill/>
        </p:spPr>
        <p:txBody>
          <a:bodyPr wrap="square" rtlCol="0">
            <a:spAutoFit/>
          </a:bodyPr>
          <a:lstStyle/>
          <a:p>
            <a:r>
              <a:rPr lang="de-DE" sz="6000" b="1" err="1">
                <a:latin typeface="Kurdis Wide" pitchFamily="50" charset="0"/>
              </a:rPr>
              <a:t>Thank</a:t>
            </a:r>
            <a:r>
              <a:rPr lang="de-DE" sz="6000" b="1">
                <a:latin typeface="Kurdis Wide" pitchFamily="50" charset="0"/>
              </a:rPr>
              <a:t> </a:t>
            </a:r>
            <a:r>
              <a:rPr lang="de-DE" sz="6000" b="1" err="1">
                <a:latin typeface="Kurdis Wide" pitchFamily="50" charset="0"/>
              </a:rPr>
              <a:t>you</a:t>
            </a:r>
            <a:endParaRPr lang="de-DE" sz="6000" b="1">
              <a:latin typeface="Kurdis Wide" pitchFamily="50" charset="0"/>
            </a:endParaRPr>
          </a:p>
        </p:txBody>
      </p:sp>
      <p:pic>
        <p:nvPicPr>
          <p:cNvPr id="3" name="Grafik 2">
            <a:extLst>
              <a:ext uri="{FF2B5EF4-FFF2-40B4-BE49-F238E27FC236}">
                <a16:creationId xmlns:a16="http://schemas.microsoft.com/office/drawing/2014/main" id="{5281563F-5782-C55F-5711-083578897A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8775" y="358775"/>
            <a:ext cx="886668" cy="287111"/>
          </a:xfrm>
          <a:prstGeom prst="rect">
            <a:avLst/>
          </a:prstGeom>
        </p:spPr>
      </p:pic>
    </p:spTree>
    <p:extLst>
      <p:ext uri="{BB962C8B-B14F-4D97-AF65-F5344CB8AC3E}">
        <p14:creationId xmlns:p14="http://schemas.microsoft.com/office/powerpoint/2010/main" val="310801929"/>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End">
    <p:bg>
      <p:bgRef idx="1001">
        <a:schemeClr val="bg1"/>
      </p:bgRef>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06B677C5-709F-8599-FB60-73F82FB95FD2}"/>
              </a:ext>
            </a:extLst>
          </p:cNvPr>
          <p:cNvSpPr/>
          <p:nvPr userDrawn="1"/>
        </p:nvSpPr>
        <p:spPr>
          <a:xfrm>
            <a:off x="0" y="-62"/>
            <a:ext cx="12192000" cy="685806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n>
                <a:noFill/>
              </a:ln>
            </a:endParaRPr>
          </a:p>
        </p:txBody>
      </p:sp>
      <p:sp>
        <p:nvSpPr>
          <p:cNvPr id="14" name="Freihandform: Form 13">
            <a:extLst>
              <a:ext uri="{FF2B5EF4-FFF2-40B4-BE49-F238E27FC236}">
                <a16:creationId xmlns:a16="http://schemas.microsoft.com/office/drawing/2014/main" id="{DCB007E5-B5FF-5F0D-D3B6-926344B9A1CC}"/>
              </a:ext>
            </a:extLst>
          </p:cNvPr>
          <p:cNvSpPr/>
          <p:nvPr/>
        </p:nvSpPr>
        <p:spPr>
          <a:xfrm>
            <a:off x="7413815" y="1088644"/>
            <a:ext cx="4775200" cy="5769355"/>
          </a:xfrm>
          <a:custGeom>
            <a:avLst/>
            <a:gdLst>
              <a:gd name="connsiteX0" fmla="*/ 4775200 w 4775200"/>
              <a:gd name="connsiteY0" fmla="*/ 0 h 5769355"/>
              <a:gd name="connsiteX1" fmla="*/ 3946969 w 4775200"/>
              <a:gd name="connsiteY1" fmla="*/ 335153 h 5769355"/>
              <a:gd name="connsiteX2" fmla="*/ 1566481 w 4775200"/>
              <a:gd name="connsiteY2" fmla="*/ 1709547 h 5769355"/>
              <a:gd name="connsiteX3" fmla="*/ 0 w 4775200"/>
              <a:gd name="connsiteY3" fmla="*/ 4422775 h 5769355"/>
              <a:gd name="connsiteX4" fmla="*/ 0 w 4775200"/>
              <a:gd name="connsiteY4" fmla="*/ 5769356 h 5769355"/>
              <a:gd name="connsiteX5" fmla="*/ 4775200 w 4775200"/>
              <a:gd name="connsiteY5" fmla="*/ 5769356 h 5769355"/>
              <a:gd name="connsiteX6" fmla="*/ 4775200 w 4775200"/>
              <a:gd name="connsiteY6" fmla="*/ 0 h 576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0" h="5769355">
                <a:moveTo>
                  <a:pt x="4775200" y="0"/>
                </a:moveTo>
                <a:cubicBezTo>
                  <a:pt x="4494911" y="69152"/>
                  <a:pt x="4216591" y="179451"/>
                  <a:pt x="3946969" y="335153"/>
                </a:cubicBezTo>
                <a:lnTo>
                  <a:pt x="1566481" y="1709547"/>
                </a:lnTo>
                <a:cubicBezTo>
                  <a:pt x="597154" y="2269172"/>
                  <a:pt x="0" y="3303461"/>
                  <a:pt x="0" y="4422775"/>
                </a:cubicBezTo>
                <a:lnTo>
                  <a:pt x="0" y="5769356"/>
                </a:lnTo>
                <a:cubicBezTo>
                  <a:pt x="0" y="5769356"/>
                  <a:pt x="4775200" y="5769356"/>
                  <a:pt x="4775200" y="5769356"/>
                </a:cubicBezTo>
                <a:lnTo>
                  <a:pt x="4775200" y="0"/>
                </a:lnTo>
                <a:close/>
              </a:path>
            </a:pathLst>
          </a:custGeom>
          <a:solidFill>
            <a:srgbClr val="2722F8"/>
          </a:solidFill>
          <a:ln w="6350" cap="flat">
            <a:noFill/>
            <a:prstDash val="solid"/>
            <a:miter/>
          </a:ln>
        </p:spPr>
        <p:txBody>
          <a:bodyPr rtlCol="0" anchor="ctr"/>
          <a:lstStyle/>
          <a:p>
            <a:endParaRPr lang="de-DE"/>
          </a:p>
        </p:txBody>
      </p:sp>
      <p:sp>
        <p:nvSpPr>
          <p:cNvPr id="15" name="Freihandform: Form 14">
            <a:extLst>
              <a:ext uri="{FF2B5EF4-FFF2-40B4-BE49-F238E27FC236}">
                <a16:creationId xmlns:a16="http://schemas.microsoft.com/office/drawing/2014/main" id="{61FDDE3E-D9CA-C169-D40B-7040C601E473}"/>
              </a:ext>
            </a:extLst>
          </p:cNvPr>
          <p:cNvSpPr/>
          <p:nvPr/>
        </p:nvSpPr>
        <p:spPr>
          <a:xfrm>
            <a:off x="2019300" y="-63"/>
            <a:ext cx="9827958" cy="2656379"/>
          </a:xfrm>
          <a:custGeom>
            <a:avLst/>
            <a:gdLst>
              <a:gd name="connsiteX0" fmla="*/ 966978 w 9827958"/>
              <a:gd name="connsiteY0" fmla="*/ 862267 h 2656379"/>
              <a:gd name="connsiteX1" fmla="*/ 3347530 w 9827958"/>
              <a:gd name="connsiteY1" fmla="*/ 2236661 h 2656379"/>
              <a:gd name="connsiteX2" fmla="*/ 6480493 w 9827958"/>
              <a:gd name="connsiteY2" fmla="*/ 2236661 h 2656379"/>
              <a:gd name="connsiteX3" fmla="*/ 8860981 w 9827958"/>
              <a:gd name="connsiteY3" fmla="*/ 862267 h 2656379"/>
              <a:gd name="connsiteX4" fmla="*/ 9827958 w 9827958"/>
              <a:gd name="connsiteY4" fmla="*/ 0 h 2656379"/>
              <a:gd name="connsiteX5" fmla="*/ 0 w 9827958"/>
              <a:gd name="connsiteY5" fmla="*/ 0 h 2656379"/>
              <a:gd name="connsiteX6" fmla="*/ 966978 w 9827958"/>
              <a:gd name="connsiteY6" fmla="*/ 862203 h 265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7958" h="2656379">
                <a:moveTo>
                  <a:pt x="966978" y="862267"/>
                </a:moveTo>
                <a:lnTo>
                  <a:pt x="3347530" y="2236661"/>
                </a:lnTo>
                <a:cubicBezTo>
                  <a:pt x="4316857" y="2796286"/>
                  <a:pt x="5511165" y="2796286"/>
                  <a:pt x="6480493" y="2236661"/>
                </a:cubicBezTo>
                <a:lnTo>
                  <a:pt x="8860981" y="862267"/>
                </a:lnTo>
                <a:cubicBezTo>
                  <a:pt x="9259316" y="632270"/>
                  <a:pt x="9581579" y="336487"/>
                  <a:pt x="9827958" y="0"/>
                </a:cubicBezTo>
                <a:lnTo>
                  <a:pt x="0" y="0"/>
                </a:lnTo>
                <a:cubicBezTo>
                  <a:pt x="246380" y="336423"/>
                  <a:pt x="568643" y="632270"/>
                  <a:pt x="966978" y="862203"/>
                </a:cubicBezTo>
                <a:close/>
              </a:path>
            </a:pathLst>
          </a:custGeom>
          <a:solidFill>
            <a:schemeClr val="tx1"/>
          </a:solidFill>
          <a:ln w="6350" cap="flat">
            <a:noFill/>
            <a:prstDash val="solid"/>
            <a:miter/>
          </a:ln>
        </p:spPr>
        <p:txBody>
          <a:bodyPr rtlCol="0" anchor="ctr"/>
          <a:lstStyle/>
          <a:p>
            <a:endParaRPr lang="de-DE"/>
          </a:p>
        </p:txBody>
      </p:sp>
      <p:pic>
        <p:nvPicPr>
          <p:cNvPr id="3" name="Grafik 2">
            <a:extLst>
              <a:ext uri="{FF2B5EF4-FFF2-40B4-BE49-F238E27FC236}">
                <a16:creationId xmlns:a16="http://schemas.microsoft.com/office/drawing/2014/main" id="{5C84DC91-B1B4-8189-F96C-8D938417DBE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1925" y="2997994"/>
            <a:ext cx="2662100" cy="862012"/>
          </a:xfrm>
          <a:prstGeom prst="rect">
            <a:avLst/>
          </a:prstGeom>
        </p:spPr>
      </p:pic>
    </p:spTree>
    <p:extLst>
      <p:ext uri="{BB962C8B-B14F-4D97-AF65-F5344CB8AC3E}">
        <p14:creationId xmlns:p14="http://schemas.microsoft.com/office/powerpoint/2010/main" val="13707477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33">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Library-Intro">
    <p:spTree>
      <p:nvGrpSpPr>
        <p:cNvPr id="1" name=""/>
        <p:cNvGrpSpPr/>
        <p:nvPr/>
      </p:nvGrpSpPr>
      <p:grpSpPr>
        <a:xfrm>
          <a:off x="0" y="0"/>
          <a:ext cx="0" cy="0"/>
          <a:chOff x="0" y="0"/>
          <a:chExt cx="0" cy="0"/>
        </a:xfrm>
      </p:grpSpPr>
      <p:sp>
        <p:nvSpPr>
          <p:cNvPr id="15" name="Textfeld 14">
            <a:extLst>
              <a:ext uri="{FF2B5EF4-FFF2-40B4-BE49-F238E27FC236}">
                <a16:creationId xmlns:a16="http://schemas.microsoft.com/office/drawing/2014/main" id="{988221B1-0BD3-D157-C204-CA3961955135}"/>
              </a:ext>
            </a:extLst>
          </p:cNvPr>
          <p:cNvSpPr txBox="1"/>
          <p:nvPr userDrawn="1"/>
        </p:nvSpPr>
        <p:spPr>
          <a:xfrm>
            <a:off x="358776" y="1441450"/>
            <a:ext cx="4022477" cy="442035"/>
          </a:xfrm>
          <a:prstGeom prst="rect">
            <a:avLst/>
          </a:prstGeom>
          <a:noFill/>
        </p:spPr>
        <p:txBody>
          <a:bodyPr wrap="square" lIns="0" tIns="0" rIns="0" bIns="72000" rtlCol="0">
            <a:spAutoFit/>
          </a:bodyPr>
          <a:lstStyle/>
          <a:p>
            <a:pPr lvl="0"/>
            <a:r>
              <a:rPr lang="de-DE" sz="2400" b="1">
                <a:solidFill>
                  <a:schemeClr val="accent1"/>
                </a:solidFill>
                <a:latin typeface="Kurdis Wide" pitchFamily="50" charset="0"/>
                <a:ea typeface="Inter" panose="02000503000000020004" pitchFamily="2" charset="0"/>
              </a:rPr>
              <a:t>Library</a:t>
            </a:r>
          </a:p>
        </p:txBody>
      </p:sp>
      <p:sp>
        <p:nvSpPr>
          <p:cNvPr id="16" name="Textfeld 15">
            <a:extLst>
              <a:ext uri="{FF2B5EF4-FFF2-40B4-BE49-F238E27FC236}">
                <a16:creationId xmlns:a16="http://schemas.microsoft.com/office/drawing/2014/main" id="{EF42D20E-FD08-2779-3F58-587C9F7D011E}"/>
              </a:ext>
            </a:extLst>
          </p:cNvPr>
          <p:cNvSpPr txBox="1"/>
          <p:nvPr userDrawn="1"/>
        </p:nvSpPr>
        <p:spPr>
          <a:xfrm>
            <a:off x="358775" y="1883485"/>
            <a:ext cx="582832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a:solidFill>
                  <a:schemeClr val="tx2"/>
                </a:solidFill>
                <a:latin typeface="Inter" panose="02000503000000020004" pitchFamily="2" charset="0"/>
                <a:ea typeface="Inter" panose="02000503000000020004" pitchFamily="2" charset="0"/>
              </a:rPr>
              <a:t>Hier könnt ihr euch an Icons und Bilder bedienen!</a:t>
            </a:r>
          </a:p>
        </p:txBody>
      </p:sp>
      <p:sp>
        <p:nvSpPr>
          <p:cNvPr id="2" name="Rectangle 2">
            <a:extLst>
              <a:ext uri="{FF2B5EF4-FFF2-40B4-BE49-F238E27FC236}">
                <a16:creationId xmlns:a16="http://schemas.microsoft.com/office/drawing/2014/main" id="{73BBD3B0-2707-FDF2-9A17-BB81ABA1B5E6}"/>
              </a:ext>
            </a:extLst>
          </p:cNvPr>
          <p:cNvSpPr>
            <a:spLocks noChangeArrowheads="1"/>
          </p:cNvSpPr>
          <p:nvPr userDrawn="1"/>
        </p:nvSpPr>
        <p:spPr bwMode="auto">
          <a:xfrm>
            <a:off x="358776" y="2417710"/>
            <a:ext cx="56642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200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0" i="0" u="none" strike="noStrike" cap="none" normalizeH="0" baseline="0">
                <a:ln>
                  <a:noFill/>
                </a:ln>
                <a:solidFill>
                  <a:srgbClr val="333333"/>
                </a:solidFill>
                <a:effectLst/>
                <a:latin typeface="Inter" panose="02000503000000020004" pitchFamily="2" charset="0"/>
                <a:ea typeface="Inter" panose="02000503000000020004" pitchFamily="2" charset="0"/>
              </a:rPr>
              <a:t>Diese Folie dient ausschließlich als interne Icon-Bibliothek und stellt euch eine vorausgewählte Sammlung von Icons zur Verfügung, die ihr in eurer Präsentation verwenden könnt.</a:t>
            </a:r>
            <a:br>
              <a:rPr kumimoji="0" lang="de-DE" altLang="de-DE" sz="1200" b="0" i="0" u="none" strike="noStrike" cap="none" normalizeH="0" baseline="0">
                <a:ln>
                  <a:noFill/>
                </a:ln>
                <a:solidFill>
                  <a:srgbClr val="333333"/>
                </a:solidFill>
                <a:effectLst/>
                <a:latin typeface="Inter" panose="02000503000000020004" pitchFamily="2" charset="0"/>
                <a:ea typeface="Inter" panose="02000503000000020004" pitchFamily="2" charset="0"/>
              </a:rPr>
            </a:br>
            <a:r>
              <a:rPr kumimoji="0" lang="de-DE" altLang="de-DE" sz="1200" b="0" i="0" u="none" strike="noStrike" cap="none" normalizeH="0" baseline="0">
                <a:ln>
                  <a:noFill/>
                </a:ln>
                <a:solidFill>
                  <a:srgbClr val="333333"/>
                </a:solidFill>
                <a:effectLst/>
                <a:latin typeface="Inter" panose="02000503000000020004" pitchFamily="2" charset="0"/>
                <a:ea typeface="Inter" panose="02000503000000020004" pitchFamily="2" charset="0"/>
              </a:rPr>
              <a:t>Die Icons sind im SVG-Format eingebettet und können problemlos kopiert und in eure eigenen Folien eingefügt werden.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0" i="0" u="none" strike="noStrike" cap="none" normalizeH="0" baseline="0">
              <a:ln>
                <a:noFill/>
              </a:ln>
              <a:solidFill>
                <a:srgbClr val="333333"/>
              </a:solidFill>
              <a:effectLst/>
              <a:latin typeface="Inter" panose="02000503000000020004" pitchFamily="2" charset="0"/>
              <a:ea typeface="Inter" panose="02000503000000020004"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rgbClr val="333333"/>
                </a:solidFill>
                <a:effectLst/>
                <a:latin typeface="Inter" panose="02000503000000020004" pitchFamily="2" charset="0"/>
                <a:ea typeface="Inter" panose="02000503000000020004" pitchFamily="2" charset="0"/>
              </a:rPr>
              <a:t>Hinweis: </a:t>
            </a:r>
            <a:r>
              <a:rPr kumimoji="0" lang="de-DE" altLang="de-DE" sz="1200" b="0" i="0" u="none" strike="noStrike" cap="none" normalizeH="0" baseline="0">
                <a:ln>
                  <a:noFill/>
                </a:ln>
                <a:solidFill>
                  <a:srgbClr val="333333"/>
                </a:solidFill>
                <a:effectLst/>
                <a:latin typeface="Inter" panose="02000503000000020004" pitchFamily="2" charset="0"/>
                <a:ea typeface="Inter" panose="02000503000000020004" pitchFamily="2" charset="0"/>
              </a:rPr>
              <a:t>Diese Folie ist nicht für den finalen Präsentationsgebrauch vorgesehen und sollte vor der Veröffentlichung oder Weitergabe der Präsentation entfernt werden bzw. auf unsichtbar gestellt werden. Dazu Rechtsklick auf die Folie und dann auf „Folie ausblenden“.</a:t>
            </a:r>
          </a:p>
        </p:txBody>
      </p:sp>
      <p:sp>
        <p:nvSpPr>
          <p:cNvPr id="3" name="Datumsplatzhalter 2">
            <a:extLst>
              <a:ext uri="{FF2B5EF4-FFF2-40B4-BE49-F238E27FC236}">
                <a16:creationId xmlns:a16="http://schemas.microsoft.com/office/drawing/2014/main" id="{7376EB71-B568-73E3-48A5-F7F040369167}"/>
              </a:ext>
            </a:extLst>
          </p:cNvPr>
          <p:cNvSpPr>
            <a:spLocks noGrp="1"/>
          </p:cNvSpPr>
          <p:nvPr>
            <p:ph type="dt" sz="half" idx="10"/>
          </p:nvPr>
        </p:nvSpPr>
        <p:spPr/>
        <p:txBody>
          <a:bodyPr/>
          <a:lstStyle/>
          <a:p>
            <a:fld id="{76055696-21C0-48D5-B24C-7D9A0E78D764}" type="datetime1">
              <a:rPr lang="de-DE" smtClean="0"/>
              <a:t>28.05.26</a:t>
            </a:fld>
            <a:endParaRPr lang="de-DE"/>
          </a:p>
        </p:txBody>
      </p:sp>
      <p:sp>
        <p:nvSpPr>
          <p:cNvPr id="4" name="Fußzeilenplatzhalter 3">
            <a:extLst>
              <a:ext uri="{FF2B5EF4-FFF2-40B4-BE49-F238E27FC236}">
                <a16:creationId xmlns:a16="http://schemas.microsoft.com/office/drawing/2014/main" id="{E21ECCEB-7500-F84A-163D-1624D5A49AC5}"/>
              </a:ext>
            </a:extLst>
          </p:cNvPr>
          <p:cNvSpPr>
            <a:spLocks noGrp="1"/>
          </p:cNvSpPr>
          <p:nvPr>
            <p:ph type="ftr" sz="quarter" idx="11"/>
          </p:nvPr>
        </p:nvSpPr>
        <p:spPr/>
        <p:txBody>
          <a:bodyPr/>
          <a:lstStyle/>
          <a:p>
            <a:r>
              <a:rPr lang="de-DE"/>
              <a:t>Hackathon 2026</a:t>
            </a:r>
          </a:p>
        </p:txBody>
      </p:sp>
      <p:sp>
        <p:nvSpPr>
          <p:cNvPr id="5" name="Foliennummernplatzhalter 4">
            <a:extLst>
              <a:ext uri="{FF2B5EF4-FFF2-40B4-BE49-F238E27FC236}">
                <a16:creationId xmlns:a16="http://schemas.microsoft.com/office/drawing/2014/main" id="{123A4422-CD27-6E40-3ED5-E704D4432119}"/>
              </a:ext>
            </a:extLst>
          </p:cNvPr>
          <p:cNvSpPr>
            <a:spLocks noGrp="1"/>
          </p:cNvSpPr>
          <p:nvPr>
            <p:ph type="sldNum" sz="quarter" idx="12"/>
          </p:nvPr>
        </p:nvSpPr>
        <p:spPr/>
        <p:txBody>
          <a:bodyPr/>
          <a:lstStyle/>
          <a:p>
            <a:fld id="{75E2EC28-BB56-4A8E-A990-AA8F876D888B}" type="slidenum">
              <a:rPr lang="de-DE" smtClean="0"/>
              <a:pPr/>
              <a:t>‹#›</a:t>
            </a:fld>
            <a:endParaRPr lang="de-DE"/>
          </a:p>
        </p:txBody>
      </p:sp>
    </p:spTree>
    <p:extLst>
      <p:ext uri="{BB962C8B-B14F-4D97-AF65-F5344CB8AC3E}">
        <p14:creationId xmlns:p14="http://schemas.microsoft.com/office/powerpoint/2010/main" val="40252838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Library">
    <p:spTree>
      <p:nvGrpSpPr>
        <p:cNvPr id="1" name=""/>
        <p:cNvGrpSpPr/>
        <p:nvPr/>
      </p:nvGrpSpPr>
      <p:grpSpPr>
        <a:xfrm>
          <a:off x="0" y="0"/>
          <a:ext cx="0" cy="0"/>
          <a:chOff x="0" y="0"/>
          <a:chExt cx="0" cy="0"/>
        </a:xfrm>
      </p:grpSpPr>
      <p:sp>
        <p:nvSpPr>
          <p:cNvPr id="3" name="Rechteck: abgerundete Ecken 2">
            <a:extLst>
              <a:ext uri="{FF2B5EF4-FFF2-40B4-BE49-F238E27FC236}">
                <a16:creationId xmlns:a16="http://schemas.microsoft.com/office/drawing/2014/main" id="{F03D5ECD-55B1-3E86-FEE7-8E89077E3179}"/>
              </a:ext>
            </a:extLst>
          </p:cNvPr>
          <p:cNvSpPr/>
          <p:nvPr userDrawn="1"/>
        </p:nvSpPr>
        <p:spPr>
          <a:xfrm>
            <a:off x="1285875" y="358775"/>
            <a:ext cx="10545763" cy="5775325"/>
          </a:xfrm>
          <a:prstGeom prst="roundRect">
            <a:avLst>
              <a:gd name="adj" fmla="val 531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platzhalter 15">
            <a:extLst>
              <a:ext uri="{FF2B5EF4-FFF2-40B4-BE49-F238E27FC236}">
                <a16:creationId xmlns:a16="http://schemas.microsoft.com/office/drawing/2014/main" id="{E16DC6AF-84FD-2F75-0416-45C93E3C3BF9}"/>
              </a:ext>
            </a:extLst>
          </p:cNvPr>
          <p:cNvSpPr>
            <a:spLocks noGrp="1"/>
          </p:cNvSpPr>
          <p:nvPr>
            <p:ph type="body" sz="quarter" idx="15" hasCustomPrompt="1"/>
          </p:nvPr>
        </p:nvSpPr>
        <p:spPr>
          <a:xfrm rot="16200000">
            <a:off x="-2242273" y="2959823"/>
            <a:ext cx="5543146" cy="341050"/>
          </a:xfrm>
          <a:prstGeom prst="rect">
            <a:avLst/>
          </a:prstGeom>
        </p:spPr>
        <p:txBody>
          <a:bodyPr wrap="square" lIns="0" tIns="0" rIns="0" bIns="36000">
            <a:spAutoFit/>
          </a:bodyPr>
          <a:lstStyle>
            <a:lvl1pPr marL="0" indent="0" algn="r">
              <a:buFontTx/>
              <a:buNone/>
              <a:defRPr sz="2200" b="1" spc="100" baseline="0">
                <a:solidFill>
                  <a:schemeClr val="tx1"/>
                </a:solidFill>
                <a:latin typeface="Kurdis Wide" pitchFamily="50" charset="0"/>
              </a:defRPr>
            </a:lvl1pPr>
          </a:lstStyle>
          <a:p>
            <a:pPr lvl="0"/>
            <a:r>
              <a:rPr lang="de-DE"/>
              <a:t>Headline</a:t>
            </a:r>
          </a:p>
        </p:txBody>
      </p:sp>
      <p:sp>
        <p:nvSpPr>
          <p:cNvPr id="2" name="Datumsplatzhalter 1">
            <a:extLst>
              <a:ext uri="{FF2B5EF4-FFF2-40B4-BE49-F238E27FC236}">
                <a16:creationId xmlns:a16="http://schemas.microsoft.com/office/drawing/2014/main" id="{0D6BF2B2-602C-B627-A087-2846CC2150FA}"/>
              </a:ext>
            </a:extLst>
          </p:cNvPr>
          <p:cNvSpPr>
            <a:spLocks noGrp="1"/>
          </p:cNvSpPr>
          <p:nvPr>
            <p:ph type="dt" sz="half" idx="16"/>
          </p:nvPr>
        </p:nvSpPr>
        <p:spPr/>
        <p:txBody>
          <a:bodyPr/>
          <a:lstStyle/>
          <a:p>
            <a:fld id="{648DCD9E-E2D0-4D73-B34C-0FFF0804F08B}" type="datetime1">
              <a:rPr lang="de-DE" smtClean="0"/>
              <a:t>28.05.26</a:t>
            </a:fld>
            <a:endParaRPr lang="de-DE"/>
          </a:p>
        </p:txBody>
      </p:sp>
      <p:sp>
        <p:nvSpPr>
          <p:cNvPr id="4" name="Fußzeilenplatzhalter 3">
            <a:extLst>
              <a:ext uri="{FF2B5EF4-FFF2-40B4-BE49-F238E27FC236}">
                <a16:creationId xmlns:a16="http://schemas.microsoft.com/office/drawing/2014/main" id="{130B3B61-F624-98D3-CE63-6EA62E95D9D8}"/>
              </a:ext>
            </a:extLst>
          </p:cNvPr>
          <p:cNvSpPr>
            <a:spLocks noGrp="1"/>
          </p:cNvSpPr>
          <p:nvPr>
            <p:ph type="ftr" sz="quarter" idx="17"/>
          </p:nvPr>
        </p:nvSpPr>
        <p:spPr/>
        <p:txBody>
          <a:bodyPr/>
          <a:lstStyle/>
          <a:p>
            <a:r>
              <a:rPr lang="de-DE"/>
              <a:t>Hackathon 2026</a:t>
            </a:r>
          </a:p>
        </p:txBody>
      </p:sp>
      <p:sp>
        <p:nvSpPr>
          <p:cNvPr id="5" name="Foliennummernplatzhalter 4">
            <a:extLst>
              <a:ext uri="{FF2B5EF4-FFF2-40B4-BE49-F238E27FC236}">
                <a16:creationId xmlns:a16="http://schemas.microsoft.com/office/drawing/2014/main" id="{28AC5FE1-BE04-CC98-3B94-BE7458D96F9A}"/>
              </a:ext>
            </a:extLst>
          </p:cNvPr>
          <p:cNvSpPr>
            <a:spLocks noGrp="1"/>
          </p:cNvSpPr>
          <p:nvPr>
            <p:ph type="sldNum" sz="quarter" idx="18"/>
          </p:nvPr>
        </p:nvSpPr>
        <p:spPr/>
        <p:txBody>
          <a:bodyPr/>
          <a:lstStyle/>
          <a:p>
            <a:fld id="{75E2EC28-BB56-4A8E-A990-AA8F876D888B}" type="slidenum">
              <a:rPr lang="de-DE" smtClean="0"/>
              <a:pPr/>
              <a:t>‹#›</a:t>
            </a:fld>
            <a:endParaRPr lang="de-DE"/>
          </a:p>
        </p:txBody>
      </p:sp>
    </p:spTree>
    <p:extLst>
      <p:ext uri="{BB962C8B-B14F-4D97-AF65-F5344CB8AC3E}">
        <p14:creationId xmlns:p14="http://schemas.microsoft.com/office/powerpoint/2010/main" val="6458186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3_Zwischenfolie-Sand_Bild+Iconbox">
    <p:bg>
      <p:bgRef idx="1001">
        <a:schemeClr val="bg1"/>
      </p:bgRef>
    </p:bg>
    <p:spTree>
      <p:nvGrpSpPr>
        <p:cNvPr id="1" name=""/>
        <p:cNvGrpSpPr/>
        <p:nvPr/>
      </p:nvGrpSpPr>
      <p:grpSpPr>
        <a:xfrm>
          <a:off x="0" y="0"/>
          <a:ext cx="0" cy="0"/>
          <a:chOff x="0" y="0"/>
          <a:chExt cx="0" cy="0"/>
        </a:xfrm>
      </p:grpSpPr>
      <p:sp>
        <p:nvSpPr>
          <p:cNvPr id="15" name="Bildplatzhalter 12">
            <a:extLst>
              <a:ext uri="{FF2B5EF4-FFF2-40B4-BE49-F238E27FC236}">
                <a16:creationId xmlns:a16="http://schemas.microsoft.com/office/drawing/2014/main" id="{E5C381D0-4E41-20D0-642C-0E42E6BB791E}"/>
              </a:ext>
            </a:extLst>
          </p:cNvPr>
          <p:cNvSpPr>
            <a:spLocks noGrp="1"/>
          </p:cNvSpPr>
          <p:nvPr>
            <p:ph type="pic" sz="quarter" idx="21"/>
          </p:nvPr>
        </p:nvSpPr>
        <p:spPr>
          <a:xfrm>
            <a:off x="6678431" y="-22571"/>
            <a:ext cx="5542245" cy="6888909"/>
          </a:xfrm>
          <a:custGeom>
            <a:avLst/>
            <a:gdLst>
              <a:gd name="csX0" fmla="*/ 0 w 4010025"/>
              <a:gd name="csY0" fmla="*/ 1002506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1002506 h 6858000"/>
              <a:gd name="csX0" fmla="*/ 0 w 4010025"/>
              <a:gd name="csY0" fmla="*/ 3420242 h 6858000"/>
              <a:gd name="csX1" fmla="*/ 1002506 w 4010025"/>
              <a:gd name="csY1" fmla="*/ 1002506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0 w 4010025"/>
              <a:gd name="csY11" fmla="*/ 5855494 h 6858000"/>
              <a:gd name="csX12" fmla="*/ 0 w 4010025"/>
              <a:gd name="csY12" fmla="*/ 3420242 h 6858000"/>
              <a:gd name="csX0" fmla="*/ 0 w 4010025"/>
              <a:gd name="csY0" fmla="*/ 3420242 h 6858000"/>
              <a:gd name="csX1" fmla="*/ 421319 w 4010025"/>
              <a:gd name="csY1" fmla="*/ 2304363 h 6858000"/>
              <a:gd name="csX2" fmla="*/ 1002506 w 4010025"/>
              <a:gd name="csY2" fmla="*/ 0 h 6858000"/>
              <a:gd name="csX3" fmla="*/ 3007519 w 4010025"/>
              <a:gd name="csY3" fmla="*/ 0 h 6858000"/>
              <a:gd name="csX4" fmla="*/ 3007519 w 4010025"/>
              <a:gd name="csY4" fmla="*/ 1002506 h 6858000"/>
              <a:gd name="csX5" fmla="*/ 4010025 w 4010025"/>
              <a:gd name="csY5" fmla="*/ 1002506 h 6858000"/>
              <a:gd name="csX6" fmla="*/ 4010025 w 4010025"/>
              <a:gd name="csY6" fmla="*/ 5855494 h 6858000"/>
              <a:gd name="csX7" fmla="*/ 3007519 w 4010025"/>
              <a:gd name="csY7" fmla="*/ 5855494 h 6858000"/>
              <a:gd name="csX8" fmla="*/ 3007519 w 4010025"/>
              <a:gd name="csY8" fmla="*/ 6858000 h 6858000"/>
              <a:gd name="csX9" fmla="*/ 1002506 w 4010025"/>
              <a:gd name="csY9" fmla="*/ 6858000 h 6858000"/>
              <a:gd name="csX10" fmla="*/ 1002506 w 4010025"/>
              <a:gd name="csY10" fmla="*/ 5855494 h 6858000"/>
              <a:gd name="csX11" fmla="*/ 457200 w 4010025"/>
              <a:gd name="csY11" fmla="*/ 4693121 h 6858000"/>
              <a:gd name="csX12" fmla="*/ 0 w 4010025"/>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1002506 w 4014909"/>
              <a:gd name="csY9" fmla="*/ 6858000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3007519 w 4014909"/>
              <a:gd name="csY4" fmla="*/ 1002506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3007519 w 4014909"/>
              <a:gd name="csY7" fmla="*/ 5855494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125774 w 4014909"/>
              <a:gd name="csY9" fmla="*/ 6834752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002506 w 4014909"/>
              <a:gd name="csY10" fmla="*/ 5855494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002506 w 4014909"/>
              <a:gd name="csY2" fmla="*/ 0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2079638 w 4014909"/>
              <a:gd name="csY2" fmla="*/ 131736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21319 w 4014909"/>
              <a:gd name="csY1" fmla="*/ 2304363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0 w 4014909"/>
              <a:gd name="csY0" fmla="*/ 3420242 h 6858000"/>
              <a:gd name="csX1" fmla="*/ 494344 w 4014909"/>
              <a:gd name="csY1" fmla="*/ 1970988 h 6858000"/>
              <a:gd name="csX2" fmla="*/ 1625613 w 4014909"/>
              <a:gd name="csY2" fmla="*/ 1561 h 6858000"/>
              <a:gd name="csX3" fmla="*/ 3007519 w 4014909"/>
              <a:gd name="csY3" fmla="*/ 0 h 6858000"/>
              <a:gd name="csX4" fmla="*/ 4014909 w 4014909"/>
              <a:gd name="csY4" fmla="*/ 2865 h 6858000"/>
              <a:gd name="csX5" fmla="*/ 4010025 w 4014909"/>
              <a:gd name="csY5" fmla="*/ 1002506 h 6858000"/>
              <a:gd name="csX6" fmla="*/ 4010025 w 4014909"/>
              <a:gd name="csY6" fmla="*/ 5855494 h 6858000"/>
              <a:gd name="csX7" fmla="*/ 4014908 w 4014909"/>
              <a:gd name="csY7" fmla="*/ 5785751 h 6858000"/>
              <a:gd name="csX8" fmla="*/ 4014909 w 4014909"/>
              <a:gd name="csY8" fmla="*/ 6858000 h 6858000"/>
              <a:gd name="csX9" fmla="*/ 3087028 w 4014909"/>
              <a:gd name="csY9" fmla="*/ 6857999 h 6858000"/>
              <a:gd name="csX10" fmla="*/ 1692180 w 4014909"/>
              <a:gd name="csY10" fmla="*/ 6855135 h 6858000"/>
              <a:gd name="csX11" fmla="*/ 457200 w 4014909"/>
              <a:gd name="csY11" fmla="*/ 4693121 h 6858000"/>
              <a:gd name="csX12" fmla="*/ 0 w 4014909"/>
              <a:gd name="csY12" fmla="*/ 3420242 h 6858000"/>
              <a:gd name="csX0" fmla="*/ 86 w 4014995"/>
              <a:gd name="csY0" fmla="*/ 3420242 h 6858000"/>
              <a:gd name="csX1" fmla="*/ 494430 w 4014995"/>
              <a:gd name="csY1" fmla="*/ 1970988 h 6858000"/>
              <a:gd name="csX2" fmla="*/ 1625699 w 4014995"/>
              <a:gd name="csY2" fmla="*/ 1561 h 6858000"/>
              <a:gd name="csX3" fmla="*/ 3007605 w 4014995"/>
              <a:gd name="csY3" fmla="*/ 0 h 6858000"/>
              <a:gd name="csX4" fmla="*/ 4014995 w 4014995"/>
              <a:gd name="csY4" fmla="*/ 2865 h 6858000"/>
              <a:gd name="csX5" fmla="*/ 4010111 w 4014995"/>
              <a:gd name="csY5" fmla="*/ 1002506 h 6858000"/>
              <a:gd name="csX6" fmla="*/ 4010111 w 4014995"/>
              <a:gd name="csY6" fmla="*/ 5855494 h 6858000"/>
              <a:gd name="csX7" fmla="*/ 4014994 w 4014995"/>
              <a:gd name="csY7" fmla="*/ 5785751 h 6858000"/>
              <a:gd name="csX8" fmla="*/ 4014995 w 4014995"/>
              <a:gd name="csY8" fmla="*/ 6858000 h 6858000"/>
              <a:gd name="csX9" fmla="*/ 3087114 w 4014995"/>
              <a:gd name="csY9" fmla="*/ 6857999 h 6858000"/>
              <a:gd name="csX10" fmla="*/ 1692266 w 4014995"/>
              <a:gd name="csY10" fmla="*/ 6855135 h 6858000"/>
              <a:gd name="csX11" fmla="*/ 457286 w 4014995"/>
              <a:gd name="csY11" fmla="*/ 4693121 h 6858000"/>
              <a:gd name="csX12" fmla="*/ 86 w 4014995"/>
              <a:gd name="csY12" fmla="*/ 3420242 h 6858000"/>
              <a:gd name="csX0" fmla="*/ 487 w 4015396"/>
              <a:gd name="csY0" fmla="*/ 3420242 h 6858000"/>
              <a:gd name="csX1" fmla="*/ 494831 w 4015396"/>
              <a:gd name="csY1" fmla="*/ 1970988 h 6858000"/>
              <a:gd name="csX2" fmla="*/ 1626100 w 4015396"/>
              <a:gd name="csY2" fmla="*/ 1561 h 6858000"/>
              <a:gd name="csX3" fmla="*/ 3008006 w 4015396"/>
              <a:gd name="csY3" fmla="*/ 0 h 6858000"/>
              <a:gd name="csX4" fmla="*/ 4015396 w 4015396"/>
              <a:gd name="csY4" fmla="*/ 2865 h 6858000"/>
              <a:gd name="csX5" fmla="*/ 4010512 w 4015396"/>
              <a:gd name="csY5" fmla="*/ 1002506 h 6858000"/>
              <a:gd name="csX6" fmla="*/ 4010512 w 4015396"/>
              <a:gd name="csY6" fmla="*/ 5855494 h 6858000"/>
              <a:gd name="csX7" fmla="*/ 4015395 w 4015396"/>
              <a:gd name="csY7" fmla="*/ 5785751 h 6858000"/>
              <a:gd name="csX8" fmla="*/ 4015396 w 4015396"/>
              <a:gd name="csY8" fmla="*/ 6858000 h 6858000"/>
              <a:gd name="csX9" fmla="*/ 3087515 w 4015396"/>
              <a:gd name="csY9" fmla="*/ 6857999 h 6858000"/>
              <a:gd name="csX10" fmla="*/ 1692667 w 4015396"/>
              <a:gd name="csY10" fmla="*/ 6855135 h 6858000"/>
              <a:gd name="csX11" fmla="*/ 413237 w 4015396"/>
              <a:gd name="csY11" fmla="*/ 4728046 h 6858000"/>
              <a:gd name="csX12" fmla="*/ 487 w 4015396"/>
              <a:gd name="csY12" fmla="*/ 3420242 h 6858000"/>
              <a:gd name="csX0" fmla="*/ 682 w 4015591"/>
              <a:gd name="csY0" fmla="*/ 3420242 h 6858000"/>
              <a:gd name="csX1" fmla="*/ 495026 w 4015591"/>
              <a:gd name="csY1" fmla="*/ 1970988 h 6858000"/>
              <a:gd name="csX2" fmla="*/ 1626295 w 4015591"/>
              <a:gd name="csY2" fmla="*/ 1561 h 6858000"/>
              <a:gd name="csX3" fmla="*/ 3008201 w 4015591"/>
              <a:gd name="csY3" fmla="*/ 0 h 6858000"/>
              <a:gd name="csX4" fmla="*/ 4015591 w 4015591"/>
              <a:gd name="csY4" fmla="*/ 2865 h 6858000"/>
              <a:gd name="csX5" fmla="*/ 4010707 w 4015591"/>
              <a:gd name="csY5" fmla="*/ 1002506 h 6858000"/>
              <a:gd name="csX6" fmla="*/ 4010707 w 4015591"/>
              <a:gd name="csY6" fmla="*/ 5855494 h 6858000"/>
              <a:gd name="csX7" fmla="*/ 4015590 w 4015591"/>
              <a:gd name="csY7" fmla="*/ 5785751 h 6858000"/>
              <a:gd name="csX8" fmla="*/ 4015591 w 4015591"/>
              <a:gd name="csY8" fmla="*/ 6858000 h 6858000"/>
              <a:gd name="csX9" fmla="*/ 3087710 w 4015591"/>
              <a:gd name="csY9" fmla="*/ 6857999 h 6858000"/>
              <a:gd name="csX10" fmla="*/ 1692862 w 4015591"/>
              <a:gd name="csY10" fmla="*/ 6855135 h 6858000"/>
              <a:gd name="csX11" fmla="*/ 413432 w 4015591"/>
              <a:gd name="csY11" fmla="*/ 4728046 h 6858000"/>
              <a:gd name="csX12" fmla="*/ 682 w 4015591"/>
              <a:gd name="csY12" fmla="*/ 3420242 h 6858000"/>
              <a:gd name="csX0" fmla="*/ 3216 w 4018125"/>
              <a:gd name="csY0" fmla="*/ 3420242 h 6858000"/>
              <a:gd name="csX1" fmla="*/ 497560 w 4018125"/>
              <a:gd name="csY1" fmla="*/ 1970988 h 6858000"/>
              <a:gd name="csX2" fmla="*/ 1628829 w 4018125"/>
              <a:gd name="csY2" fmla="*/ 1561 h 6858000"/>
              <a:gd name="csX3" fmla="*/ 3010735 w 4018125"/>
              <a:gd name="csY3" fmla="*/ 0 h 6858000"/>
              <a:gd name="csX4" fmla="*/ 4018125 w 4018125"/>
              <a:gd name="csY4" fmla="*/ 2865 h 6858000"/>
              <a:gd name="csX5" fmla="*/ 4013241 w 4018125"/>
              <a:gd name="csY5" fmla="*/ 1002506 h 6858000"/>
              <a:gd name="csX6" fmla="*/ 4013241 w 4018125"/>
              <a:gd name="csY6" fmla="*/ 5855494 h 6858000"/>
              <a:gd name="csX7" fmla="*/ 4018124 w 4018125"/>
              <a:gd name="csY7" fmla="*/ 5785751 h 6858000"/>
              <a:gd name="csX8" fmla="*/ 4018125 w 4018125"/>
              <a:gd name="csY8" fmla="*/ 6858000 h 6858000"/>
              <a:gd name="csX9" fmla="*/ 3090244 w 4018125"/>
              <a:gd name="csY9" fmla="*/ 6857999 h 6858000"/>
              <a:gd name="csX10" fmla="*/ 1695396 w 4018125"/>
              <a:gd name="csY10" fmla="*/ 6855135 h 6858000"/>
              <a:gd name="csX11" fmla="*/ 342941 w 4018125"/>
              <a:gd name="csY11" fmla="*/ 4594696 h 6858000"/>
              <a:gd name="csX12" fmla="*/ 3216 w 4018125"/>
              <a:gd name="csY12" fmla="*/ 3420242 h 6858000"/>
              <a:gd name="csX0" fmla="*/ 910 w 4015819"/>
              <a:gd name="csY0" fmla="*/ 3420242 h 6858000"/>
              <a:gd name="csX1" fmla="*/ 415879 w 4015819"/>
              <a:gd name="csY1" fmla="*/ 2177363 h 6858000"/>
              <a:gd name="csX2" fmla="*/ 1626523 w 4015819"/>
              <a:gd name="csY2" fmla="*/ 1561 h 6858000"/>
              <a:gd name="csX3" fmla="*/ 3008429 w 4015819"/>
              <a:gd name="csY3" fmla="*/ 0 h 6858000"/>
              <a:gd name="csX4" fmla="*/ 4015819 w 4015819"/>
              <a:gd name="csY4" fmla="*/ 2865 h 6858000"/>
              <a:gd name="csX5" fmla="*/ 4010935 w 4015819"/>
              <a:gd name="csY5" fmla="*/ 1002506 h 6858000"/>
              <a:gd name="csX6" fmla="*/ 4010935 w 4015819"/>
              <a:gd name="csY6" fmla="*/ 5855494 h 6858000"/>
              <a:gd name="csX7" fmla="*/ 4015818 w 4015819"/>
              <a:gd name="csY7" fmla="*/ 5785751 h 6858000"/>
              <a:gd name="csX8" fmla="*/ 4015819 w 4015819"/>
              <a:gd name="csY8" fmla="*/ 6858000 h 6858000"/>
              <a:gd name="csX9" fmla="*/ 3087938 w 4015819"/>
              <a:gd name="csY9" fmla="*/ 6857999 h 6858000"/>
              <a:gd name="csX10" fmla="*/ 1693090 w 4015819"/>
              <a:gd name="csY10" fmla="*/ 6855135 h 6858000"/>
              <a:gd name="csX11" fmla="*/ 340635 w 4015819"/>
              <a:gd name="csY11" fmla="*/ 4594696 h 6858000"/>
              <a:gd name="csX12" fmla="*/ 910 w 4015819"/>
              <a:gd name="csY12" fmla="*/ 3420242 h 6858000"/>
              <a:gd name="csX0" fmla="*/ 775 w 4015684"/>
              <a:gd name="csY0" fmla="*/ 3420242 h 6858000"/>
              <a:gd name="csX1" fmla="*/ 409394 w 4015684"/>
              <a:gd name="csY1" fmla="*/ 2123388 h 6858000"/>
              <a:gd name="csX2" fmla="*/ 1626388 w 4015684"/>
              <a:gd name="csY2" fmla="*/ 1561 h 6858000"/>
              <a:gd name="csX3" fmla="*/ 3008294 w 4015684"/>
              <a:gd name="csY3" fmla="*/ 0 h 6858000"/>
              <a:gd name="csX4" fmla="*/ 4015684 w 4015684"/>
              <a:gd name="csY4" fmla="*/ 2865 h 6858000"/>
              <a:gd name="csX5" fmla="*/ 4010800 w 4015684"/>
              <a:gd name="csY5" fmla="*/ 1002506 h 6858000"/>
              <a:gd name="csX6" fmla="*/ 4010800 w 4015684"/>
              <a:gd name="csY6" fmla="*/ 5855494 h 6858000"/>
              <a:gd name="csX7" fmla="*/ 4015683 w 4015684"/>
              <a:gd name="csY7" fmla="*/ 5785751 h 6858000"/>
              <a:gd name="csX8" fmla="*/ 4015684 w 4015684"/>
              <a:gd name="csY8" fmla="*/ 6858000 h 6858000"/>
              <a:gd name="csX9" fmla="*/ 3087803 w 4015684"/>
              <a:gd name="csY9" fmla="*/ 6857999 h 6858000"/>
              <a:gd name="csX10" fmla="*/ 1692955 w 4015684"/>
              <a:gd name="csY10" fmla="*/ 6855135 h 6858000"/>
              <a:gd name="csX11" fmla="*/ 340500 w 4015684"/>
              <a:gd name="csY11" fmla="*/ 4594696 h 6858000"/>
              <a:gd name="csX12" fmla="*/ 775 w 4015684"/>
              <a:gd name="csY12" fmla="*/ 3420242 h 6858000"/>
              <a:gd name="csX0" fmla="*/ 775 w 4015684"/>
              <a:gd name="csY0" fmla="*/ 3420242 h 6864660"/>
              <a:gd name="csX1" fmla="*/ 409394 w 4015684"/>
              <a:gd name="csY1" fmla="*/ 2123388 h 6864660"/>
              <a:gd name="csX2" fmla="*/ 1626388 w 4015684"/>
              <a:gd name="csY2" fmla="*/ 1561 h 6864660"/>
              <a:gd name="csX3" fmla="*/ 3008294 w 4015684"/>
              <a:gd name="csY3" fmla="*/ 0 h 6864660"/>
              <a:gd name="csX4" fmla="*/ 4015684 w 4015684"/>
              <a:gd name="csY4" fmla="*/ 2865 h 6864660"/>
              <a:gd name="csX5" fmla="*/ 4010800 w 4015684"/>
              <a:gd name="csY5" fmla="*/ 1002506 h 6864660"/>
              <a:gd name="csX6" fmla="*/ 4010800 w 4015684"/>
              <a:gd name="csY6" fmla="*/ 5855494 h 6864660"/>
              <a:gd name="csX7" fmla="*/ 4015683 w 4015684"/>
              <a:gd name="csY7" fmla="*/ 5785751 h 6864660"/>
              <a:gd name="csX8" fmla="*/ 4015684 w 4015684"/>
              <a:gd name="csY8" fmla="*/ 6858000 h 6864660"/>
              <a:gd name="csX9" fmla="*/ 3087803 w 4015684"/>
              <a:gd name="csY9" fmla="*/ 6857999 h 6864660"/>
              <a:gd name="csX10" fmla="*/ 1635805 w 4015684"/>
              <a:gd name="csY10" fmla="*/ 6864660 h 6864660"/>
              <a:gd name="csX11" fmla="*/ 340500 w 4015684"/>
              <a:gd name="csY11" fmla="*/ 4594696 h 6864660"/>
              <a:gd name="csX12" fmla="*/ 775 w 4015684"/>
              <a:gd name="csY12" fmla="*/ 3420242 h 6864660"/>
              <a:gd name="csX0" fmla="*/ 205 w 4015114"/>
              <a:gd name="csY0" fmla="*/ 3420242 h 6864660"/>
              <a:gd name="csX1" fmla="*/ 408824 w 4015114"/>
              <a:gd name="csY1" fmla="*/ 2123388 h 6864660"/>
              <a:gd name="csX2" fmla="*/ 1625818 w 4015114"/>
              <a:gd name="csY2" fmla="*/ 1561 h 6864660"/>
              <a:gd name="csX3" fmla="*/ 3007724 w 4015114"/>
              <a:gd name="csY3" fmla="*/ 0 h 6864660"/>
              <a:gd name="csX4" fmla="*/ 4015114 w 4015114"/>
              <a:gd name="csY4" fmla="*/ 2865 h 6864660"/>
              <a:gd name="csX5" fmla="*/ 4010230 w 4015114"/>
              <a:gd name="csY5" fmla="*/ 1002506 h 6864660"/>
              <a:gd name="csX6" fmla="*/ 4010230 w 4015114"/>
              <a:gd name="csY6" fmla="*/ 5855494 h 6864660"/>
              <a:gd name="csX7" fmla="*/ 4015113 w 4015114"/>
              <a:gd name="csY7" fmla="*/ 5785751 h 6864660"/>
              <a:gd name="csX8" fmla="*/ 4015114 w 4015114"/>
              <a:gd name="csY8" fmla="*/ 6858000 h 6864660"/>
              <a:gd name="csX9" fmla="*/ 3087233 w 4015114"/>
              <a:gd name="csY9" fmla="*/ 6857999 h 6864660"/>
              <a:gd name="csX10" fmla="*/ 1635235 w 4015114"/>
              <a:gd name="csY10" fmla="*/ 6864660 h 6864660"/>
              <a:gd name="csX11" fmla="*/ 432005 w 4015114"/>
              <a:gd name="csY11" fmla="*/ 4604221 h 6864660"/>
              <a:gd name="csX12" fmla="*/ 205 w 4015114"/>
              <a:gd name="csY12" fmla="*/ 3420242 h 6864660"/>
              <a:gd name="csX0" fmla="*/ 774 w 4015683"/>
              <a:gd name="csY0" fmla="*/ 3420242 h 6864660"/>
              <a:gd name="csX1" fmla="*/ 409393 w 4015683"/>
              <a:gd name="csY1" fmla="*/ 2123388 h 6864660"/>
              <a:gd name="csX2" fmla="*/ 1626387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774 w 4015683"/>
              <a:gd name="csY0" fmla="*/ 3420242 h 6864660"/>
              <a:gd name="csX1" fmla="*/ 409393 w 4015683"/>
              <a:gd name="csY1" fmla="*/ 2123388 h 6864660"/>
              <a:gd name="csX2" fmla="*/ 1395275 w 4015683"/>
              <a:gd name="csY2" fmla="*/ 1561 h 6864660"/>
              <a:gd name="csX3" fmla="*/ 3008293 w 4015683"/>
              <a:gd name="csY3" fmla="*/ 0 h 6864660"/>
              <a:gd name="csX4" fmla="*/ 4015683 w 4015683"/>
              <a:gd name="csY4" fmla="*/ 2865 h 6864660"/>
              <a:gd name="csX5" fmla="*/ 4010799 w 4015683"/>
              <a:gd name="csY5" fmla="*/ 1002506 h 6864660"/>
              <a:gd name="csX6" fmla="*/ 4010799 w 4015683"/>
              <a:gd name="csY6" fmla="*/ 5855494 h 6864660"/>
              <a:gd name="csX7" fmla="*/ 4015682 w 4015683"/>
              <a:gd name="csY7" fmla="*/ 5785751 h 6864660"/>
              <a:gd name="csX8" fmla="*/ 4015683 w 4015683"/>
              <a:gd name="csY8" fmla="*/ 6858000 h 6864660"/>
              <a:gd name="csX9" fmla="*/ 3087802 w 4015683"/>
              <a:gd name="csY9" fmla="*/ 6857999 h 6864660"/>
              <a:gd name="csX10" fmla="*/ 1635804 w 4015683"/>
              <a:gd name="csY10" fmla="*/ 6864660 h 6864660"/>
              <a:gd name="csX11" fmla="*/ 340499 w 4015683"/>
              <a:gd name="csY11" fmla="*/ 4610571 h 6864660"/>
              <a:gd name="csX12" fmla="*/ 774 w 4015683"/>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675 w 4015584"/>
              <a:gd name="csY0" fmla="*/ 3420242 h 6864660"/>
              <a:gd name="csX1" fmla="*/ 404270 w 4015584"/>
              <a:gd name="csY1" fmla="*/ 1751599 h 6864660"/>
              <a:gd name="csX2" fmla="*/ 1395176 w 4015584"/>
              <a:gd name="csY2" fmla="*/ 1561 h 6864660"/>
              <a:gd name="csX3" fmla="*/ 3008194 w 4015584"/>
              <a:gd name="csY3" fmla="*/ 0 h 6864660"/>
              <a:gd name="csX4" fmla="*/ 4015584 w 4015584"/>
              <a:gd name="csY4" fmla="*/ 2865 h 6864660"/>
              <a:gd name="csX5" fmla="*/ 4010700 w 4015584"/>
              <a:gd name="csY5" fmla="*/ 1002506 h 6864660"/>
              <a:gd name="csX6" fmla="*/ 4010700 w 4015584"/>
              <a:gd name="csY6" fmla="*/ 5855494 h 6864660"/>
              <a:gd name="csX7" fmla="*/ 4015583 w 4015584"/>
              <a:gd name="csY7" fmla="*/ 5785751 h 6864660"/>
              <a:gd name="csX8" fmla="*/ 4015584 w 4015584"/>
              <a:gd name="csY8" fmla="*/ 6858000 h 6864660"/>
              <a:gd name="csX9" fmla="*/ 3087703 w 4015584"/>
              <a:gd name="csY9" fmla="*/ 6857999 h 6864660"/>
              <a:gd name="csX10" fmla="*/ 1635705 w 4015584"/>
              <a:gd name="csY10" fmla="*/ 6864660 h 6864660"/>
              <a:gd name="csX11" fmla="*/ 340400 w 4015584"/>
              <a:gd name="csY11" fmla="*/ 4610571 h 6864660"/>
              <a:gd name="csX12" fmla="*/ 675 w 4015584"/>
              <a:gd name="csY12" fmla="*/ 3420242 h 6864660"/>
              <a:gd name="csX0" fmla="*/ 1 w 4014910"/>
              <a:gd name="csY0" fmla="*/ 3420242 h 6864660"/>
              <a:gd name="csX1" fmla="*/ 403596 w 4014910"/>
              <a:gd name="csY1" fmla="*/ 1751599 h 6864660"/>
              <a:gd name="csX2" fmla="*/ 1394502 w 4014910"/>
              <a:gd name="csY2" fmla="*/ 1561 h 6864660"/>
              <a:gd name="csX3" fmla="*/ 3007520 w 4014910"/>
              <a:gd name="csY3" fmla="*/ 0 h 6864660"/>
              <a:gd name="csX4" fmla="*/ 4014910 w 4014910"/>
              <a:gd name="csY4" fmla="*/ 2865 h 6864660"/>
              <a:gd name="csX5" fmla="*/ 4010026 w 4014910"/>
              <a:gd name="csY5" fmla="*/ 1002506 h 6864660"/>
              <a:gd name="csX6" fmla="*/ 4010026 w 4014910"/>
              <a:gd name="csY6" fmla="*/ 5855494 h 6864660"/>
              <a:gd name="csX7" fmla="*/ 4014909 w 4014910"/>
              <a:gd name="csY7" fmla="*/ 5785751 h 6864660"/>
              <a:gd name="csX8" fmla="*/ 4014910 w 4014910"/>
              <a:gd name="csY8" fmla="*/ 6858000 h 6864660"/>
              <a:gd name="csX9" fmla="*/ 3087029 w 4014910"/>
              <a:gd name="csY9" fmla="*/ 6857999 h 6864660"/>
              <a:gd name="csX10" fmla="*/ 1635031 w 4014910"/>
              <a:gd name="csY10" fmla="*/ 6864660 h 6864660"/>
              <a:gd name="csX11" fmla="*/ 405040 w 4014910"/>
              <a:gd name="csY11" fmla="*/ 5072795 h 6864660"/>
              <a:gd name="csX12" fmla="*/ 1 w 4014910"/>
              <a:gd name="csY12" fmla="*/ 3420242 h 6864660"/>
              <a:gd name="csX0" fmla="*/ 1 w 4014910"/>
              <a:gd name="csY0" fmla="*/ 3420242 h 6874709"/>
              <a:gd name="csX1" fmla="*/ 403596 w 4014910"/>
              <a:gd name="csY1" fmla="*/ 1751599 h 6874709"/>
              <a:gd name="csX2" fmla="*/ 1394502 w 4014910"/>
              <a:gd name="csY2" fmla="*/ 1561 h 6874709"/>
              <a:gd name="csX3" fmla="*/ 3007520 w 4014910"/>
              <a:gd name="csY3" fmla="*/ 0 h 6874709"/>
              <a:gd name="csX4" fmla="*/ 4014910 w 4014910"/>
              <a:gd name="csY4" fmla="*/ 2865 h 6874709"/>
              <a:gd name="csX5" fmla="*/ 4010026 w 4014910"/>
              <a:gd name="csY5" fmla="*/ 1002506 h 6874709"/>
              <a:gd name="csX6" fmla="*/ 4010026 w 4014910"/>
              <a:gd name="csY6" fmla="*/ 5855494 h 6874709"/>
              <a:gd name="csX7" fmla="*/ 4014909 w 4014910"/>
              <a:gd name="csY7" fmla="*/ 5785751 h 6874709"/>
              <a:gd name="csX8" fmla="*/ 4014910 w 4014910"/>
              <a:gd name="csY8" fmla="*/ 6858000 h 6874709"/>
              <a:gd name="csX9" fmla="*/ 3087029 w 4014910"/>
              <a:gd name="csY9" fmla="*/ 6857999 h 6874709"/>
              <a:gd name="csX10" fmla="*/ 1418991 w 4014910"/>
              <a:gd name="csY10" fmla="*/ 6874709 h 6874709"/>
              <a:gd name="csX11" fmla="*/ 405040 w 4014910"/>
              <a:gd name="csY11" fmla="*/ 5072795 h 6874709"/>
              <a:gd name="csX12" fmla="*/ 1 w 4014910"/>
              <a:gd name="csY12" fmla="*/ 3420242 h 6874709"/>
              <a:gd name="csX0" fmla="*/ 1 w 4020772"/>
              <a:gd name="csY0" fmla="*/ 3420242 h 6874709"/>
              <a:gd name="csX1" fmla="*/ 403596 w 4020772"/>
              <a:gd name="csY1" fmla="*/ 1751599 h 6874709"/>
              <a:gd name="csX2" fmla="*/ 1394502 w 4020772"/>
              <a:gd name="csY2" fmla="*/ 1561 h 6874709"/>
              <a:gd name="csX3" fmla="*/ 3007520 w 4020772"/>
              <a:gd name="csY3" fmla="*/ 0 h 6874709"/>
              <a:gd name="csX4" fmla="*/ 4014910 w 4020772"/>
              <a:gd name="csY4" fmla="*/ 2865 h 6874709"/>
              <a:gd name="csX5" fmla="*/ 4010026 w 4020772"/>
              <a:gd name="csY5" fmla="*/ 1002506 h 6874709"/>
              <a:gd name="csX6" fmla="*/ 4010026 w 4020772"/>
              <a:gd name="csY6" fmla="*/ 5855494 h 6874709"/>
              <a:gd name="csX7" fmla="*/ 4014909 w 4020772"/>
              <a:gd name="csY7" fmla="*/ 5785751 h 6874709"/>
              <a:gd name="csX8" fmla="*/ 4020772 w 4020772"/>
              <a:gd name="csY8" fmla="*/ 6869723 h 6874709"/>
              <a:gd name="csX9" fmla="*/ 3087029 w 4020772"/>
              <a:gd name="csY9" fmla="*/ 6857999 h 6874709"/>
              <a:gd name="csX10" fmla="*/ 1418991 w 4020772"/>
              <a:gd name="csY10" fmla="*/ 6874709 h 6874709"/>
              <a:gd name="csX11" fmla="*/ 405040 w 4020772"/>
              <a:gd name="csY11" fmla="*/ 5072795 h 6874709"/>
              <a:gd name="csX12" fmla="*/ 1 w 4020772"/>
              <a:gd name="csY12" fmla="*/ 3420242 h 6874709"/>
              <a:gd name="csX0" fmla="*/ 1 w 4020772"/>
              <a:gd name="csY0" fmla="*/ 3420242 h 6875584"/>
              <a:gd name="csX1" fmla="*/ 403596 w 4020772"/>
              <a:gd name="csY1" fmla="*/ 1751599 h 6875584"/>
              <a:gd name="csX2" fmla="*/ 1394502 w 4020772"/>
              <a:gd name="csY2" fmla="*/ 1561 h 6875584"/>
              <a:gd name="csX3" fmla="*/ 3007520 w 4020772"/>
              <a:gd name="csY3" fmla="*/ 0 h 6875584"/>
              <a:gd name="csX4" fmla="*/ 4014910 w 4020772"/>
              <a:gd name="csY4" fmla="*/ 2865 h 6875584"/>
              <a:gd name="csX5" fmla="*/ 4010026 w 4020772"/>
              <a:gd name="csY5" fmla="*/ 1002506 h 6875584"/>
              <a:gd name="csX6" fmla="*/ 4010026 w 4020772"/>
              <a:gd name="csY6" fmla="*/ 5855494 h 6875584"/>
              <a:gd name="csX7" fmla="*/ 4014909 w 4020772"/>
              <a:gd name="csY7" fmla="*/ 5785751 h 6875584"/>
              <a:gd name="csX8" fmla="*/ 4020772 w 4020772"/>
              <a:gd name="csY8" fmla="*/ 6869723 h 6875584"/>
              <a:gd name="csX9" fmla="*/ 3092891 w 4020772"/>
              <a:gd name="csY9" fmla="*/ 6875584 h 6875584"/>
              <a:gd name="csX10" fmla="*/ 1418991 w 4020772"/>
              <a:gd name="csY10" fmla="*/ 6874709 h 6875584"/>
              <a:gd name="csX11" fmla="*/ 405040 w 4020772"/>
              <a:gd name="csY11" fmla="*/ 5072795 h 6875584"/>
              <a:gd name="csX12" fmla="*/ 1 w 4020772"/>
              <a:gd name="csY12" fmla="*/ 3420242 h 6875584"/>
              <a:gd name="csX0" fmla="*/ 1 w 4020772"/>
              <a:gd name="csY0" fmla="*/ 3420242 h 6880571"/>
              <a:gd name="csX1" fmla="*/ 403596 w 4020772"/>
              <a:gd name="csY1" fmla="*/ 1751599 h 6880571"/>
              <a:gd name="csX2" fmla="*/ 1394502 w 4020772"/>
              <a:gd name="csY2" fmla="*/ 1561 h 6880571"/>
              <a:gd name="csX3" fmla="*/ 3007520 w 4020772"/>
              <a:gd name="csY3" fmla="*/ 0 h 6880571"/>
              <a:gd name="csX4" fmla="*/ 4014910 w 4020772"/>
              <a:gd name="csY4" fmla="*/ 2865 h 6880571"/>
              <a:gd name="csX5" fmla="*/ 4010026 w 4020772"/>
              <a:gd name="csY5" fmla="*/ 1002506 h 6880571"/>
              <a:gd name="csX6" fmla="*/ 4010026 w 4020772"/>
              <a:gd name="csY6" fmla="*/ 5855494 h 6880571"/>
              <a:gd name="csX7" fmla="*/ 4014909 w 4020772"/>
              <a:gd name="csY7" fmla="*/ 5785751 h 6880571"/>
              <a:gd name="csX8" fmla="*/ 4020772 w 4020772"/>
              <a:gd name="csY8" fmla="*/ 6869723 h 6880571"/>
              <a:gd name="csX9" fmla="*/ 3092891 w 4020772"/>
              <a:gd name="csY9" fmla="*/ 6875584 h 6880571"/>
              <a:gd name="csX10" fmla="*/ 1395545 w 4020772"/>
              <a:gd name="csY10" fmla="*/ 6880571 h 6880571"/>
              <a:gd name="csX11" fmla="*/ 405040 w 4020772"/>
              <a:gd name="csY11" fmla="*/ 5072795 h 6880571"/>
              <a:gd name="csX12" fmla="*/ 1 w 4020772"/>
              <a:gd name="csY12" fmla="*/ 3420242 h 6880571"/>
              <a:gd name="csX0" fmla="*/ 408 w 4021179"/>
              <a:gd name="csY0" fmla="*/ 3420242 h 6880571"/>
              <a:gd name="csX1" fmla="*/ 404003 w 4021179"/>
              <a:gd name="csY1" fmla="*/ 1751599 h 6880571"/>
              <a:gd name="csX2" fmla="*/ 1394909 w 4021179"/>
              <a:gd name="csY2" fmla="*/ 1561 h 6880571"/>
              <a:gd name="csX3" fmla="*/ 3007927 w 4021179"/>
              <a:gd name="csY3" fmla="*/ 0 h 6880571"/>
              <a:gd name="csX4" fmla="*/ 4015317 w 4021179"/>
              <a:gd name="csY4" fmla="*/ 2865 h 6880571"/>
              <a:gd name="csX5" fmla="*/ 4010433 w 4021179"/>
              <a:gd name="csY5" fmla="*/ 1002506 h 6880571"/>
              <a:gd name="csX6" fmla="*/ 4010433 w 4021179"/>
              <a:gd name="csY6" fmla="*/ 5855494 h 6880571"/>
              <a:gd name="csX7" fmla="*/ 4015316 w 4021179"/>
              <a:gd name="csY7" fmla="*/ 5785751 h 6880571"/>
              <a:gd name="csX8" fmla="*/ 4021179 w 4021179"/>
              <a:gd name="csY8" fmla="*/ 6869723 h 6880571"/>
              <a:gd name="csX9" fmla="*/ 3093298 w 4021179"/>
              <a:gd name="csY9" fmla="*/ 6875584 h 6880571"/>
              <a:gd name="csX10" fmla="*/ 1395952 w 4021179"/>
              <a:gd name="csY10" fmla="*/ 6880571 h 6880571"/>
              <a:gd name="csX11" fmla="*/ 352693 w 4021179"/>
              <a:gd name="csY11" fmla="*/ 5072795 h 6880571"/>
              <a:gd name="csX12" fmla="*/ 408 w 4021179"/>
              <a:gd name="csY12" fmla="*/ 3420242 h 6880571"/>
              <a:gd name="csX0" fmla="*/ 304 w 4067967"/>
              <a:gd name="csY0" fmla="*/ 3420242 h 6880571"/>
              <a:gd name="csX1" fmla="*/ 450791 w 4067967"/>
              <a:gd name="csY1" fmla="*/ 1751599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04 w 4067967"/>
              <a:gd name="csY0" fmla="*/ 3420242 h 6880571"/>
              <a:gd name="csX1" fmla="*/ 450791 w 4067967"/>
              <a:gd name="csY1" fmla="*/ 1722292 h 6880571"/>
              <a:gd name="csX2" fmla="*/ 1441697 w 4067967"/>
              <a:gd name="csY2" fmla="*/ 1561 h 6880571"/>
              <a:gd name="csX3" fmla="*/ 3054715 w 4067967"/>
              <a:gd name="csY3" fmla="*/ 0 h 6880571"/>
              <a:gd name="csX4" fmla="*/ 4062105 w 4067967"/>
              <a:gd name="csY4" fmla="*/ 2865 h 6880571"/>
              <a:gd name="csX5" fmla="*/ 4057221 w 4067967"/>
              <a:gd name="csY5" fmla="*/ 1002506 h 6880571"/>
              <a:gd name="csX6" fmla="*/ 4057221 w 4067967"/>
              <a:gd name="csY6" fmla="*/ 5855494 h 6880571"/>
              <a:gd name="csX7" fmla="*/ 4062104 w 4067967"/>
              <a:gd name="csY7" fmla="*/ 5785751 h 6880571"/>
              <a:gd name="csX8" fmla="*/ 4067967 w 4067967"/>
              <a:gd name="csY8" fmla="*/ 6869723 h 6880571"/>
              <a:gd name="csX9" fmla="*/ 3140086 w 4067967"/>
              <a:gd name="csY9" fmla="*/ 6875584 h 6880571"/>
              <a:gd name="csX10" fmla="*/ 1442740 w 4067967"/>
              <a:gd name="csY10" fmla="*/ 6880571 h 6880571"/>
              <a:gd name="csX11" fmla="*/ 399481 w 4067967"/>
              <a:gd name="csY11" fmla="*/ 5072795 h 6880571"/>
              <a:gd name="csX12" fmla="*/ 304 w 4067967"/>
              <a:gd name="csY12" fmla="*/ 3420242 h 6880571"/>
              <a:gd name="csX0" fmla="*/ 324 w 4067987"/>
              <a:gd name="csY0" fmla="*/ 3420242 h 6880571"/>
              <a:gd name="csX1" fmla="*/ 450811 w 4067987"/>
              <a:gd name="csY1" fmla="*/ 1722292 h 6880571"/>
              <a:gd name="csX2" fmla="*/ 1441717 w 4067987"/>
              <a:gd name="csY2" fmla="*/ 1561 h 6880571"/>
              <a:gd name="csX3" fmla="*/ 3054735 w 4067987"/>
              <a:gd name="csY3" fmla="*/ 0 h 6880571"/>
              <a:gd name="csX4" fmla="*/ 4062125 w 4067987"/>
              <a:gd name="csY4" fmla="*/ 2865 h 6880571"/>
              <a:gd name="csX5" fmla="*/ 4057241 w 4067987"/>
              <a:gd name="csY5" fmla="*/ 1002506 h 6880571"/>
              <a:gd name="csX6" fmla="*/ 4057241 w 4067987"/>
              <a:gd name="csY6" fmla="*/ 5855494 h 6880571"/>
              <a:gd name="csX7" fmla="*/ 4062124 w 4067987"/>
              <a:gd name="csY7" fmla="*/ 5785751 h 6880571"/>
              <a:gd name="csX8" fmla="*/ 4067987 w 4067987"/>
              <a:gd name="csY8" fmla="*/ 6869723 h 6880571"/>
              <a:gd name="csX9" fmla="*/ 3140106 w 4067987"/>
              <a:gd name="csY9" fmla="*/ 6875584 h 6880571"/>
              <a:gd name="csX10" fmla="*/ 1442760 w 4067987"/>
              <a:gd name="csY10" fmla="*/ 6880571 h 6880571"/>
              <a:gd name="csX11" fmla="*/ 399501 w 4067987"/>
              <a:gd name="csY11" fmla="*/ 5072795 h 6880571"/>
              <a:gd name="csX12" fmla="*/ 324 w 4067987"/>
              <a:gd name="csY12" fmla="*/ 3420242 h 6880571"/>
              <a:gd name="csX0" fmla="*/ 132 w 4067795"/>
              <a:gd name="csY0" fmla="*/ 3420242 h 6880571"/>
              <a:gd name="csX1" fmla="*/ 450619 w 4067795"/>
              <a:gd name="csY1" fmla="*/ 1722292 h 6880571"/>
              <a:gd name="csX2" fmla="*/ 1441525 w 4067795"/>
              <a:gd name="csY2" fmla="*/ 1561 h 6880571"/>
              <a:gd name="csX3" fmla="*/ 3054543 w 4067795"/>
              <a:gd name="csY3" fmla="*/ 0 h 6880571"/>
              <a:gd name="csX4" fmla="*/ 4061933 w 4067795"/>
              <a:gd name="csY4" fmla="*/ 2865 h 6880571"/>
              <a:gd name="csX5" fmla="*/ 4057049 w 4067795"/>
              <a:gd name="csY5" fmla="*/ 1002506 h 6880571"/>
              <a:gd name="csX6" fmla="*/ 4057049 w 4067795"/>
              <a:gd name="csY6" fmla="*/ 5855494 h 6880571"/>
              <a:gd name="csX7" fmla="*/ 4061932 w 4067795"/>
              <a:gd name="csY7" fmla="*/ 5785751 h 6880571"/>
              <a:gd name="csX8" fmla="*/ 4067795 w 4067795"/>
              <a:gd name="csY8" fmla="*/ 6869723 h 6880571"/>
              <a:gd name="csX9" fmla="*/ 3139914 w 4067795"/>
              <a:gd name="csY9" fmla="*/ 6875584 h 6880571"/>
              <a:gd name="csX10" fmla="*/ 1442568 w 4067795"/>
              <a:gd name="csY10" fmla="*/ 6880571 h 6880571"/>
              <a:gd name="csX11" fmla="*/ 416894 w 4067795"/>
              <a:gd name="csY11" fmla="*/ 5090380 h 6880571"/>
              <a:gd name="csX12" fmla="*/ 132 w 4067795"/>
              <a:gd name="csY12"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4057049 w 6143396"/>
              <a:gd name="csY5" fmla="*/ 1002506 h 6880571"/>
              <a:gd name="csX6" fmla="*/ 4057049 w 6143396"/>
              <a:gd name="csY6" fmla="*/ 5855494 h 6880571"/>
              <a:gd name="csX7" fmla="*/ 4061932 w 6143396"/>
              <a:gd name="csY7" fmla="*/ 5785751 h 6880571"/>
              <a:gd name="csX8" fmla="*/ 4067795 w 6143396"/>
              <a:gd name="csY8" fmla="*/ 6869723 h 6880571"/>
              <a:gd name="csX9" fmla="*/ 3139914 w 6143396"/>
              <a:gd name="csY9" fmla="*/ 6875584 h 6880571"/>
              <a:gd name="csX10" fmla="*/ 1442568 w 6143396"/>
              <a:gd name="csY10" fmla="*/ 6880571 h 6880571"/>
              <a:gd name="csX11" fmla="*/ 416894 w 6143396"/>
              <a:gd name="csY11" fmla="*/ 5090380 h 6880571"/>
              <a:gd name="csX12" fmla="*/ 132 w 6143396"/>
              <a:gd name="csY12" fmla="*/ 3420242 h 6880571"/>
              <a:gd name="csX0" fmla="*/ 132 w 6269544"/>
              <a:gd name="csY0" fmla="*/ 3420242 h 6880571"/>
              <a:gd name="csX1" fmla="*/ 450619 w 6269544"/>
              <a:gd name="csY1" fmla="*/ 1722292 h 6880571"/>
              <a:gd name="csX2" fmla="*/ 1441525 w 6269544"/>
              <a:gd name="csY2" fmla="*/ 1561 h 6880571"/>
              <a:gd name="csX3" fmla="*/ 3054543 w 6269544"/>
              <a:gd name="csY3" fmla="*/ 0 h 6880571"/>
              <a:gd name="csX4" fmla="*/ 6143396 w 6269544"/>
              <a:gd name="csY4" fmla="*/ 26929 h 6880571"/>
              <a:gd name="csX5" fmla="*/ 6067925 w 6269544"/>
              <a:gd name="csY5" fmla="*/ 2693582 h 6880571"/>
              <a:gd name="csX6" fmla="*/ 4057049 w 6269544"/>
              <a:gd name="csY6" fmla="*/ 1002506 h 6880571"/>
              <a:gd name="csX7" fmla="*/ 4057049 w 6269544"/>
              <a:gd name="csY7" fmla="*/ 5855494 h 6880571"/>
              <a:gd name="csX8" fmla="*/ 4061932 w 6269544"/>
              <a:gd name="csY8" fmla="*/ 5785751 h 6880571"/>
              <a:gd name="csX9" fmla="*/ 4067795 w 6269544"/>
              <a:gd name="csY9" fmla="*/ 6869723 h 6880571"/>
              <a:gd name="csX10" fmla="*/ 3139914 w 6269544"/>
              <a:gd name="csY10" fmla="*/ 6875584 h 6880571"/>
              <a:gd name="csX11" fmla="*/ 1442568 w 6269544"/>
              <a:gd name="csY11" fmla="*/ 6880571 h 6880571"/>
              <a:gd name="csX12" fmla="*/ 416894 w 6269544"/>
              <a:gd name="csY12" fmla="*/ 5090380 h 6880571"/>
              <a:gd name="csX13" fmla="*/ 132 w 6269544"/>
              <a:gd name="csY13" fmla="*/ 3420242 h 6880571"/>
              <a:gd name="csX0" fmla="*/ 132 w 6143396"/>
              <a:gd name="csY0" fmla="*/ 3420242 h 6880571"/>
              <a:gd name="csX1" fmla="*/ 450619 w 6143396"/>
              <a:gd name="csY1" fmla="*/ 1722292 h 6880571"/>
              <a:gd name="csX2" fmla="*/ 1441525 w 6143396"/>
              <a:gd name="csY2" fmla="*/ 1561 h 6880571"/>
              <a:gd name="csX3" fmla="*/ 3054543 w 6143396"/>
              <a:gd name="csY3" fmla="*/ 0 h 6880571"/>
              <a:gd name="csX4" fmla="*/ 6143396 w 6143396"/>
              <a:gd name="csY4" fmla="*/ 26929 h 6880571"/>
              <a:gd name="csX5" fmla="*/ 6067925 w 6143396"/>
              <a:gd name="csY5" fmla="*/ 2693582 h 6880571"/>
              <a:gd name="csX6" fmla="*/ 4057049 w 6143396"/>
              <a:gd name="csY6" fmla="*/ 1002506 h 6880571"/>
              <a:gd name="csX7" fmla="*/ 4057049 w 6143396"/>
              <a:gd name="csY7" fmla="*/ 5855494 h 6880571"/>
              <a:gd name="csX8" fmla="*/ 4061932 w 6143396"/>
              <a:gd name="csY8" fmla="*/ 5785751 h 6880571"/>
              <a:gd name="csX9" fmla="*/ 4067795 w 6143396"/>
              <a:gd name="csY9" fmla="*/ 6869723 h 6880571"/>
              <a:gd name="csX10" fmla="*/ 3139914 w 6143396"/>
              <a:gd name="csY10" fmla="*/ 6875584 h 6880571"/>
              <a:gd name="csX11" fmla="*/ 1442568 w 6143396"/>
              <a:gd name="csY11" fmla="*/ 6880571 h 6880571"/>
              <a:gd name="csX12" fmla="*/ 416894 w 6143396"/>
              <a:gd name="csY12" fmla="*/ 5090380 h 6880571"/>
              <a:gd name="csX13" fmla="*/ 132 w 6143396"/>
              <a:gd name="csY13" fmla="*/ 3420242 h 6880571"/>
              <a:gd name="csX0" fmla="*/ 132 w 6146367"/>
              <a:gd name="csY0" fmla="*/ 3420242 h 6880571"/>
              <a:gd name="csX1" fmla="*/ 450619 w 6146367"/>
              <a:gd name="csY1" fmla="*/ 1722292 h 6880571"/>
              <a:gd name="csX2" fmla="*/ 1441525 w 6146367"/>
              <a:gd name="csY2" fmla="*/ 1561 h 6880571"/>
              <a:gd name="csX3" fmla="*/ 3054543 w 6146367"/>
              <a:gd name="csY3" fmla="*/ 0 h 6880571"/>
              <a:gd name="csX4" fmla="*/ 6143396 w 6146367"/>
              <a:gd name="csY4" fmla="*/ 26929 h 6880571"/>
              <a:gd name="csX5" fmla="*/ 6067925 w 6146367"/>
              <a:gd name="csY5" fmla="*/ 2693582 h 6880571"/>
              <a:gd name="csX6" fmla="*/ 4057049 w 6146367"/>
              <a:gd name="csY6" fmla="*/ 1002506 h 6880571"/>
              <a:gd name="csX7" fmla="*/ 4057049 w 6146367"/>
              <a:gd name="csY7" fmla="*/ 5855494 h 6880571"/>
              <a:gd name="csX8" fmla="*/ 4061932 w 6146367"/>
              <a:gd name="csY8" fmla="*/ 5785751 h 6880571"/>
              <a:gd name="csX9" fmla="*/ 4067795 w 6146367"/>
              <a:gd name="csY9" fmla="*/ 6869723 h 6880571"/>
              <a:gd name="csX10" fmla="*/ 3139914 w 6146367"/>
              <a:gd name="csY10" fmla="*/ 6875584 h 6880571"/>
              <a:gd name="csX11" fmla="*/ 1442568 w 6146367"/>
              <a:gd name="csY11" fmla="*/ 6880571 h 6880571"/>
              <a:gd name="csX12" fmla="*/ 416894 w 6146367"/>
              <a:gd name="csY12" fmla="*/ 5090380 h 6880571"/>
              <a:gd name="csX13" fmla="*/ 132 w 6146367"/>
              <a:gd name="csY13" fmla="*/ 3420242 h 6880571"/>
              <a:gd name="csX0" fmla="*/ 132 w 6146367"/>
              <a:gd name="csY0" fmla="*/ 3420242 h 6910011"/>
              <a:gd name="csX1" fmla="*/ 450619 w 6146367"/>
              <a:gd name="csY1" fmla="*/ 1722292 h 6910011"/>
              <a:gd name="csX2" fmla="*/ 1441525 w 6146367"/>
              <a:gd name="csY2" fmla="*/ 1561 h 6910011"/>
              <a:gd name="csX3" fmla="*/ 3054543 w 6146367"/>
              <a:gd name="csY3" fmla="*/ 0 h 6910011"/>
              <a:gd name="csX4" fmla="*/ 6143396 w 6146367"/>
              <a:gd name="csY4" fmla="*/ 26929 h 6910011"/>
              <a:gd name="csX5" fmla="*/ 6067925 w 6146367"/>
              <a:gd name="csY5" fmla="*/ 2693582 h 6910011"/>
              <a:gd name="csX6" fmla="*/ 6102417 w 6146367"/>
              <a:gd name="csY6" fmla="*/ 6910011 h 6910011"/>
              <a:gd name="csX7" fmla="*/ 4057049 w 6146367"/>
              <a:gd name="csY7" fmla="*/ 5855494 h 6910011"/>
              <a:gd name="csX8" fmla="*/ 4061932 w 6146367"/>
              <a:gd name="csY8" fmla="*/ 5785751 h 6910011"/>
              <a:gd name="csX9" fmla="*/ 4067795 w 6146367"/>
              <a:gd name="csY9" fmla="*/ 6869723 h 6910011"/>
              <a:gd name="csX10" fmla="*/ 3139914 w 6146367"/>
              <a:gd name="csY10" fmla="*/ 6875584 h 6910011"/>
              <a:gd name="csX11" fmla="*/ 1442568 w 6146367"/>
              <a:gd name="csY11" fmla="*/ 6880571 h 6910011"/>
              <a:gd name="csX12" fmla="*/ 416894 w 6146367"/>
              <a:gd name="csY12" fmla="*/ 5090380 h 6910011"/>
              <a:gd name="csX13" fmla="*/ 132 w 6146367"/>
              <a:gd name="csY13" fmla="*/ 3420242 h 6910011"/>
              <a:gd name="csX0" fmla="*/ 132 w 6149724"/>
              <a:gd name="csY0" fmla="*/ 3420242 h 6910011"/>
              <a:gd name="csX1" fmla="*/ 450619 w 6149724"/>
              <a:gd name="csY1" fmla="*/ 1722292 h 6910011"/>
              <a:gd name="csX2" fmla="*/ 1441525 w 6149724"/>
              <a:gd name="csY2" fmla="*/ 1561 h 6910011"/>
              <a:gd name="csX3" fmla="*/ 3054543 w 6149724"/>
              <a:gd name="csY3" fmla="*/ 0 h 6910011"/>
              <a:gd name="csX4" fmla="*/ 6143396 w 6149724"/>
              <a:gd name="csY4" fmla="*/ 26929 h 6910011"/>
              <a:gd name="csX5" fmla="*/ 6117162 w 6149724"/>
              <a:gd name="csY5" fmla="*/ 2693582 h 6910011"/>
              <a:gd name="csX6" fmla="*/ 6102417 w 6149724"/>
              <a:gd name="csY6" fmla="*/ 6910011 h 6910011"/>
              <a:gd name="csX7" fmla="*/ 4057049 w 6149724"/>
              <a:gd name="csY7" fmla="*/ 5855494 h 6910011"/>
              <a:gd name="csX8" fmla="*/ 4061932 w 6149724"/>
              <a:gd name="csY8" fmla="*/ 5785751 h 6910011"/>
              <a:gd name="csX9" fmla="*/ 4067795 w 6149724"/>
              <a:gd name="csY9" fmla="*/ 6869723 h 6910011"/>
              <a:gd name="csX10" fmla="*/ 3139914 w 6149724"/>
              <a:gd name="csY10" fmla="*/ 6875584 h 6910011"/>
              <a:gd name="csX11" fmla="*/ 1442568 w 6149724"/>
              <a:gd name="csY11" fmla="*/ 6880571 h 6910011"/>
              <a:gd name="csX12" fmla="*/ 416894 w 6149724"/>
              <a:gd name="csY12" fmla="*/ 5090380 h 6910011"/>
              <a:gd name="csX13" fmla="*/ 132 w 6149724"/>
              <a:gd name="csY13" fmla="*/ 3420242 h 6910011"/>
              <a:gd name="csX0" fmla="*/ 132 w 6119153"/>
              <a:gd name="csY0" fmla="*/ 3420242 h 6910011"/>
              <a:gd name="csX1" fmla="*/ 450619 w 6119153"/>
              <a:gd name="csY1" fmla="*/ 1722292 h 6910011"/>
              <a:gd name="csX2" fmla="*/ 1441525 w 6119153"/>
              <a:gd name="csY2" fmla="*/ 1561 h 6910011"/>
              <a:gd name="csX3" fmla="*/ 3054543 w 6119153"/>
              <a:gd name="csY3" fmla="*/ 0 h 6910011"/>
              <a:gd name="csX4" fmla="*/ 6016787 w 6119153"/>
              <a:gd name="csY4" fmla="*/ 40997 h 6910011"/>
              <a:gd name="csX5" fmla="*/ 6117162 w 6119153"/>
              <a:gd name="csY5" fmla="*/ 2693582 h 6910011"/>
              <a:gd name="csX6" fmla="*/ 6102417 w 6119153"/>
              <a:gd name="csY6" fmla="*/ 6910011 h 6910011"/>
              <a:gd name="csX7" fmla="*/ 4057049 w 6119153"/>
              <a:gd name="csY7" fmla="*/ 5855494 h 6910011"/>
              <a:gd name="csX8" fmla="*/ 4061932 w 6119153"/>
              <a:gd name="csY8" fmla="*/ 5785751 h 6910011"/>
              <a:gd name="csX9" fmla="*/ 4067795 w 6119153"/>
              <a:gd name="csY9" fmla="*/ 6869723 h 6910011"/>
              <a:gd name="csX10" fmla="*/ 3139914 w 6119153"/>
              <a:gd name="csY10" fmla="*/ 6875584 h 6910011"/>
              <a:gd name="csX11" fmla="*/ 1442568 w 6119153"/>
              <a:gd name="csY11" fmla="*/ 6880571 h 6910011"/>
              <a:gd name="csX12" fmla="*/ 416894 w 6119153"/>
              <a:gd name="csY12" fmla="*/ 5090380 h 6910011"/>
              <a:gd name="csX13" fmla="*/ 132 w 6119153"/>
              <a:gd name="csY13" fmla="*/ 3420242 h 6910011"/>
              <a:gd name="csX0" fmla="*/ 132 w 6123470"/>
              <a:gd name="csY0" fmla="*/ 3420242 h 6910011"/>
              <a:gd name="csX1" fmla="*/ 450619 w 6123470"/>
              <a:gd name="csY1" fmla="*/ 1722292 h 6910011"/>
              <a:gd name="csX2" fmla="*/ 1441525 w 6123470"/>
              <a:gd name="csY2" fmla="*/ 1561 h 6910011"/>
              <a:gd name="csX3" fmla="*/ 3054543 w 6123470"/>
              <a:gd name="csY3" fmla="*/ 0 h 6910011"/>
              <a:gd name="csX4" fmla="*/ 6094160 w 6123470"/>
              <a:gd name="csY4" fmla="*/ 40997 h 6910011"/>
              <a:gd name="csX5" fmla="*/ 6117162 w 6123470"/>
              <a:gd name="csY5" fmla="*/ 2693582 h 6910011"/>
              <a:gd name="csX6" fmla="*/ 6102417 w 6123470"/>
              <a:gd name="csY6" fmla="*/ 6910011 h 6910011"/>
              <a:gd name="csX7" fmla="*/ 4057049 w 6123470"/>
              <a:gd name="csY7" fmla="*/ 5855494 h 6910011"/>
              <a:gd name="csX8" fmla="*/ 4061932 w 6123470"/>
              <a:gd name="csY8" fmla="*/ 5785751 h 6910011"/>
              <a:gd name="csX9" fmla="*/ 4067795 w 6123470"/>
              <a:gd name="csY9" fmla="*/ 6869723 h 6910011"/>
              <a:gd name="csX10" fmla="*/ 3139914 w 6123470"/>
              <a:gd name="csY10" fmla="*/ 6875584 h 6910011"/>
              <a:gd name="csX11" fmla="*/ 1442568 w 6123470"/>
              <a:gd name="csY11" fmla="*/ 6880571 h 6910011"/>
              <a:gd name="csX12" fmla="*/ 416894 w 6123470"/>
              <a:gd name="csY12" fmla="*/ 5090380 h 6910011"/>
              <a:gd name="csX13" fmla="*/ 132 w 6123470"/>
              <a:gd name="csY13" fmla="*/ 3420242 h 6910011"/>
              <a:gd name="csX0" fmla="*/ 132 w 6102417"/>
              <a:gd name="csY0" fmla="*/ 3420242 h 6910011"/>
              <a:gd name="csX1" fmla="*/ 450619 w 6102417"/>
              <a:gd name="csY1" fmla="*/ 1722292 h 6910011"/>
              <a:gd name="csX2" fmla="*/ 1441525 w 6102417"/>
              <a:gd name="csY2" fmla="*/ 1561 h 6910011"/>
              <a:gd name="csX3" fmla="*/ 3054543 w 6102417"/>
              <a:gd name="csY3" fmla="*/ 0 h 6910011"/>
              <a:gd name="csX4" fmla="*/ 6094160 w 6102417"/>
              <a:gd name="csY4" fmla="*/ 40997 h 6910011"/>
              <a:gd name="csX5" fmla="*/ 5983519 w 6102417"/>
              <a:gd name="csY5" fmla="*/ 2707650 h 6910011"/>
              <a:gd name="csX6" fmla="*/ 6102417 w 6102417"/>
              <a:gd name="csY6" fmla="*/ 6910011 h 6910011"/>
              <a:gd name="csX7" fmla="*/ 4057049 w 6102417"/>
              <a:gd name="csY7" fmla="*/ 5855494 h 6910011"/>
              <a:gd name="csX8" fmla="*/ 4061932 w 6102417"/>
              <a:gd name="csY8" fmla="*/ 5785751 h 6910011"/>
              <a:gd name="csX9" fmla="*/ 4067795 w 6102417"/>
              <a:gd name="csY9" fmla="*/ 6869723 h 6910011"/>
              <a:gd name="csX10" fmla="*/ 3139914 w 6102417"/>
              <a:gd name="csY10" fmla="*/ 6875584 h 6910011"/>
              <a:gd name="csX11" fmla="*/ 1442568 w 6102417"/>
              <a:gd name="csY11" fmla="*/ 6880571 h 6910011"/>
              <a:gd name="csX12" fmla="*/ 416894 w 6102417"/>
              <a:gd name="csY12" fmla="*/ 5090380 h 6910011"/>
              <a:gd name="csX13" fmla="*/ 132 w 6102417"/>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4057049 w 6112815"/>
              <a:gd name="csY7" fmla="*/ 5855494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061932 w 6112815"/>
              <a:gd name="csY8" fmla="*/ 578575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561335 w 6112815"/>
              <a:gd name="csY8" fmla="*/ 6791591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1167"/>
              <a:gd name="csX1" fmla="*/ 450619 w 6112815"/>
              <a:gd name="csY1" fmla="*/ 1722292 h 6911167"/>
              <a:gd name="csX2" fmla="*/ 1441525 w 6112815"/>
              <a:gd name="csY2" fmla="*/ 1561 h 6911167"/>
              <a:gd name="csX3" fmla="*/ 3054543 w 6112815"/>
              <a:gd name="csY3" fmla="*/ 0 h 6911167"/>
              <a:gd name="csX4" fmla="*/ 6094160 w 6112815"/>
              <a:gd name="csY4" fmla="*/ 40997 h 6911167"/>
              <a:gd name="csX5" fmla="*/ 6103095 w 6112815"/>
              <a:gd name="csY5" fmla="*/ 2700616 h 6911167"/>
              <a:gd name="csX6" fmla="*/ 6102417 w 6112815"/>
              <a:gd name="csY6" fmla="*/ 6910011 h 6911167"/>
              <a:gd name="csX7" fmla="*/ 5006618 w 6112815"/>
              <a:gd name="csY7" fmla="*/ 6875402 h 6911167"/>
              <a:gd name="csX8" fmla="*/ 4575403 w 6112815"/>
              <a:gd name="csY8" fmla="*/ 6911167 h 6911167"/>
              <a:gd name="csX9" fmla="*/ 4067795 w 6112815"/>
              <a:gd name="csY9" fmla="*/ 6869723 h 6911167"/>
              <a:gd name="csX10" fmla="*/ 3139914 w 6112815"/>
              <a:gd name="csY10" fmla="*/ 6875584 h 6911167"/>
              <a:gd name="csX11" fmla="*/ 1442568 w 6112815"/>
              <a:gd name="csY11" fmla="*/ 6880571 h 6911167"/>
              <a:gd name="csX12" fmla="*/ 416894 w 6112815"/>
              <a:gd name="csY12" fmla="*/ 5090380 h 6911167"/>
              <a:gd name="csX13" fmla="*/ 132 w 6112815"/>
              <a:gd name="csY13" fmla="*/ 3420242 h 6911167"/>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7795 w 6112815"/>
              <a:gd name="csY9" fmla="*/ 6869723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910011"/>
              <a:gd name="csX1" fmla="*/ 450619 w 6112815"/>
              <a:gd name="csY1" fmla="*/ 1722292 h 6910011"/>
              <a:gd name="csX2" fmla="*/ 1441525 w 6112815"/>
              <a:gd name="csY2" fmla="*/ 1561 h 6910011"/>
              <a:gd name="csX3" fmla="*/ 3054543 w 6112815"/>
              <a:gd name="csY3" fmla="*/ 0 h 6910011"/>
              <a:gd name="csX4" fmla="*/ 6094160 w 6112815"/>
              <a:gd name="csY4" fmla="*/ 40997 h 6910011"/>
              <a:gd name="csX5" fmla="*/ 6103095 w 6112815"/>
              <a:gd name="csY5" fmla="*/ 2700616 h 6910011"/>
              <a:gd name="csX6" fmla="*/ 6102417 w 6112815"/>
              <a:gd name="csY6" fmla="*/ 6910011 h 6910011"/>
              <a:gd name="csX7" fmla="*/ 5006618 w 6112815"/>
              <a:gd name="csY7" fmla="*/ 6875402 h 6910011"/>
              <a:gd name="csX8" fmla="*/ 4610572 w 6112815"/>
              <a:gd name="csY8" fmla="*/ 6883032 h 6910011"/>
              <a:gd name="csX9" fmla="*/ 4060761 w 6112815"/>
              <a:gd name="csY9" fmla="*/ 6876757 h 6910011"/>
              <a:gd name="csX10" fmla="*/ 3139914 w 6112815"/>
              <a:gd name="csY10" fmla="*/ 6875584 h 6910011"/>
              <a:gd name="csX11" fmla="*/ 1442568 w 6112815"/>
              <a:gd name="csY11" fmla="*/ 6880571 h 6910011"/>
              <a:gd name="csX12" fmla="*/ 416894 w 6112815"/>
              <a:gd name="csY12" fmla="*/ 5090380 h 6910011"/>
              <a:gd name="csX13" fmla="*/ 132 w 6112815"/>
              <a:gd name="csY13" fmla="*/ 3420242 h 6910011"/>
              <a:gd name="csX0" fmla="*/ 132 w 6112815"/>
              <a:gd name="csY0" fmla="*/ 3420242 h 6883032"/>
              <a:gd name="csX1" fmla="*/ 450619 w 6112815"/>
              <a:gd name="csY1" fmla="*/ 1722292 h 6883032"/>
              <a:gd name="csX2" fmla="*/ 1441525 w 6112815"/>
              <a:gd name="csY2" fmla="*/ 1561 h 6883032"/>
              <a:gd name="csX3" fmla="*/ 3054543 w 6112815"/>
              <a:gd name="csY3" fmla="*/ 0 h 6883032"/>
              <a:gd name="csX4" fmla="*/ 6094160 w 6112815"/>
              <a:gd name="csY4" fmla="*/ 40997 h 6883032"/>
              <a:gd name="csX5" fmla="*/ 6103095 w 6112815"/>
              <a:gd name="csY5" fmla="*/ 2700616 h 6883032"/>
              <a:gd name="csX6" fmla="*/ 6102417 w 6112815"/>
              <a:gd name="csY6" fmla="*/ 6867808 h 6883032"/>
              <a:gd name="csX7" fmla="*/ 5006618 w 6112815"/>
              <a:gd name="csY7" fmla="*/ 6875402 h 6883032"/>
              <a:gd name="csX8" fmla="*/ 4610572 w 6112815"/>
              <a:gd name="csY8" fmla="*/ 6883032 h 6883032"/>
              <a:gd name="csX9" fmla="*/ 4060761 w 6112815"/>
              <a:gd name="csY9" fmla="*/ 6876757 h 6883032"/>
              <a:gd name="csX10" fmla="*/ 3139914 w 6112815"/>
              <a:gd name="csY10" fmla="*/ 6875584 h 6883032"/>
              <a:gd name="csX11" fmla="*/ 1442568 w 6112815"/>
              <a:gd name="csY11" fmla="*/ 6880571 h 6883032"/>
              <a:gd name="csX12" fmla="*/ 416894 w 6112815"/>
              <a:gd name="csY12" fmla="*/ 5090380 h 6883032"/>
              <a:gd name="csX13" fmla="*/ 132 w 6112815"/>
              <a:gd name="csY13" fmla="*/ 3420242 h 6883032"/>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5968774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12815"/>
              <a:gd name="csY0" fmla="*/ 3420242 h 6888910"/>
              <a:gd name="csX1" fmla="*/ 450619 w 6112815"/>
              <a:gd name="csY1" fmla="*/ 1722292 h 6888910"/>
              <a:gd name="csX2" fmla="*/ 1441525 w 6112815"/>
              <a:gd name="csY2" fmla="*/ 1561 h 6888910"/>
              <a:gd name="csX3" fmla="*/ 3054543 w 6112815"/>
              <a:gd name="csY3" fmla="*/ 0 h 6888910"/>
              <a:gd name="csX4" fmla="*/ 6094160 w 6112815"/>
              <a:gd name="csY4" fmla="*/ 40997 h 6888910"/>
              <a:gd name="csX5" fmla="*/ 6103095 w 6112815"/>
              <a:gd name="csY5" fmla="*/ 2700616 h 6888910"/>
              <a:gd name="csX6" fmla="*/ 6102417 w 6112815"/>
              <a:gd name="csY6" fmla="*/ 6888910 h 6888910"/>
              <a:gd name="csX7" fmla="*/ 5006618 w 6112815"/>
              <a:gd name="csY7" fmla="*/ 6875402 h 6888910"/>
              <a:gd name="csX8" fmla="*/ 4610572 w 6112815"/>
              <a:gd name="csY8" fmla="*/ 6883032 h 6888910"/>
              <a:gd name="csX9" fmla="*/ 4060761 w 6112815"/>
              <a:gd name="csY9" fmla="*/ 6876757 h 6888910"/>
              <a:gd name="csX10" fmla="*/ 3139914 w 6112815"/>
              <a:gd name="csY10" fmla="*/ 6875584 h 6888910"/>
              <a:gd name="csX11" fmla="*/ 1442568 w 6112815"/>
              <a:gd name="csY11" fmla="*/ 6880571 h 6888910"/>
              <a:gd name="csX12" fmla="*/ 416894 w 6112815"/>
              <a:gd name="csY12" fmla="*/ 5090380 h 6888910"/>
              <a:gd name="csX13" fmla="*/ 132 w 6112815"/>
              <a:gd name="csY13" fmla="*/ 3420242 h 6888910"/>
              <a:gd name="csX0" fmla="*/ 132 w 6103234"/>
              <a:gd name="csY0" fmla="*/ 3420242 h 6888910"/>
              <a:gd name="csX1" fmla="*/ 450619 w 6103234"/>
              <a:gd name="csY1" fmla="*/ 1722292 h 6888910"/>
              <a:gd name="csX2" fmla="*/ 1441525 w 6103234"/>
              <a:gd name="csY2" fmla="*/ 1561 h 6888910"/>
              <a:gd name="csX3" fmla="*/ 3054543 w 6103234"/>
              <a:gd name="csY3" fmla="*/ 0 h 6888910"/>
              <a:gd name="csX4" fmla="*/ 4528971 w 6103234"/>
              <a:gd name="csY4" fmla="*/ 296369 h 6888910"/>
              <a:gd name="csX5" fmla="*/ 6103095 w 6103234"/>
              <a:gd name="csY5" fmla="*/ 2700616 h 6888910"/>
              <a:gd name="csX6" fmla="*/ 6102417 w 6103234"/>
              <a:gd name="csY6" fmla="*/ 6888910 h 6888910"/>
              <a:gd name="csX7" fmla="*/ 5006618 w 6103234"/>
              <a:gd name="csY7" fmla="*/ 6875402 h 6888910"/>
              <a:gd name="csX8" fmla="*/ 4610572 w 6103234"/>
              <a:gd name="csY8" fmla="*/ 6883032 h 6888910"/>
              <a:gd name="csX9" fmla="*/ 4060761 w 6103234"/>
              <a:gd name="csY9" fmla="*/ 6876757 h 6888910"/>
              <a:gd name="csX10" fmla="*/ 3139914 w 6103234"/>
              <a:gd name="csY10" fmla="*/ 6875584 h 6888910"/>
              <a:gd name="csX11" fmla="*/ 1442568 w 6103234"/>
              <a:gd name="csY11" fmla="*/ 6880571 h 6888910"/>
              <a:gd name="csX12" fmla="*/ 416894 w 6103234"/>
              <a:gd name="csY12" fmla="*/ 5090380 h 6888910"/>
              <a:gd name="csX13" fmla="*/ 132 w 6103234"/>
              <a:gd name="csY13" fmla="*/ 3420242 h 6888910"/>
              <a:gd name="csX0" fmla="*/ 132 w 6103450"/>
              <a:gd name="csY0" fmla="*/ 3420242 h 6888910"/>
              <a:gd name="csX1" fmla="*/ 450619 w 6103450"/>
              <a:gd name="csY1" fmla="*/ 1722292 h 6888910"/>
              <a:gd name="csX2" fmla="*/ 1441525 w 6103450"/>
              <a:gd name="csY2" fmla="*/ 1561 h 6888910"/>
              <a:gd name="csX3" fmla="*/ 3054543 w 6103450"/>
              <a:gd name="csY3" fmla="*/ 0 h 6888910"/>
              <a:gd name="csX4" fmla="*/ 5492798 w 6103450"/>
              <a:gd name="csY4" fmla="*/ 24520 h 6888910"/>
              <a:gd name="csX5" fmla="*/ 6103095 w 6103450"/>
              <a:gd name="csY5" fmla="*/ 2700616 h 6888910"/>
              <a:gd name="csX6" fmla="*/ 6102417 w 6103450"/>
              <a:gd name="csY6" fmla="*/ 6888910 h 6888910"/>
              <a:gd name="csX7" fmla="*/ 5006618 w 6103450"/>
              <a:gd name="csY7" fmla="*/ 6875402 h 6888910"/>
              <a:gd name="csX8" fmla="*/ 4610572 w 6103450"/>
              <a:gd name="csY8" fmla="*/ 6883032 h 6888910"/>
              <a:gd name="csX9" fmla="*/ 4060761 w 6103450"/>
              <a:gd name="csY9" fmla="*/ 6876757 h 6888910"/>
              <a:gd name="csX10" fmla="*/ 3139914 w 6103450"/>
              <a:gd name="csY10" fmla="*/ 6875584 h 6888910"/>
              <a:gd name="csX11" fmla="*/ 1442568 w 6103450"/>
              <a:gd name="csY11" fmla="*/ 6880571 h 6888910"/>
              <a:gd name="csX12" fmla="*/ 416894 w 6103450"/>
              <a:gd name="csY12" fmla="*/ 5090380 h 6888910"/>
              <a:gd name="csX13" fmla="*/ 132 w 6103450"/>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2134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6102417"/>
              <a:gd name="csY0" fmla="*/ 3420242 h 6888910"/>
              <a:gd name="csX1" fmla="*/ 450619 w 6102417"/>
              <a:gd name="csY1" fmla="*/ 1722292 h 6888910"/>
              <a:gd name="csX2" fmla="*/ 1441525 w 6102417"/>
              <a:gd name="csY2" fmla="*/ 1561 h 6888910"/>
              <a:gd name="csX3" fmla="*/ 3054543 w 6102417"/>
              <a:gd name="csY3" fmla="*/ 0 h 6888910"/>
              <a:gd name="csX4" fmla="*/ 5492798 w 6102417"/>
              <a:gd name="csY4" fmla="*/ 24520 h 6888910"/>
              <a:gd name="csX5" fmla="*/ 5518208 w 6102417"/>
              <a:gd name="csY5" fmla="*/ 2750043 h 6888910"/>
              <a:gd name="csX6" fmla="*/ 6102417 w 6102417"/>
              <a:gd name="csY6" fmla="*/ 6888910 h 6888910"/>
              <a:gd name="csX7" fmla="*/ 5006618 w 6102417"/>
              <a:gd name="csY7" fmla="*/ 6875402 h 6888910"/>
              <a:gd name="csX8" fmla="*/ 4610572 w 6102417"/>
              <a:gd name="csY8" fmla="*/ 6883032 h 6888910"/>
              <a:gd name="csX9" fmla="*/ 4060761 w 6102417"/>
              <a:gd name="csY9" fmla="*/ 6876757 h 6888910"/>
              <a:gd name="csX10" fmla="*/ 3139914 w 6102417"/>
              <a:gd name="csY10" fmla="*/ 6875584 h 6888910"/>
              <a:gd name="csX11" fmla="*/ 1442568 w 6102417"/>
              <a:gd name="csY11" fmla="*/ 6880571 h 6888910"/>
              <a:gd name="csX12" fmla="*/ 416894 w 6102417"/>
              <a:gd name="csY12" fmla="*/ 5090380 h 6888910"/>
              <a:gd name="csX13" fmla="*/ 132 w 6102417"/>
              <a:gd name="csY13" fmla="*/ 3420242 h 6888910"/>
              <a:gd name="csX0" fmla="*/ 132 w 5524136"/>
              <a:gd name="csY0" fmla="*/ 3420242 h 6897147"/>
              <a:gd name="csX1" fmla="*/ 450619 w 5524136"/>
              <a:gd name="csY1" fmla="*/ 1722292 h 6897147"/>
              <a:gd name="csX2" fmla="*/ 1441525 w 5524136"/>
              <a:gd name="csY2" fmla="*/ 1561 h 6897147"/>
              <a:gd name="csX3" fmla="*/ 3054543 w 5524136"/>
              <a:gd name="csY3" fmla="*/ 0 h 6897147"/>
              <a:gd name="csX4" fmla="*/ 5492798 w 5524136"/>
              <a:gd name="csY4" fmla="*/ 24520 h 6897147"/>
              <a:gd name="csX5" fmla="*/ 5518208 w 5524136"/>
              <a:gd name="csY5" fmla="*/ 2750043 h 6897147"/>
              <a:gd name="csX6" fmla="*/ 5113877 w 5524136"/>
              <a:gd name="csY6" fmla="*/ 6897147 h 6897147"/>
              <a:gd name="csX7" fmla="*/ 5006618 w 5524136"/>
              <a:gd name="csY7" fmla="*/ 6875402 h 6897147"/>
              <a:gd name="csX8" fmla="*/ 4610572 w 5524136"/>
              <a:gd name="csY8" fmla="*/ 6883032 h 6897147"/>
              <a:gd name="csX9" fmla="*/ 4060761 w 5524136"/>
              <a:gd name="csY9" fmla="*/ 6876757 h 6897147"/>
              <a:gd name="csX10" fmla="*/ 3139914 w 5524136"/>
              <a:gd name="csY10" fmla="*/ 6875584 h 6897147"/>
              <a:gd name="csX11" fmla="*/ 1442568 w 5524136"/>
              <a:gd name="csY11" fmla="*/ 6880571 h 6897147"/>
              <a:gd name="csX12" fmla="*/ 416894 w 5524136"/>
              <a:gd name="csY12" fmla="*/ 5090380 h 6897147"/>
              <a:gd name="csX13" fmla="*/ 132 w 5524136"/>
              <a:gd name="csY13" fmla="*/ 3420242 h 6897147"/>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492798 w 5542245"/>
              <a:gd name="csY4" fmla="*/ 24520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 name="csX0" fmla="*/ 132 w 5542245"/>
              <a:gd name="csY0" fmla="*/ 3420242 h 6888909"/>
              <a:gd name="csX1" fmla="*/ 450619 w 5542245"/>
              <a:gd name="csY1" fmla="*/ 1722292 h 6888909"/>
              <a:gd name="csX2" fmla="*/ 1441525 w 5542245"/>
              <a:gd name="csY2" fmla="*/ 1561 h 6888909"/>
              <a:gd name="csX3" fmla="*/ 3054543 w 5542245"/>
              <a:gd name="csY3" fmla="*/ 0 h 6888909"/>
              <a:gd name="csX4" fmla="*/ 5521735 w 5542245"/>
              <a:gd name="csY4" fmla="*/ 12945 h 6888909"/>
              <a:gd name="csX5" fmla="*/ 5518208 w 5542245"/>
              <a:gd name="csY5" fmla="*/ 2750043 h 6888909"/>
              <a:gd name="csX6" fmla="*/ 5542245 w 5542245"/>
              <a:gd name="csY6" fmla="*/ 6888909 h 6888909"/>
              <a:gd name="csX7" fmla="*/ 5006618 w 5542245"/>
              <a:gd name="csY7" fmla="*/ 6875402 h 6888909"/>
              <a:gd name="csX8" fmla="*/ 4610572 w 5542245"/>
              <a:gd name="csY8" fmla="*/ 6883032 h 6888909"/>
              <a:gd name="csX9" fmla="*/ 4060761 w 5542245"/>
              <a:gd name="csY9" fmla="*/ 6876757 h 6888909"/>
              <a:gd name="csX10" fmla="*/ 3139914 w 5542245"/>
              <a:gd name="csY10" fmla="*/ 6875584 h 6888909"/>
              <a:gd name="csX11" fmla="*/ 1442568 w 5542245"/>
              <a:gd name="csY11" fmla="*/ 6880571 h 6888909"/>
              <a:gd name="csX12" fmla="*/ 416894 w 5542245"/>
              <a:gd name="csY12" fmla="*/ 5090380 h 6888909"/>
              <a:gd name="csX13" fmla="*/ 132 w 5542245"/>
              <a:gd name="csY13" fmla="*/ 3420242 h 6888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2245" h="6888909">
                <a:moveTo>
                  <a:pt x="132" y="3420242"/>
                </a:moveTo>
                <a:cubicBezTo>
                  <a:pt x="5753" y="2858894"/>
                  <a:pt x="100048" y="2372326"/>
                  <a:pt x="450619" y="1722292"/>
                </a:cubicBezTo>
                <a:lnTo>
                  <a:pt x="1441525" y="1561"/>
                </a:lnTo>
                <a:lnTo>
                  <a:pt x="3054543" y="0"/>
                </a:lnTo>
                <a:lnTo>
                  <a:pt x="5521735" y="12945"/>
                </a:lnTo>
                <a:cubicBezTo>
                  <a:pt x="5540694" y="-32623"/>
                  <a:pt x="5535344" y="2783580"/>
                  <a:pt x="5518208" y="2750043"/>
                </a:cubicBezTo>
                <a:lnTo>
                  <a:pt x="5542245" y="6888909"/>
                </a:lnTo>
                <a:lnTo>
                  <a:pt x="5006618" y="6875402"/>
                </a:lnTo>
                <a:cubicBezTo>
                  <a:pt x="4998867" y="6875600"/>
                  <a:pt x="4604256" y="6875799"/>
                  <a:pt x="4610572" y="6883032"/>
                </a:cubicBezTo>
                <a:cubicBezTo>
                  <a:pt x="4603538" y="6874688"/>
                  <a:pt x="4305871" y="6877998"/>
                  <a:pt x="4060761" y="6876757"/>
                </a:cubicBezTo>
                <a:lnTo>
                  <a:pt x="3139914" y="6875584"/>
                </a:lnTo>
                <a:lnTo>
                  <a:pt x="1442568" y="6880571"/>
                </a:lnTo>
                <a:lnTo>
                  <a:pt x="416894" y="5090380"/>
                </a:lnTo>
                <a:cubicBezTo>
                  <a:pt x="170221" y="4670239"/>
                  <a:pt x="-5489" y="3981590"/>
                  <a:pt x="132" y="3420242"/>
                </a:cubicBezTo>
                <a:close/>
              </a:path>
            </a:pathLst>
          </a:custGeom>
          <a:solidFill>
            <a:schemeClr val="accent2"/>
          </a:solidFill>
        </p:spPr>
        <p:txBody>
          <a:bodyPr/>
          <a:lstStyle/>
          <a:p>
            <a:endParaRPr lang="de-DE"/>
          </a:p>
        </p:txBody>
      </p:sp>
      <p:pic>
        <p:nvPicPr>
          <p:cNvPr id="14" name="Grafik 13">
            <a:extLst>
              <a:ext uri="{FF2B5EF4-FFF2-40B4-BE49-F238E27FC236}">
                <a16:creationId xmlns:a16="http://schemas.microsoft.com/office/drawing/2014/main" id="{9479A677-3399-D794-8070-C962E8CF1BA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2029467" y="0"/>
            <a:ext cx="7569200" cy="6858000"/>
          </a:xfrm>
          <a:prstGeom prst="rect">
            <a:avLst/>
          </a:prstGeom>
        </p:spPr>
      </p:pic>
      <p:pic>
        <p:nvPicPr>
          <p:cNvPr id="3" name="Grafik 2">
            <a:extLst>
              <a:ext uri="{FF2B5EF4-FFF2-40B4-BE49-F238E27FC236}">
                <a16:creationId xmlns:a16="http://schemas.microsoft.com/office/drawing/2014/main" id="{4922DEAB-3398-E1DB-E2D5-DB690B3A34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8775" y="358775"/>
            <a:ext cx="922812" cy="298815"/>
          </a:xfrm>
          <a:prstGeom prst="rect">
            <a:avLst/>
          </a:prstGeom>
        </p:spPr>
      </p:pic>
      <p:pic>
        <p:nvPicPr>
          <p:cNvPr id="10" name="Grafik 9">
            <a:extLst>
              <a:ext uri="{FF2B5EF4-FFF2-40B4-BE49-F238E27FC236}">
                <a16:creationId xmlns:a16="http://schemas.microsoft.com/office/drawing/2014/main" id="{AB309D7A-733B-FD14-7BF3-3364F21109B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16118" y="4870509"/>
            <a:ext cx="1959764" cy="1625541"/>
          </a:xfrm>
          <a:prstGeom prst="rect">
            <a:avLst/>
          </a:prstGeom>
        </p:spPr>
      </p:pic>
      <p:sp>
        <p:nvSpPr>
          <p:cNvPr id="4" name="Datumsplatzhalter 3">
            <a:extLst>
              <a:ext uri="{FF2B5EF4-FFF2-40B4-BE49-F238E27FC236}">
                <a16:creationId xmlns:a16="http://schemas.microsoft.com/office/drawing/2014/main" id="{F302EA4C-1FAB-5E3C-4903-3A7957C2B705}"/>
              </a:ext>
            </a:extLst>
          </p:cNvPr>
          <p:cNvSpPr>
            <a:spLocks noGrp="1"/>
          </p:cNvSpPr>
          <p:nvPr>
            <p:ph type="dt" sz="half" idx="22"/>
          </p:nvPr>
        </p:nvSpPr>
        <p:spPr/>
        <p:txBody>
          <a:bodyPr/>
          <a:lstStyle/>
          <a:p>
            <a:fld id="{C752DA4A-5E55-4B65-8F57-C5E2FF6A0AAA}" type="datetime1">
              <a:rPr lang="de-DE" smtClean="0"/>
              <a:t>28.05.26</a:t>
            </a:fld>
            <a:endParaRPr lang="de-DE"/>
          </a:p>
        </p:txBody>
      </p:sp>
      <p:sp>
        <p:nvSpPr>
          <p:cNvPr id="11" name="Fußzeilenplatzhalter 10">
            <a:extLst>
              <a:ext uri="{FF2B5EF4-FFF2-40B4-BE49-F238E27FC236}">
                <a16:creationId xmlns:a16="http://schemas.microsoft.com/office/drawing/2014/main" id="{926282E2-32E0-9D2B-A389-A9A818454AED}"/>
              </a:ext>
            </a:extLst>
          </p:cNvPr>
          <p:cNvSpPr>
            <a:spLocks noGrp="1"/>
          </p:cNvSpPr>
          <p:nvPr>
            <p:ph type="ftr" sz="quarter" idx="23"/>
          </p:nvPr>
        </p:nvSpPr>
        <p:spPr/>
        <p:txBody>
          <a:bodyPr/>
          <a:lstStyle/>
          <a:p>
            <a:r>
              <a:rPr lang="de-DE"/>
              <a:t>Partner Convention 2026</a:t>
            </a:r>
          </a:p>
        </p:txBody>
      </p:sp>
      <p:sp>
        <p:nvSpPr>
          <p:cNvPr id="12" name="Foliennummernplatzhalter 11">
            <a:extLst>
              <a:ext uri="{FF2B5EF4-FFF2-40B4-BE49-F238E27FC236}">
                <a16:creationId xmlns:a16="http://schemas.microsoft.com/office/drawing/2014/main" id="{5B6ADB5B-653B-4B88-9D71-626D3D44151A}"/>
              </a:ext>
            </a:extLst>
          </p:cNvPr>
          <p:cNvSpPr>
            <a:spLocks noGrp="1"/>
          </p:cNvSpPr>
          <p:nvPr>
            <p:ph type="sldNum" sz="quarter" idx="24"/>
          </p:nvPr>
        </p:nvSpPr>
        <p:spPr/>
        <p:txBody>
          <a:bodyPr/>
          <a:lstStyle/>
          <a:p>
            <a:fld id="{75E2EC28-BB56-4A8E-A990-AA8F876D888B}" type="slidenum">
              <a:rPr lang="de-DE" smtClean="0"/>
              <a:pPr/>
              <a:t>‹#›</a:t>
            </a:fld>
            <a:endParaRPr lang="de-DE"/>
          </a:p>
        </p:txBody>
      </p:sp>
      <p:sp>
        <p:nvSpPr>
          <p:cNvPr id="16" name="Textplatzhalter 8">
            <a:extLst>
              <a:ext uri="{FF2B5EF4-FFF2-40B4-BE49-F238E27FC236}">
                <a16:creationId xmlns:a16="http://schemas.microsoft.com/office/drawing/2014/main" id="{61CDBB9A-1766-A5DB-A8B0-8BD268CB7F3E}"/>
              </a:ext>
            </a:extLst>
          </p:cNvPr>
          <p:cNvSpPr>
            <a:spLocks noGrp="1"/>
          </p:cNvSpPr>
          <p:nvPr>
            <p:ph type="body" sz="quarter" idx="10" hasCustomPrompt="1"/>
          </p:nvPr>
        </p:nvSpPr>
        <p:spPr>
          <a:xfrm>
            <a:off x="358775" y="3023144"/>
            <a:ext cx="5737225" cy="772840"/>
          </a:xfrm>
          <a:prstGeom prst="rect">
            <a:avLst/>
          </a:prstGeom>
        </p:spPr>
        <p:txBody>
          <a:bodyPr lIns="0" tIns="0" rIns="0" bIns="0" anchor="t" anchorCtr="0">
            <a:spAutoFit/>
          </a:bodyPr>
          <a:lstStyle>
            <a:lvl1pPr marL="0" indent="0">
              <a:lnSpc>
                <a:spcPct val="93000"/>
              </a:lnSpc>
              <a:buFontTx/>
              <a:buNone/>
              <a:defRPr sz="5400" b="1">
                <a:solidFill>
                  <a:schemeClr val="tx1"/>
                </a:solidFill>
                <a:latin typeface="Kurdis Wide" pitchFamily="50"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Headline</a:t>
            </a:r>
          </a:p>
        </p:txBody>
      </p:sp>
      <p:sp>
        <p:nvSpPr>
          <p:cNvPr id="17" name="Textplatzhalter 8">
            <a:extLst>
              <a:ext uri="{FF2B5EF4-FFF2-40B4-BE49-F238E27FC236}">
                <a16:creationId xmlns:a16="http://schemas.microsoft.com/office/drawing/2014/main" id="{080FFAE9-66E5-A8C1-C7E0-0FE1741D02FE}"/>
              </a:ext>
            </a:extLst>
          </p:cNvPr>
          <p:cNvSpPr>
            <a:spLocks noGrp="1"/>
          </p:cNvSpPr>
          <p:nvPr>
            <p:ph type="body" sz="quarter" idx="11" hasCustomPrompt="1"/>
          </p:nvPr>
        </p:nvSpPr>
        <p:spPr>
          <a:xfrm>
            <a:off x="358775" y="2418965"/>
            <a:ext cx="5737226" cy="517684"/>
          </a:xfrm>
          <a:prstGeom prst="rect">
            <a:avLst/>
          </a:prstGeom>
        </p:spPr>
        <p:txBody>
          <a:bodyPr lIns="18000" tIns="0" rIns="0" bIns="0" anchor="b" anchorCtr="0">
            <a:noAutofit/>
          </a:bodyPr>
          <a:lstStyle>
            <a:lvl1pPr marL="0" indent="0">
              <a:buFontTx/>
              <a:buNone/>
              <a:defRPr sz="2000" b="1" i="0">
                <a:solidFill>
                  <a:schemeClr val="accent1"/>
                </a:solidFill>
                <a:latin typeface="+mj-lt"/>
                <a:ea typeface="Inter Semi Bold" panose="020B05020300000000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PREHEADLINE</a:t>
            </a:r>
          </a:p>
        </p:txBody>
      </p:sp>
    </p:spTree>
    <p:extLst>
      <p:ext uri="{BB962C8B-B14F-4D97-AF65-F5344CB8AC3E}">
        <p14:creationId xmlns:p14="http://schemas.microsoft.com/office/powerpoint/2010/main" val="260890575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003BC43C-67A0-522D-8483-3AF4C4E85B67}"/>
              </a:ext>
            </a:extLst>
          </p:cNvPr>
          <p:cNvPicPr>
            <a:picLocks noChangeAspect="1"/>
          </p:cNvPicPr>
          <p:nvPr userDrawn="1"/>
        </p:nvPicPr>
        <p:blipFill>
          <a:blip>
            <a:extLst>
              <a:ext uri="{96DAC541-7B7A-43D3-8B79-37D633B846F1}">
                <asvg:svgBlip xmlns:asvg="http://schemas.microsoft.com/office/drawing/2016/SVG/main" r:embed="rId71"/>
              </a:ext>
            </a:extLst>
          </a:blip>
          <a:stretch>
            <a:fillRect/>
          </a:stretch>
        </p:blipFill>
        <p:spPr>
          <a:xfrm>
            <a:off x="358775" y="6496886"/>
            <a:ext cx="358275" cy="116013"/>
          </a:xfrm>
          <a:prstGeom prst="rect">
            <a:avLst/>
          </a:prstGeom>
        </p:spPr>
      </p:pic>
      <p:sp>
        <p:nvSpPr>
          <p:cNvPr id="11" name="Datumsplatzhalter 4">
            <a:extLst>
              <a:ext uri="{FF2B5EF4-FFF2-40B4-BE49-F238E27FC236}">
                <a16:creationId xmlns:a16="http://schemas.microsoft.com/office/drawing/2014/main" id="{03BF7330-5F09-90FE-DE20-C42D46A721FF}"/>
              </a:ext>
            </a:extLst>
          </p:cNvPr>
          <p:cNvSpPr>
            <a:spLocks noGrp="1"/>
          </p:cNvSpPr>
          <p:nvPr>
            <p:ph type="dt" sz="half" idx="2"/>
          </p:nvPr>
        </p:nvSpPr>
        <p:spPr>
          <a:xfrm>
            <a:off x="4241844" y="6488491"/>
            <a:ext cx="1854156" cy="218835"/>
          </a:xfrm>
          <a:prstGeom prst="rect">
            <a:avLst/>
          </a:prstGeom>
        </p:spPr>
        <p:txBody>
          <a:bodyPr vert="horz" lIns="0" tIns="0" rIns="0" bIns="45720" rtlCol="0" anchor="ctr"/>
          <a:lstStyle>
            <a:lvl1pPr algn="l">
              <a:defRPr sz="800">
                <a:solidFill>
                  <a:schemeClr val="tx1"/>
                </a:solidFill>
              </a:defRPr>
            </a:lvl1pPr>
          </a:lstStyle>
          <a:p>
            <a:fld id="{EBB2BBD8-1A09-4746-8593-443DA95CFFD5}" type="datetime1">
              <a:rPr lang="de-DE" smtClean="0"/>
              <a:t>28.05.26</a:t>
            </a:fld>
            <a:endParaRPr lang="de-DE"/>
          </a:p>
        </p:txBody>
      </p:sp>
      <p:sp>
        <p:nvSpPr>
          <p:cNvPr id="12" name="Fußzeilenplatzhalter 5">
            <a:extLst>
              <a:ext uri="{FF2B5EF4-FFF2-40B4-BE49-F238E27FC236}">
                <a16:creationId xmlns:a16="http://schemas.microsoft.com/office/drawing/2014/main" id="{5AB1A2A1-6D2F-4048-1ACF-7E9B8AD6D6BB}"/>
              </a:ext>
            </a:extLst>
          </p:cNvPr>
          <p:cNvSpPr>
            <a:spLocks noGrp="1"/>
          </p:cNvSpPr>
          <p:nvPr>
            <p:ph type="ftr" sz="quarter" idx="3"/>
          </p:nvPr>
        </p:nvSpPr>
        <p:spPr>
          <a:xfrm>
            <a:off x="1285875" y="6488353"/>
            <a:ext cx="2777640" cy="218973"/>
          </a:xfrm>
          <a:prstGeom prst="rect">
            <a:avLst/>
          </a:prstGeom>
        </p:spPr>
        <p:txBody>
          <a:bodyPr vert="horz" lIns="0" tIns="0" rIns="0" bIns="45720" rtlCol="0" anchor="ctr"/>
          <a:lstStyle>
            <a:lvl1pPr algn="l">
              <a:defRPr sz="800">
                <a:solidFill>
                  <a:schemeClr val="tx1"/>
                </a:solidFill>
              </a:defRPr>
            </a:lvl1pPr>
          </a:lstStyle>
          <a:p>
            <a:r>
              <a:rPr lang="de-DE"/>
              <a:t>Hackathon 2026</a:t>
            </a:r>
          </a:p>
        </p:txBody>
      </p:sp>
      <p:sp>
        <p:nvSpPr>
          <p:cNvPr id="13" name="Foliennummernplatzhalter 5">
            <a:extLst>
              <a:ext uri="{FF2B5EF4-FFF2-40B4-BE49-F238E27FC236}">
                <a16:creationId xmlns:a16="http://schemas.microsoft.com/office/drawing/2014/main" id="{9E6DACE2-AE6D-26CF-1421-1D34549FF4DF}"/>
              </a:ext>
            </a:extLst>
          </p:cNvPr>
          <p:cNvSpPr>
            <a:spLocks noGrp="1"/>
          </p:cNvSpPr>
          <p:nvPr>
            <p:ph type="sldNum" sz="quarter" idx="4"/>
          </p:nvPr>
        </p:nvSpPr>
        <p:spPr>
          <a:xfrm>
            <a:off x="10906125" y="6488491"/>
            <a:ext cx="925513" cy="218973"/>
          </a:xfrm>
          <a:prstGeom prst="rect">
            <a:avLst/>
          </a:prstGeom>
        </p:spPr>
        <p:txBody>
          <a:bodyPr vert="horz" lIns="0" tIns="0" rIns="0" bIns="45720" rtlCol="0" anchor="ctr"/>
          <a:lstStyle>
            <a:lvl1pPr algn="r">
              <a:defRPr sz="800">
                <a:solidFill>
                  <a:schemeClr val="tx1"/>
                </a:solidFill>
              </a:defRPr>
            </a:lvl1pPr>
          </a:lstStyle>
          <a:p>
            <a:fld id="{75E2EC28-BB56-4A8E-A990-AA8F876D888B}" type="slidenum">
              <a:rPr lang="de-DE" smtClean="0"/>
              <a:pPr/>
              <a:t>‹#›</a:t>
            </a:fld>
            <a:endParaRPr lang="de-DE"/>
          </a:p>
        </p:txBody>
      </p:sp>
      <p:sp>
        <p:nvSpPr>
          <p:cNvPr id="4" name="Titelplatzhalter 3">
            <a:extLst>
              <a:ext uri="{FF2B5EF4-FFF2-40B4-BE49-F238E27FC236}">
                <a16:creationId xmlns:a16="http://schemas.microsoft.com/office/drawing/2014/main" id="{20DED729-109F-ED96-93B5-0E8F2716D5A8}"/>
              </a:ext>
            </a:extLst>
          </p:cNvPr>
          <p:cNvSpPr>
            <a:spLocks noGrp="1"/>
          </p:cNvSpPr>
          <p:nvPr>
            <p:ph type="title"/>
          </p:nvPr>
        </p:nvSpPr>
        <p:spPr>
          <a:xfrm>
            <a:off x="356341"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5" name="Textplatzhalter 4">
            <a:extLst>
              <a:ext uri="{FF2B5EF4-FFF2-40B4-BE49-F238E27FC236}">
                <a16:creationId xmlns:a16="http://schemas.microsoft.com/office/drawing/2014/main" id="{4D5166F8-A55E-1DE7-5E46-90CB1BF1E9B4}"/>
              </a:ext>
            </a:extLst>
          </p:cNvPr>
          <p:cNvSpPr>
            <a:spLocks noGrp="1"/>
          </p:cNvSpPr>
          <p:nvPr>
            <p:ph type="body" idx="1"/>
          </p:nvPr>
        </p:nvSpPr>
        <p:spPr>
          <a:xfrm>
            <a:off x="356341"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314887382"/>
      </p:ext>
    </p:extLst>
  </p:cSld>
  <p:clrMap bg1="lt1" tx1="dk1" bg2="lt2" tx2="dk2" accent1="accent1" accent2="accent2" accent3="accent3" accent4="accent4" accent5="accent5" accent6="accent6" hlink="hlink" folHlink="folHlink"/>
  <p:sldLayoutIdLst>
    <p:sldLayoutId id="2147483913" r:id="rId1"/>
    <p:sldLayoutId id="2147483915" r:id="rId2"/>
    <p:sldLayoutId id="2147483916" r:id="rId3"/>
    <p:sldLayoutId id="2147483917" r:id="rId4"/>
    <p:sldLayoutId id="2147483918" r:id="rId5"/>
    <p:sldLayoutId id="2147483985" r:id="rId6"/>
    <p:sldLayoutId id="2147483919" r:id="rId7"/>
    <p:sldLayoutId id="2147483984" r:id="rId8"/>
    <p:sldLayoutId id="2147483920" r:id="rId9"/>
    <p:sldLayoutId id="2147483921" r:id="rId10"/>
    <p:sldLayoutId id="2147483922" r:id="rId11"/>
    <p:sldLayoutId id="2147483923" r:id="rId12"/>
    <p:sldLayoutId id="2147483924" r:id="rId13"/>
    <p:sldLayoutId id="2147483925" r:id="rId14"/>
    <p:sldLayoutId id="2147483926" r:id="rId15"/>
    <p:sldLayoutId id="2147483927" r:id="rId16"/>
    <p:sldLayoutId id="2147483928" r:id="rId17"/>
    <p:sldLayoutId id="2147483929" r:id="rId18"/>
    <p:sldLayoutId id="2147483930" r:id="rId19"/>
    <p:sldLayoutId id="2147483931" r:id="rId20"/>
    <p:sldLayoutId id="2147483932" r:id="rId21"/>
    <p:sldLayoutId id="2147483933" r:id="rId22"/>
    <p:sldLayoutId id="2147483934" r:id="rId23"/>
    <p:sldLayoutId id="2147483935" r:id="rId24"/>
    <p:sldLayoutId id="2147483936" r:id="rId25"/>
    <p:sldLayoutId id="2147483937" r:id="rId26"/>
    <p:sldLayoutId id="2147483938" r:id="rId27"/>
    <p:sldLayoutId id="2147483939" r:id="rId28"/>
    <p:sldLayoutId id="2147483940" r:id="rId29"/>
    <p:sldLayoutId id="2147483941" r:id="rId30"/>
    <p:sldLayoutId id="2147483942" r:id="rId31"/>
    <p:sldLayoutId id="2147483943" r:id="rId32"/>
    <p:sldLayoutId id="2147483944" r:id="rId33"/>
    <p:sldLayoutId id="2147483945" r:id="rId34"/>
    <p:sldLayoutId id="2147483946" r:id="rId35"/>
    <p:sldLayoutId id="2147483947" r:id="rId36"/>
    <p:sldLayoutId id="2147483948" r:id="rId37"/>
    <p:sldLayoutId id="2147483949" r:id="rId38"/>
    <p:sldLayoutId id="2147483950" r:id="rId39"/>
    <p:sldLayoutId id="2147483951" r:id="rId40"/>
    <p:sldLayoutId id="2147483952" r:id="rId41"/>
    <p:sldLayoutId id="2147483953" r:id="rId42"/>
    <p:sldLayoutId id="2147483954" r:id="rId43"/>
    <p:sldLayoutId id="2147483955" r:id="rId44"/>
    <p:sldLayoutId id="2147483956" r:id="rId45"/>
    <p:sldLayoutId id="2147483957" r:id="rId46"/>
    <p:sldLayoutId id="2147483958" r:id="rId47"/>
    <p:sldLayoutId id="2147483960" r:id="rId48"/>
    <p:sldLayoutId id="2147483961" r:id="rId49"/>
    <p:sldLayoutId id="2147483962" r:id="rId50"/>
    <p:sldLayoutId id="2147483963" r:id="rId51"/>
    <p:sldLayoutId id="2147483964" r:id="rId52"/>
    <p:sldLayoutId id="2147483965" r:id="rId53"/>
    <p:sldLayoutId id="2147483968" r:id="rId54"/>
    <p:sldLayoutId id="2147483969" r:id="rId55"/>
    <p:sldLayoutId id="2147483971" r:id="rId56"/>
    <p:sldLayoutId id="2147483972" r:id="rId57"/>
    <p:sldLayoutId id="2147483973" r:id="rId58"/>
    <p:sldLayoutId id="2147483974" r:id="rId59"/>
    <p:sldLayoutId id="2147483975" r:id="rId60"/>
    <p:sldLayoutId id="2147483976" r:id="rId61"/>
    <p:sldLayoutId id="2147483977" r:id="rId62"/>
    <p:sldLayoutId id="2147483978" r:id="rId63"/>
    <p:sldLayoutId id="2147483979" r:id="rId64"/>
    <p:sldLayoutId id="2147483980" r:id="rId65"/>
    <p:sldLayoutId id="2147483981" r:id="rId66"/>
    <p:sldLayoutId id="2147483982" r:id="rId67"/>
    <p:sldLayoutId id="2147483983" r:id="rId68"/>
    <p:sldLayoutId id="2147483986" r:id="rId69"/>
  </p:sldLayoutIdLst>
  <p:hf sldNum="0" hdr="0"/>
  <p:txStyles>
    <p:titleStyle>
      <a:lvl1pPr algn="l" defTabSz="914400" rtl="0" eaLnBrk="1" latinLnBrk="0" hangingPunct="1">
        <a:lnSpc>
          <a:spcPct val="93000"/>
        </a:lnSpc>
        <a:spcBef>
          <a:spcPct val="0"/>
        </a:spcBef>
        <a:buNone/>
        <a:defRPr sz="4400" b="1" i="0" kern="1200">
          <a:solidFill>
            <a:schemeClr val="tx1"/>
          </a:solidFill>
          <a:latin typeface="Inter Semi Bold" panose="020B0502030000000004" pitchFamily="34" charset="0"/>
          <a:ea typeface="Inter Semi Bold" panose="020B0502030000000004" pitchFamily="34" charset="0"/>
          <a:cs typeface="+mj-cs"/>
        </a:defRPr>
      </a:lvl1pPr>
    </p:titleStyle>
    <p:bodyStyle>
      <a:lvl1pPr marL="0" indent="0" algn="l" defTabSz="914400" rtl="0" eaLnBrk="1" latinLnBrk="0" hangingPunct="1">
        <a:lnSpc>
          <a:spcPct val="110000"/>
        </a:lnSpc>
        <a:spcBef>
          <a:spcPts val="1000"/>
        </a:spcBef>
        <a:buFontTx/>
        <a:buNone/>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xml"/><Relationship Id="rId1" Type="http://schemas.openxmlformats.org/officeDocument/2006/relationships/slideLayout" Target="../slideLayouts/slideLayout69.xml"/><Relationship Id="rId4" Type="http://schemas.openxmlformats.org/officeDocument/2006/relationships/image" Target="../media/image23.sv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3.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94_FB235B6D.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8/10/relationships/comments" Target="../comments/modernComment_1C0_B805321B.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7.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8.svg"/><Relationship Id="rId1" Type="http://schemas.openxmlformats.org/officeDocument/2006/relationships/slideLayout" Target="../slideLayouts/slideLayout30.xml"/><Relationship Id="rId5" Type="http://schemas.openxmlformats.org/officeDocument/2006/relationships/image" Target="../media/image54.svg"/><Relationship Id="rId4" Type="http://schemas.openxmlformats.org/officeDocument/2006/relationships/image" Target="../media/image53.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afik 15">
            <a:extLst>
              <a:ext uri="{FF2B5EF4-FFF2-40B4-BE49-F238E27FC236}">
                <a16:creationId xmlns:a16="http://schemas.microsoft.com/office/drawing/2014/main" id="{907D8968-3596-AFCF-708D-B8C036823222}"/>
              </a:ext>
            </a:extLst>
          </p:cNvPr>
          <p:cNvGrpSpPr/>
          <p:nvPr/>
        </p:nvGrpSpPr>
        <p:grpSpPr>
          <a:xfrm>
            <a:off x="520699" y="2988132"/>
            <a:ext cx="7234974" cy="890402"/>
            <a:chOff x="533399" y="3042257"/>
            <a:chExt cx="6916029" cy="836276"/>
          </a:xfrm>
          <a:solidFill>
            <a:schemeClr val="tx2"/>
          </a:solidFill>
        </p:grpSpPr>
        <p:sp>
          <p:nvSpPr>
            <p:cNvPr id="26" name="Freihandform: Form 25">
              <a:extLst>
                <a:ext uri="{FF2B5EF4-FFF2-40B4-BE49-F238E27FC236}">
                  <a16:creationId xmlns:a16="http://schemas.microsoft.com/office/drawing/2014/main" id="{927A4A3B-4F43-C98F-A69E-7A1F9941D7E1}"/>
                </a:ext>
              </a:extLst>
            </p:cNvPr>
            <p:cNvSpPr/>
            <p:nvPr/>
          </p:nvSpPr>
          <p:spPr>
            <a:xfrm>
              <a:off x="533399" y="3060334"/>
              <a:ext cx="709737" cy="800265"/>
            </a:xfrm>
            <a:custGeom>
              <a:avLst/>
              <a:gdLst>
                <a:gd name="connsiteX0" fmla="*/ 152937 w 709737"/>
                <a:gd name="connsiteY0" fmla="*/ 669423 h 800265"/>
                <a:gd name="connsiteX1" fmla="*/ 178044 w 709737"/>
                <a:gd name="connsiteY1" fmla="*/ 669423 h 800265"/>
                <a:gd name="connsiteX2" fmla="*/ 178044 w 709737"/>
                <a:gd name="connsiteY2" fmla="*/ 489944 h 800265"/>
                <a:gd name="connsiteX3" fmla="*/ 152937 w 709737"/>
                <a:gd name="connsiteY3" fmla="*/ 489944 h 800265"/>
                <a:gd name="connsiteX4" fmla="*/ 152937 w 709737"/>
                <a:gd name="connsiteY4" fmla="*/ 460103 h 800265"/>
                <a:gd name="connsiteX5" fmla="*/ 556800 w 709737"/>
                <a:gd name="connsiteY5" fmla="*/ 460103 h 800265"/>
                <a:gd name="connsiteX6" fmla="*/ 556800 w 709737"/>
                <a:gd name="connsiteY6" fmla="*/ 489944 h 800265"/>
                <a:gd name="connsiteX7" fmla="*/ 556800 w 709737"/>
                <a:gd name="connsiteY7" fmla="*/ 669423 h 800265"/>
                <a:gd name="connsiteX8" fmla="*/ 556800 w 709737"/>
                <a:gd name="connsiteY8" fmla="*/ 800266 h 800265"/>
                <a:gd name="connsiteX9" fmla="*/ 709737 w 709737"/>
                <a:gd name="connsiteY9" fmla="*/ 800266 h 800265"/>
                <a:gd name="connsiteX10" fmla="*/ 709737 w 709737"/>
                <a:gd name="connsiteY10" fmla="*/ 669423 h 800265"/>
                <a:gd name="connsiteX11" fmla="*/ 709737 w 709737"/>
                <a:gd name="connsiteY11" fmla="*/ 489944 h 800265"/>
                <a:gd name="connsiteX12" fmla="*/ 709737 w 709737"/>
                <a:gd name="connsiteY12" fmla="*/ 310322 h 800265"/>
                <a:gd name="connsiteX13" fmla="*/ 709737 w 709737"/>
                <a:gd name="connsiteY13" fmla="*/ 130700 h 800265"/>
                <a:gd name="connsiteX14" fmla="*/ 709737 w 709737"/>
                <a:gd name="connsiteY14" fmla="*/ 0 h 800265"/>
                <a:gd name="connsiteX15" fmla="*/ 556800 w 709737"/>
                <a:gd name="connsiteY15" fmla="*/ 0 h 800265"/>
                <a:gd name="connsiteX16" fmla="*/ 556800 w 709737"/>
                <a:gd name="connsiteY16" fmla="*/ 130700 h 800265"/>
                <a:gd name="connsiteX17" fmla="*/ 556800 w 709737"/>
                <a:gd name="connsiteY17" fmla="*/ 310322 h 800265"/>
                <a:gd name="connsiteX18" fmla="*/ 556800 w 709737"/>
                <a:gd name="connsiteY18" fmla="*/ 320078 h 800265"/>
                <a:gd name="connsiteX19" fmla="*/ 152937 w 709737"/>
                <a:gd name="connsiteY19" fmla="*/ 320078 h 800265"/>
                <a:gd name="connsiteX20" fmla="*/ 152937 w 709737"/>
                <a:gd name="connsiteY20" fmla="*/ 310322 h 800265"/>
                <a:gd name="connsiteX21" fmla="*/ 152937 w 709737"/>
                <a:gd name="connsiteY21" fmla="*/ 130700 h 800265"/>
                <a:gd name="connsiteX22" fmla="*/ 152937 w 709737"/>
                <a:gd name="connsiteY22" fmla="*/ 0 h 800265"/>
                <a:gd name="connsiteX23" fmla="*/ 0 w 709737"/>
                <a:gd name="connsiteY23" fmla="*/ 0 h 800265"/>
                <a:gd name="connsiteX24" fmla="*/ 0 w 709737"/>
                <a:gd name="connsiteY24" fmla="*/ 130700 h 800265"/>
                <a:gd name="connsiteX25" fmla="*/ 0 w 709737"/>
                <a:gd name="connsiteY25" fmla="*/ 310322 h 800265"/>
                <a:gd name="connsiteX26" fmla="*/ 0 w 709737"/>
                <a:gd name="connsiteY26" fmla="*/ 489944 h 800265"/>
                <a:gd name="connsiteX27" fmla="*/ 25107 w 709737"/>
                <a:gd name="connsiteY27" fmla="*/ 489944 h 800265"/>
                <a:gd name="connsiteX28" fmla="*/ 25107 w 709737"/>
                <a:gd name="connsiteY28" fmla="*/ 669423 h 800265"/>
                <a:gd name="connsiteX29" fmla="*/ 0 w 709737"/>
                <a:gd name="connsiteY29" fmla="*/ 669423 h 800265"/>
                <a:gd name="connsiteX30" fmla="*/ 0 w 709737"/>
                <a:gd name="connsiteY30" fmla="*/ 800266 h 800265"/>
                <a:gd name="connsiteX31" fmla="*/ 152937 w 709737"/>
                <a:gd name="connsiteY31" fmla="*/ 800266 h 800265"/>
                <a:gd name="connsiteX32" fmla="*/ 152937 w 709737"/>
                <a:gd name="connsiteY32" fmla="*/ 669423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09737" h="800265">
                  <a:moveTo>
                    <a:pt x="152937" y="669423"/>
                  </a:moveTo>
                  <a:lnTo>
                    <a:pt x="178044" y="669423"/>
                  </a:lnTo>
                  <a:lnTo>
                    <a:pt x="178044" y="489944"/>
                  </a:lnTo>
                  <a:lnTo>
                    <a:pt x="152937" y="489944"/>
                  </a:lnTo>
                  <a:lnTo>
                    <a:pt x="152937" y="460103"/>
                  </a:lnTo>
                  <a:lnTo>
                    <a:pt x="556800" y="460103"/>
                  </a:lnTo>
                  <a:lnTo>
                    <a:pt x="556800" y="489944"/>
                  </a:lnTo>
                  <a:lnTo>
                    <a:pt x="556800" y="669423"/>
                  </a:lnTo>
                  <a:lnTo>
                    <a:pt x="556800" y="800266"/>
                  </a:lnTo>
                  <a:lnTo>
                    <a:pt x="709737" y="800266"/>
                  </a:lnTo>
                  <a:lnTo>
                    <a:pt x="709737" y="669423"/>
                  </a:lnTo>
                  <a:lnTo>
                    <a:pt x="709737" y="489944"/>
                  </a:lnTo>
                  <a:lnTo>
                    <a:pt x="709737" y="310322"/>
                  </a:lnTo>
                  <a:lnTo>
                    <a:pt x="709737" y="130700"/>
                  </a:lnTo>
                  <a:lnTo>
                    <a:pt x="709737" y="0"/>
                  </a:lnTo>
                  <a:lnTo>
                    <a:pt x="556800" y="0"/>
                  </a:lnTo>
                  <a:lnTo>
                    <a:pt x="556800" y="130700"/>
                  </a:lnTo>
                  <a:lnTo>
                    <a:pt x="556800" y="310322"/>
                  </a:lnTo>
                  <a:lnTo>
                    <a:pt x="556800" y="320078"/>
                  </a:lnTo>
                  <a:lnTo>
                    <a:pt x="152937" y="320078"/>
                  </a:lnTo>
                  <a:lnTo>
                    <a:pt x="152937" y="310322"/>
                  </a:lnTo>
                  <a:lnTo>
                    <a:pt x="152937" y="130700"/>
                  </a:lnTo>
                  <a:lnTo>
                    <a:pt x="152937" y="0"/>
                  </a:lnTo>
                  <a:lnTo>
                    <a:pt x="0" y="0"/>
                  </a:lnTo>
                  <a:lnTo>
                    <a:pt x="0" y="130700"/>
                  </a:lnTo>
                  <a:lnTo>
                    <a:pt x="0" y="310322"/>
                  </a:lnTo>
                  <a:lnTo>
                    <a:pt x="0" y="489944"/>
                  </a:lnTo>
                  <a:lnTo>
                    <a:pt x="25107" y="489944"/>
                  </a:lnTo>
                  <a:lnTo>
                    <a:pt x="25107" y="669423"/>
                  </a:lnTo>
                  <a:lnTo>
                    <a:pt x="0" y="669423"/>
                  </a:lnTo>
                  <a:lnTo>
                    <a:pt x="0" y="800266"/>
                  </a:lnTo>
                  <a:lnTo>
                    <a:pt x="152937" y="800266"/>
                  </a:lnTo>
                  <a:lnTo>
                    <a:pt x="152937" y="669423"/>
                  </a:lnTo>
                  <a:close/>
                </a:path>
              </a:pathLst>
            </a:custGeom>
            <a:grpFill/>
            <a:ln w="14340" cap="flat">
              <a:noFill/>
              <a:prstDash val="solid"/>
              <a:miter/>
            </a:ln>
          </p:spPr>
          <p:txBody>
            <a:bodyPr rtlCol="0" anchor="ctr"/>
            <a:lstStyle/>
            <a:p>
              <a:endParaRPr lang="de-DE">
                <a:solidFill>
                  <a:schemeClr val="accent3"/>
                </a:solidFill>
              </a:endParaRPr>
            </a:p>
          </p:txBody>
        </p:sp>
        <p:sp>
          <p:nvSpPr>
            <p:cNvPr id="27" name="Freihandform: Form 26">
              <a:extLst>
                <a:ext uri="{FF2B5EF4-FFF2-40B4-BE49-F238E27FC236}">
                  <a16:creationId xmlns:a16="http://schemas.microsoft.com/office/drawing/2014/main" id="{E84DA30D-0E0A-11C2-EED9-1DD847B7D7E0}"/>
                </a:ext>
              </a:extLst>
            </p:cNvPr>
            <p:cNvSpPr/>
            <p:nvPr/>
          </p:nvSpPr>
          <p:spPr>
            <a:xfrm>
              <a:off x="1286176" y="3060334"/>
              <a:ext cx="689077" cy="800265"/>
            </a:xfrm>
            <a:custGeom>
              <a:avLst/>
              <a:gdLst>
                <a:gd name="connsiteX0" fmla="*/ 536141 w 689077"/>
                <a:gd name="connsiteY0" fmla="*/ 669423 h 800265"/>
                <a:gd name="connsiteX1" fmla="*/ 536141 w 689077"/>
                <a:gd name="connsiteY1" fmla="*/ 800266 h 800265"/>
                <a:gd name="connsiteX2" fmla="*/ 689078 w 689077"/>
                <a:gd name="connsiteY2" fmla="*/ 800266 h 800265"/>
                <a:gd name="connsiteX3" fmla="*/ 689078 w 689077"/>
                <a:gd name="connsiteY3" fmla="*/ 669423 h 800265"/>
                <a:gd name="connsiteX4" fmla="*/ 689078 w 689077"/>
                <a:gd name="connsiteY4" fmla="*/ 489944 h 800265"/>
                <a:gd name="connsiteX5" fmla="*/ 689078 w 689077"/>
                <a:gd name="connsiteY5" fmla="*/ 310322 h 800265"/>
                <a:gd name="connsiteX6" fmla="*/ 689078 w 689077"/>
                <a:gd name="connsiteY6" fmla="*/ 130700 h 800265"/>
                <a:gd name="connsiteX7" fmla="*/ 689078 w 689077"/>
                <a:gd name="connsiteY7" fmla="*/ 0 h 800265"/>
                <a:gd name="connsiteX8" fmla="*/ 536141 w 689077"/>
                <a:gd name="connsiteY8" fmla="*/ 0 h 800265"/>
                <a:gd name="connsiteX9" fmla="*/ 536141 w 689077"/>
                <a:gd name="connsiteY9" fmla="*/ 130700 h 800265"/>
                <a:gd name="connsiteX10" fmla="*/ 536141 w 689077"/>
                <a:gd name="connsiteY10" fmla="*/ 310322 h 800265"/>
                <a:gd name="connsiteX11" fmla="*/ 536141 w 689077"/>
                <a:gd name="connsiteY11" fmla="*/ 435139 h 800265"/>
                <a:gd name="connsiteX12" fmla="*/ 154802 w 689077"/>
                <a:gd name="connsiteY12" fmla="*/ 435139 h 800265"/>
                <a:gd name="connsiteX13" fmla="*/ 204012 w 689077"/>
                <a:gd name="connsiteY13" fmla="*/ 310322 h 800265"/>
                <a:gd name="connsiteX14" fmla="*/ 236149 w 689077"/>
                <a:gd name="connsiteY14" fmla="*/ 310322 h 800265"/>
                <a:gd name="connsiteX15" fmla="*/ 307022 w 689077"/>
                <a:gd name="connsiteY15" fmla="*/ 130700 h 800265"/>
                <a:gd name="connsiteX16" fmla="*/ 274885 w 689077"/>
                <a:gd name="connsiteY16" fmla="*/ 130700 h 800265"/>
                <a:gd name="connsiteX17" fmla="*/ 326390 w 689077"/>
                <a:gd name="connsiteY17" fmla="*/ 0 h 800265"/>
                <a:gd name="connsiteX18" fmla="*/ 170584 w 689077"/>
                <a:gd name="connsiteY18" fmla="*/ 0 h 800265"/>
                <a:gd name="connsiteX19" fmla="*/ 119222 w 689077"/>
                <a:gd name="connsiteY19" fmla="*/ 130700 h 800265"/>
                <a:gd name="connsiteX20" fmla="*/ 151359 w 689077"/>
                <a:gd name="connsiteY20" fmla="*/ 130700 h 800265"/>
                <a:gd name="connsiteX21" fmla="*/ 81060 w 689077"/>
                <a:gd name="connsiteY21" fmla="*/ 310322 h 800265"/>
                <a:gd name="connsiteX22" fmla="*/ 48923 w 689077"/>
                <a:gd name="connsiteY22" fmla="*/ 310322 h 800265"/>
                <a:gd name="connsiteX23" fmla="*/ 0 w 689077"/>
                <a:gd name="connsiteY23" fmla="*/ 435139 h 800265"/>
                <a:gd name="connsiteX24" fmla="*/ 0 w 689077"/>
                <a:gd name="connsiteY24" fmla="*/ 489944 h 800265"/>
                <a:gd name="connsiteX25" fmla="*/ 0 w 689077"/>
                <a:gd name="connsiteY25" fmla="*/ 575164 h 800265"/>
                <a:gd name="connsiteX26" fmla="*/ 536141 w 689077"/>
                <a:gd name="connsiteY26" fmla="*/ 575164 h 800265"/>
                <a:gd name="connsiteX27" fmla="*/ 536141 w 689077"/>
                <a:gd name="connsiteY27" fmla="*/ 669423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9077" h="800265">
                  <a:moveTo>
                    <a:pt x="536141" y="669423"/>
                  </a:moveTo>
                  <a:lnTo>
                    <a:pt x="536141" y="800266"/>
                  </a:lnTo>
                  <a:lnTo>
                    <a:pt x="689078" y="800266"/>
                  </a:lnTo>
                  <a:lnTo>
                    <a:pt x="689078" y="669423"/>
                  </a:lnTo>
                  <a:lnTo>
                    <a:pt x="689078" y="489944"/>
                  </a:lnTo>
                  <a:lnTo>
                    <a:pt x="689078" y="310322"/>
                  </a:lnTo>
                  <a:lnTo>
                    <a:pt x="689078" y="130700"/>
                  </a:lnTo>
                  <a:lnTo>
                    <a:pt x="689078" y="0"/>
                  </a:lnTo>
                  <a:lnTo>
                    <a:pt x="536141" y="0"/>
                  </a:lnTo>
                  <a:lnTo>
                    <a:pt x="536141" y="130700"/>
                  </a:lnTo>
                  <a:lnTo>
                    <a:pt x="536141" y="310322"/>
                  </a:lnTo>
                  <a:lnTo>
                    <a:pt x="536141" y="435139"/>
                  </a:lnTo>
                  <a:lnTo>
                    <a:pt x="154802" y="435139"/>
                  </a:lnTo>
                  <a:lnTo>
                    <a:pt x="204012" y="310322"/>
                  </a:lnTo>
                  <a:lnTo>
                    <a:pt x="236149" y="310322"/>
                  </a:lnTo>
                  <a:lnTo>
                    <a:pt x="307022" y="130700"/>
                  </a:lnTo>
                  <a:lnTo>
                    <a:pt x="274885" y="130700"/>
                  </a:lnTo>
                  <a:lnTo>
                    <a:pt x="326390" y="0"/>
                  </a:lnTo>
                  <a:lnTo>
                    <a:pt x="170584" y="0"/>
                  </a:lnTo>
                  <a:lnTo>
                    <a:pt x="119222" y="130700"/>
                  </a:lnTo>
                  <a:lnTo>
                    <a:pt x="151359" y="130700"/>
                  </a:lnTo>
                  <a:lnTo>
                    <a:pt x="81060" y="310322"/>
                  </a:lnTo>
                  <a:lnTo>
                    <a:pt x="48923" y="310322"/>
                  </a:lnTo>
                  <a:lnTo>
                    <a:pt x="0" y="435139"/>
                  </a:lnTo>
                  <a:lnTo>
                    <a:pt x="0" y="489944"/>
                  </a:lnTo>
                  <a:lnTo>
                    <a:pt x="0" y="575164"/>
                  </a:lnTo>
                  <a:lnTo>
                    <a:pt x="536141" y="575164"/>
                  </a:lnTo>
                  <a:lnTo>
                    <a:pt x="536141" y="669423"/>
                  </a:lnTo>
                  <a:close/>
                </a:path>
              </a:pathLst>
            </a:custGeom>
            <a:grpFill/>
            <a:ln w="14340" cap="flat">
              <a:noFill/>
              <a:prstDash val="solid"/>
              <a:miter/>
            </a:ln>
          </p:spPr>
          <p:txBody>
            <a:bodyPr rtlCol="0" anchor="ctr"/>
            <a:lstStyle/>
            <a:p>
              <a:endParaRPr lang="de-DE">
                <a:solidFill>
                  <a:schemeClr val="accent3"/>
                </a:solidFill>
              </a:endParaRPr>
            </a:p>
          </p:txBody>
        </p:sp>
        <p:sp>
          <p:nvSpPr>
            <p:cNvPr id="28" name="Freihandform: Form 27">
              <a:extLst>
                <a:ext uri="{FF2B5EF4-FFF2-40B4-BE49-F238E27FC236}">
                  <a16:creationId xmlns:a16="http://schemas.microsoft.com/office/drawing/2014/main" id="{F42AE279-BBD2-CAA9-F587-D129032586CB}"/>
                </a:ext>
              </a:extLst>
            </p:cNvPr>
            <p:cNvSpPr/>
            <p:nvPr/>
          </p:nvSpPr>
          <p:spPr>
            <a:xfrm>
              <a:off x="2038667" y="3042257"/>
              <a:ext cx="786206" cy="836276"/>
            </a:xfrm>
            <a:custGeom>
              <a:avLst/>
              <a:gdLst>
                <a:gd name="connsiteX0" fmla="*/ 401854 w 786206"/>
                <a:gd name="connsiteY0" fmla="*/ 836276 h 836276"/>
                <a:gd name="connsiteX1" fmla="*/ 735418 w 786206"/>
                <a:gd name="connsiteY1" fmla="*/ 687500 h 836276"/>
                <a:gd name="connsiteX2" fmla="*/ 786206 w 786206"/>
                <a:gd name="connsiteY2" fmla="*/ 523229 h 836276"/>
                <a:gd name="connsiteX3" fmla="*/ 786206 w 786206"/>
                <a:gd name="connsiteY3" fmla="*/ 483201 h 836276"/>
                <a:gd name="connsiteX4" fmla="*/ 630400 w 786206"/>
                <a:gd name="connsiteY4" fmla="*/ 483201 h 836276"/>
                <a:gd name="connsiteX5" fmla="*/ 630400 w 786206"/>
                <a:gd name="connsiteY5" fmla="*/ 526241 h 836276"/>
                <a:gd name="connsiteX6" fmla="*/ 473876 w 786206"/>
                <a:gd name="connsiteY6" fmla="*/ 687500 h 836276"/>
                <a:gd name="connsiteX7" fmla="*/ 400133 w 786206"/>
                <a:gd name="connsiteY7" fmla="*/ 696251 h 836276"/>
                <a:gd name="connsiteX8" fmla="*/ 331125 w 786206"/>
                <a:gd name="connsiteY8" fmla="*/ 687500 h 836276"/>
                <a:gd name="connsiteX9" fmla="*/ 159537 w 786206"/>
                <a:gd name="connsiteY9" fmla="*/ 507877 h 836276"/>
                <a:gd name="connsiteX10" fmla="*/ 155950 w 786206"/>
                <a:gd name="connsiteY10" fmla="*/ 471150 h 836276"/>
                <a:gd name="connsiteX11" fmla="*/ 155950 w 786206"/>
                <a:gd name="connsiteY11" fmla="*/ 365127 h 836276"/>
                <a:gd name="connsiteX12" fmla="*/ 159537 w 786206"/>
                <a:gd name="connsiteY12" fmla="*/ 328399 h 836276"/>
                <a:gd name="connsiteX13" fmla="*/ 331125 w 786206"/>
                <a:gd name="connsiteY13" fmla="*/ 148777 h 836276"/>
                <a:gd name="connsiteX14" fmla="*/ 400133 w 786206"/>
                <a:gd name="connsiteY14" fmla="*/ 140025 h 836276"/>
                <a:gd name="connsiteX15" fmla="*/ 473876 w 786206"/>
                <a:gd name="connsiteY15" fmla="*/ 148777 h 836276"/>
                <a:gd name="connsiteX16" fmla="*/ 630400 w 786206"/>
                <a:gd name="connsiteY16" fmla="*/ 310035 h 836276"/>
                <a:gd name="connsiteX17" fmla="*/ 630400 w 786206"/>
                <a:gd name="connsiteY17" fmla="*/ 353075 h 836276"/>
                <a:gd name="connsiteX18" fmla="*/ 786206 w 786206"/>
                <a:gd name="connsiteY18" fmla="*/ 353075 h 836276"/>
                <a:gd name="connsiteX19" fmla="*/ 786206 w 786206"/>
                <a:gd name="connsiteY19" fmla="*/ 313048 h 836276"/>
                <a:gd name="connsiteX20" fmla="*/ 735418 w 786206"/>
                <a:gd name="connsiteY20" fmla="*/ 148777 h 836276"/>
                <a:gd name="connsiteX21" fmla="*/ 401854 w 786206"/>
                <a:gd name="connsiteY21" fmla="*/ 0 h 836276"/>
                <a:gd name="connsiteX22" fmla="*/ 70586 w 786206"/>
                <a:gd name="connsiteY22" fmla="*/ 148777 h 836276"/>
                <a:gd name="connsiteX23" fmla="*/ 1865 w 786206"/>
                <a:gd name="connsiteY23" fmla="*/ 328399 h 836276"/>
                <a:gd name="connsiteX24" fmla="*/ 0 w 786206"/>
                <a:gd name="connsiteY24" fmla="*/ 367135 h 836276"/>
                <a:gd name="connsiteX25" fmla="*/ 0 w 786206"/>
                <a:gd name="connsiteY25" fmla="*/ 469141 h 836276"/>
                <a:gd name="connsiteX26" fmla="*/ 1865 w 786206"/>
                <a:gd name="connsiteY26" fmla="*/ 507877 h 836276"/>
                <a:gd name="connsiteX27" fmla="*/ 70586 w 786206"/>
                <a:gd name="connsiteY27" fmla="*/ 687500 h 836276"/>
                <a:gd name="connsiteX28" fmla="*/ 401854 w 786206"/>
                <a:gd name="connsiteY28" fmla="*/ 836276 h 836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6206" h="836276">
                  <a:moveTo>
                    <a:pt x="401854" y="836276"/>
                  </a:moveTo>
                  <a:cubicBezTo>
                    <a:pt x="551922" y="836276"/>
                    <a:pt x="671575" y="779319"/>
                    <a:pt x="735418" y="687500"/>
                  </a:cubicBezTo>
                  <a:cubicBezTo>
                    <a:pt x="767842" y="640729"/>
                    <a:pt x="786206" y="585207"/>
                    <a:pt x="786206" y="523229"/>
                  </a:cubicBezTo>
                  <a:lnTo>
                    <a:pt x="786206" y="483201"/>
                  </a:lnTo>
                  <a:lnTo>
                    <a:pt x="630400" y="483201"/>
                  </a:lnTo>
                  <a:lnTo>
                    <a:pt x="630400" y="526241"/>
                  </a:lnTo>
                  <a:cubicBezTo>
                    <a:pt x="630400" y="605005"/>
                    <a:pt x="567847" y="666266"/>
                    <a:pt x="473876" y="687500"/>
                  </a:cubicBezTo>
                  <a:cubicBezTo>
                    <a:pt x="450921" y="692665"/>
                    <a:pt x="426531" y="696251"/>
                    <a:pt x="400133" y="696251"/>
                  </a:cubicBezTo>
                  <a:cubicBezTo>
                    <a:pt x="375600" y="696251"/>
                    <a:pt x="352932" y="692665"/>
                    <a:pt x="331125" y="687500"/>
                  </a:cubicBezTo>
                  <a:cubicBezTo>
                    <a:pt x="237296" y="665262"/>
                    <a:pt x="173310" y="598406"/>
                    <a:pt x="159537" y="507877"/>
                  </a:cubicBezTo>
                  <a:cubicBezTo>
                    <a:pt x="157672" y="495826"/>
                    <a:pt x="155950" y="483775"/>
                    <a:pt x="155950" y="471150"/>
                  </a:cubicBezTo>
                  <a:lnTo>
                    <a:pt x="155950" y="365127"/>
                  </a:lnTo>
                  <a:cubicBezTo>
                    <a:pt x="155950" y="352358"/>
                    <a:pt x="157672" y="340307"/>
                    <a:pt x="159537" y="328399"/>
                  </a:cubicBezTo>
                  <a:cubicBezTo>
                    <a:pt x="173310" y="238014"/>
                    <a:pt x="237296" y="171014"/>
                    <a:pt x="331125" y="148777"/>
                  </a:cubicBezTo>
                  <a:cubicBezTo>
                    <a:pt x="352788" y="143612"/>
                    <a:pt x="375456" y="140025"/>
                    <a:pt x="400133" y="140025"/>
                  </a:cubicBezTo>
                  <a:cubicBezTo>
                    <a:pt x="426531" y="140025"/>
                    <a:pt x="450921" y="143468"/>
                    <a:pt x="473876" y="148777"/>
                  </a:cubicBezTo>
                  <a:cubicBezTo>
                    <a:pt x="567847" y="170153"/>
                    <a:pt x="630400" y="231414"/>
                    <a:pt x="630400" y="310035"/>
                  </a:cubicBezTo>
                  <a:lnTo>
                    <a:pt x="630400" y="353075"/>
                  </a:lnTo>
                  <a:lnTo>
                    <a:pt x="786206" y="353075"/>
                  </a:lnTo>
                  <a:lnTo>
                    <a:pt x="786206" y="313048"/>
                  </a:lnTo>
                  <a:cubicBezTo>
                    <a:pt x="786206" y="251069"/>
                    <a:pt x="767986" y="195404"/>
                    <a:pt x="735418" y="148777"/>
                  </a:cubicBezTo>
                  <a:cubicBezTo>
                    <a:pt x="671575" y="56957"/>
                    <a:pt x="552066" y="0"/>
                    <a:pt x="401854" y="0"/>
                  </a:cubicBezTo>
                  <a:cubicBezTo>
                    <a:pt x="251643" y="0"/>
                    <a:pt x="140599" y="56240"/>
                    <a:pt x="70586" y="148777"/>
                  </a:cubicBezTo>
                  <a:cubicBezTo>
                    <a:pt x="32567" y="198990"/>
                    <a:pt x="8321" y="259677"/>
                    <a:pt x="1865" y="328399"/>
                  </a:cubicBezTo>
                  <a:cubicBezTo>
                    <a:pt x="717" y="341024"/>
                    <a:pt x="0" y="353936"/>
                    <a:pt x="0" y="367135"/>
                  </a:cubicBezTo>
                  <a:lnTo>
                    <a:pt x="0" y="469141"/>
                  </a:lnTo>
                  <a:cubicBezTo>
                    <a:pt x="0" y="482340"/>
                    <a:pt x="717" y="495252"/>
                    <a:pt x="1865" y="507877"/>
                  </a:cubicBezTo>
                  <a:cubicBezTo>
                    <a:pt x="8465" y="576455"/>
                    <a:pt x="32711" y="637286"/>
                    <a:pt x="70586" y="687500"/>
                  </a:cubicBezTo>
                  <a:cubicBezTo>
                    <a:pt x="140599" y="780037"/>
                    <a:pt x="257956" y="836276"/>
                    <a:pt x="401854" y="836276"/>
                  </a:cubicBezTo>
                  <a:close/>
                </a:path>
              </a:pathLst>
            </a:custGeom>
            <a:grpFill/>
            <a:ln w="14340" cap="flat">
              <a:noFill/>
              <a:prstDash val="solid"/>
              <a:miter/>
            </a:ln>
          </p:spPr>
          <p:txBody>
            <a:bodyPr rtlCol="0" anchor="ctr"/>
            <a:lstStyle/>
            <a:p>
              <a:endParaRPr lang="de-DE">
                <a:solidFill>
                  <a:schemeClr val="accent3"/>
                </a:solidFill>
              </a:endParaRPr>
            </a:p>
          </p:txBody>
        </p:sp>
        <p:sp>
          <p:nvSpPr>
            <p:cNvPr id="29" name="Freihandform: Form 28">
              <a:extLst>
                <a:ext uri="{FF2B5EF4-FFF2-40B4-BE49-F238E27FC236}">
                  <a16:creationId xmlns:a16="http://schemas.microsoft.com/office/drawing/2014/main" id="{BDDE79A7-C5DF-C34F-782F-34BE4FAB1DA3}"/>
                </a:ext>
              </a:extLst>
            </p:cNvPr>
            <p:cNvSpPr/>
            <p:nvPr/>
          </p:nvSpPr>
          <p:spPr>
            <a:xfrm>
              <a:off x="2889147" y="3060334"/>
              <a:ext cx="722506" cy="800265"/>
            </a:xfrm>
            <a:custGeom>
              <a:avLst/>
              <a:gdLst>
                <a:gd name="connsiteX0" fmla="*/ 152937 w 722506"/>
                <a:gd name="connsiteY0" fmla="*/ 669423 h 800265"/>
                <a:gd name="connsiteX1" fmla="*/ 152937 w 722506"/>
                <a:gd name="connsiteY1" fmla="*/ 489944 h 800265"/>
                <a:gd name="connsiteX2" fmla="*/ 152937 w 722506"/>
                <a:gd name="connsiteY2" fmla="*/ 463115 h 800265"/>
                <a:gd name="connsiteX3" fmla="*/ 159824 w 722506"/>
                <a:gd name="connsiteY3" fmla="*/ 463115 h 800265"/>
                <a:gd name="connsiteX4" fmla="*/ 187800 w 722506"/>
                <a:gd name="connsiteY4" fmla="*/ 489944 h 800265"/>
                <a:gd name="connsiteX5" fmla="*/ 375743 w 722506"/>
                <a:gd name="connsiteY5" fmla="*/ 669423 h 800265"/>
                <a:gd name="connsiteX6" fmla="*/ 512612 w 722506"/>
                <a:gd name="connsiteY6" fmla="*/ 800266 h 800265"/>
                <a:gd name="connsiteX7" fmla="*/ 722506 w 722506"/>
                <a:gd name="connsiteY7" fmla="*/ 800266 h 800265"/>
                <a:gd name="connsiteX8" fmla="*/ 582768 w 722506"/>
                <a:gd name="connsiteY8" fmla="*/ 669423 h 800265"/>
                <a:gd name="connsiteX9" fmla="*/ 390951 w 722506"/>
                <a:gd name="connsiteY9" fmla="*/ 489944 h 800265"/>
                <a:gd name="connsiteX10" fmla="*/ 295114 w 722506"/>
                <a:gd name="connsiteY10" fmla="*/ 400133 h 800265"/>
                <a:gd name="connsiteX11" fmla="*/ 390951 w 722506"/>
                <a:gd name="connsiteY11" fmla="*/ 310322 h 800265"/>
                <a:gd name="connsiteX12" fmla="*/ 582768 w 722506"/>
                <a:gd name="connsiteY12" fmla="*/ 130700 h 800265"/>
                <a:gd name="connsiteX13" fmla="*/ 722506 w 722506"/>
                <a:gd name="connsiteY13" fmla="*/ 0 h 800265"/>
                <a:gd name="connsiteX14" fmla="*/ 512612 w 722506"/>
                <a:gd name="connsiteY14" fmla="*/ 0 h 800265"/>
                <a:gd name="connsiteX15" fmla="*/ 375743 w 722506"/>
                <a:gd name="connsiteY15" fmla="*/ 130700 h 800265"/>
                <a:gd name="connsiteX16" fmla="*/ 187800 w 722506"/>
                <a:gd name="connsiteY16" fmla="*/ 310322 h 800265"/>
                <a:gd name="connsiteX17" fmla="*/ 160684 w 722506"/>
                <a:gd name="connsiteY17" fmla="*/ 336146 h 800265"/>
                <a:gd name="connsiteX18" fmla="*/ 152937 w 722506"/>
                <a:gd name="connsiteY18" fmla="*/ 336146 h 800265"/>
                <a:gd name="connsiteX19" fmla="*/ 152937 w 722506"/>
                <a:gd name="connsiteY19" fmla="*/ 310322 h 800265"/>
                <a:gd name="connsiteX20" fmla="*/ 152937 w 722506"/>
                <a:gd name="connsiteY20" fmla="*/ 130700 h 800265"/>
                <a:gd name="connsiteX21" fmla="*/ 152937 w 722506"/>
                <a:gd name="connsiteY21" fmla="*/ 0 h 800265"/>
                <a:gd name="connsiteX22" fmla="*/ 0 w 722506"/>
                <a:gd name="connsiteY22" fmla="*/ 0 h 800265"/>
                <a:gd name="connsiteX23" fmla="*/ 0 w 722506"/>
                <a:gd name="connsiteY23" fmla="*/ 130700 h 800265"/>
                <a:gd name="connsiteX24" fmla="*/ 0 w 722506"/>
                <a:gd name="connsiteY24" fmla="*/ 310322 h 800265"/>
                <a:gd name="connsiteX25" fmla="*/ 0 w 722506"/>
                <a:gd name="connsiteY25" fmla="*/ 489944 h 800265"/>
                <a:gd name="connsiteX26" fmla="*/ 0 w 722506"/>
                <a:gd name="connsiteY26" fmla="*/ 669423 h 800265"/>
                <a:gd name="connsiteX27" fmla="*/ 0 w 722506"/>
                <a:gd name="connsiteY27" fmla="*/ 800266 h 800265"/>
                <a:gd name="connsiteX28" fmla="*/ 152937 w 722506"/>
                <a:gd name="connsiteY28" fmla="*/ 800266 h 800265"/>
                <a:gd name="connsiteX29" fmla="*/ 152937 w 722506"/>
                <a:gd name="connsiteY29" fmla="*/ 669423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2506" h="800265">
                  <a:moveTo>
                    <a:pt x="152937" y="669423"/>
                  </a:moveTo>
                  <a:lnTo>
                    <a:pt x="152937" y="489944"/>
                  </a:lnTo>
                  <a:lnTo>
                    <a:pt x="152937" y="463115"/>
                  </a:lnTo>
                  <a:lnTo>
                    <a:pt x="159824" y="463115"/>
                  </a:lnTo>
                  <a:lnTo>
                    <a:pt x="187800" y="489944"/>
                  </a:lnTo>
                  <a:lnTo>
                    <a:pt x="375743" y="669423"/>
                  </a:lnTo>
                  <a:lnTo>
                    <a:pt x="512612" y="800266"/>
                  </a:lnTo>
                  <a:lnTo>
                    <a:pt x="722506" y="800266"/>
                  </a:lnTo>
                  <a:lnTo>
                    <a:pt x="582768" y="669423"/>
                  </a:lnTo>
                  <a:lnTo>
                    <a:pt x="390951" y="489944"/>
                  </a:lnTo>
                  <a:lnTo>
                    <a:pt x="295114" y="400133"/>
                  </a:lnTo>
                  <a:lnTo>
                    <a:pt x="390951" y="310322"/>
                  </a:lnTo>
                  <a:lnTo>
                    <a:pt x="582768" y="130700"/>
                  </a:lnTo>
                  <a:lnTo>
                    <a:pt x="722506" y="0"/>
                  </a:lnTo>
                  <a:lnTo>
                    <a:pt x="512612" y="0"/>
                  </a:lnTo>
                  <a:lnTo>
                    <a:pt x="375743" y="130700"/>
                  </a:lnTo>
                  <a:lnTo>
                    <a:pt x="187800" y="310322"/>
                  </a:lnTo>
                  <a:lnTo>
                    <a:pt x="160684" y="336146"/>
                  </a:lnTo>
                  <a:lnTo>
                    <a:pt x="152937" y="336146"/>
                  </a:lnTo>
                  <a:lnTo>
                    <a:pt x="152937" y="310322"/>
                  </a:lnTo>
                  <a:lnTo>
                    <a:pt x="152937" y="130700"/>
                  </a:lnTo>
                  <a:lnTo>
                    <a:pt x="152937" y="0"/>
                  </a:lnTo>
                  <a:lnTo>
                    <a:pt x="0" y="0"/>
                  </a:lnTo>
                  <a:lnTo>
                    <a:pt x="0" y="130700"/>
                  </a:lnTo>
                  <a:lnTo>
                    <a:pt x="0" y="310322"/>
                  </a:lnTo>
                  <a:lnTo>
                    <a:pt x="0" y="489944"/>
                  </a:lnTo>
                  <a:lnTo>
                    <a:pt x="0" y="669423"/>
                  </a:lnTo>
                  <a:lnTo>
                    <a:pt x="0" y="800266"/>
                  </a:lnTo>
                  <a:lnTo>
                    <a:pt x="152937" y="800266"/>
                  </a:lnTo>
                  <a:lnTo>
                    <a:pt x="152937" y="669423"/>
                  </a:lnTo>
                  <a:close/>
                </a:path>
              </a:pathLst>
            </a:custGeom>
            <a:grpFill/>
            <a:ln w="14340" cap="flat">
              <a:noFill/>
              <a:prstDash val="solid"/>
              <a:miter/>
            </a:ln>
          </p:spPr>
          <p:txBody>
            <a:bodyPr rtlCol="0" anchor="ctr"/>
            <a:lstStyle/>
            <a:p>
              <a:endParaRPr lang="de-DE">
                <a:solidFill>
                  <a:schemeClr val="accent3"/>
                </a:solidFill>
              </a:endParaRPr>
            </a:p>
          </p:txBody>
        </p:sp>
        <p:sp>
          <p:nvSpPr>
            <p:cNvPr id="30" name="Freihandform: Form 29">
              <a:extLst>
                <a:ext uri="{FF2B5EF4-FFF2-40B4-BE49-F238E27FC236}">
                  <a16:creationId xmlns:a16="http://schemas.microsoft.com/office/drawing/2014/main" id="{929E5D7B-58C1-7237-A7AB-234695B7BA35}"/>
                </a:ext>
              </a:extLst>
            </p:cNvPr>
            <p:cNvSpPr/>
            <p:nvPr/>
          </p:nvSpPr>
          <p:spPr>
            <a:xfrm>
              <a:off x="3624135" y="3060334"/>
              <a:ext cx="819634" cy="800265"/>
            </a:xfrm>
            <a:custGeom>
              <a:avLst/>
              <a:gdLst>
                <a:gd name="connsiteX0" fmla="*/ 695821 w 819634"/>
                <a:gd name="connsiteY0" fmla="*/ 489944 h 800265"/>
                <a:gd name="connsiteX1" fmla="*/ 727671 w 819634"/>
                <a:gd name="connsiteY1" fmla="*/ 489944 h 800265"/>
                <a:gd name="connsiteX2" fmla="*/ 656224 w 819634"/>
                <a:gd name="connsiteY2" fmla="*/ 310322 h 800265"/>
                <a:gd name="connsiteX3" fmla="*/ 624374 w 819634"/>
                <a:gd name="connsiteY3" fmla="*/ 310322 h 800265"/>
                <a:gd name="connsiteX4" fmla="*/ 552927 w 819634"/>
                <a:gd name="connsiteY4" fmla="*/ 130700 h 800265"/>
                <a:gd name="connsiteX5" fmla="*/ 500848 w 819634"/>
                <a:gd name="connsiteY5" fmla="*/ 0 h 800265"/>
                <a:gd name="connsiteX6" fmla="*/ 318500 w 819634"/>
                <a:gd name="connsiteY6" fmla="*/ 0 h 800265"/>
                <a:gd name="connsiteX7" fmla="*/ 266421 w 819634"/>
                <a:gd name="connsiteY7" fmla="*/ 130700 h 800265"/>
                <a:gd name="connsiteX8" fmla="*/ 194974 w 819634"/>
                <a:gd name="connsiteY8" fmla="*/ 310322 h 800265"/>
                <a:gd name="connsiteX9" fmla="*/ 226823 w 819634"/>
                <a:gd name="connsiteY9" fmla="*/ 310322 h 800265"/>
                <a:gd name="connsiteX10" fmla="*/ 155376 w 819634"/>
                <a:gd name="connsiteY10" fmla="*/ 489944 h 800265"/>
                <a:gd name="connsiteX11" fmla="*/ 123526 w 819634"/>
                <a:gd name="connsiteY11" fmla="*/ 489944 h 800265"/>
                <a:gd name="connsiteX12" fmla="*/ 52079 w 819634"/>
                <a:gd name="connsiteY12" fmla="*/ 669566 h 800265"/>
                <a:gd name="connsiteX13" fmla="*/ 0 w 819634"/>
                <a:gd name="connsiteY13" fmla="*/ 800266 h 800265"/>
                <a:gd name="connsiteX14" fmla="*/ 160828 w 819634"/>
                <a:gd name="connsiteY14" fmla="*/ 800266 h 800265"/>
                <a:gd name="connsiteX15" fmla="*/ 210755 w 819634"/>
                <a:gd name="connsiteY15" fmla="*/ 669566 h 800265"/>
                <a:gd name="connsiteX16" fmla="*/ 231414 w 819634"/>
                <a:gd name="connsiteY16" fmla="*/ 615335 h 800265"/>
                <a:gd name="connsiteX17" fmla="*/ 588220 w 819634"/>
                <a:gd name="connsiteY17" fmla="*/ 615335 h 800265"/>
                <a:gd name="connsiteX18" fmla="*/ 608879 w 819634"/>
                <a:gd name="connsiteY18" fmla="*/ 669566 h 800265"/>
                <a:gd name="connsiteX19" fmla="*/ 658806 w 819634"/>
                <a:gd name="connsiteY19" fmla="*/ 800266 h 800265"/>
                <a:gd name="connsiteX20" fmla="*/ 819634 w 819634"/>
                <a:gd name="connsiteY20" fmla="*/ 800266 h 800265"/>
                <a:gd name="connsiteX21" fmla="*/ 767555 w 819634"/>
                <a:gd name="connsiteY21" fmla="*/ 669566 h 800265"/>
                <a:gd name="connsiteX22" fmla="*/ 696108 w 819634"/>
                <a:gd name="connsiteY22" fmla="*/ 489944 h 800265"/>
                <a:gd name="connsiteX23" fmla="*/ 406733 w 819634"/>
                <a:gd name="connsiteY23" fmla="*/ 144042 h 800265"/>
                <a:gd name="connsiteX24" fmla="*/ 412615 w 819634"/>
                <a:gd name="connsiteY24" fmla="*/ 144042 h 800265"/>
                <a:gd name="connsiteX25" fmla="*/ 474737 w 819634"/>
                <a:gd name="connsiteY25" fmla="*/ 310322 h 800265"/>
                <a:gd name="connsiteX26" fmla="*/ 506587 w 819634"/>
                <a:gd name="connsiteY26" fmla="*/ 310322 h 800265"/>
                <a:gd name="connsiteX27" fmla="*/ 571864 w 819634"/>
                <a:gd name="connsiteY27" fmla="*/ 485066 h 800265"/>
                <a:gd name="connsiteX28" fmla="*/ 311183 w 819634"/>
                <a:gd name="connsiteY28" fmla="*/ 485066 h 800265"/>
                <a:gd name="connsiteX29" fmla="*/ 376461 w 819634"/>
                <a:gd name="connsiteY29" fmla="*/ 310322 h 800265"/>
                <a:gd name="connsiteX30" fmla="*/ 344611 w 819634"/>
                <a:gd name="connsiteY30" fmla="*/ 310322 h 800265"/>
                <a:gd name="connsiteX31" fmla="*/ 406733 w 819634"/>
                <a:gd name="connsiteY31" fmla="*/ 144042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9634" h="800265">
                  <a:moveTo>
                    <a:pt x="695821" y="489944"/>
                  </a:moveTo>
                  <a:lnTo>
                    <a:pt x="727671" y="489944"/>
                  </a:lnTo>
                  <a:lnTo>
                    <a:pt x="656224" y="310322"/>
                  </a:lnTo>
                  <a:lnTo>
                    <a:pt x="624374" y="310322"/>
                  </a:lnTo>
                  <a:lnTo>
                    <a:pt x="552927" y="130700"/>
                  </a:lnTo>
                  <a:lnTo>
                    <a:pt x="500848" y="0"/>
                  </a:lnTo>
                  <a:lnTo>
                    <a:pt x="318500" y="0"/>
                  </a:lnTo>
                  <a:lnTo>
                    <a:pt x="266421" y="130700"/>
                  </a:lnTo>
                  <a:lnTo>
                    <a:pt x="194974" y="310322"/>
                  </a:lnTo>
                  <a:lnTo>
                    <a:pt x="226823" y="310322"/>
                  </a:lnTo>
                  <a:lnTo>
                    <a:pt x="155376" y="489944"/>
                  </a:lnTo>
                  <a:lnTo>
                    <a:pt x="123526" y="489944"/>
                  </a:lnTo>
                  <a:lnTo>
                    <a:pt x="52079" y="669566"/>
                  </a:lnTo>
                  <a:lnTo>
                    <a:pt x="0" y="800266"/>
                  </a:lnTo>
                  <a:lnTo>
                    <a:pt x="160828" y="800266"/>
                  </a:lnTo>
                  <a:lnTo>
                    <a:pt x="210755" y="669566"/>
                  </a:lnTo>
                  <a:lnTo>
                    <a:pt x="231414" y="615335"/>
                  </a:lnTo>
                  <a:lnTo>
                    <a:pt x="588220" y="615335"/>
                  </a:lnTo>
                  <a:lnTo>
                    <a:pt x="608879" y="669566"/>
                  </a:lnTo>
                  <a:lnTo>
                    <a:pt x="658806" y="800266"/>
                  </a:lnTo>
                  <a:lnTo>
                    <a:pt x="819634" y="800266"/>
                  </a:lnTo>
                  <a:lnTo>
                    <a:pt x="767555" y="669566"/>
                  </a:lnTo>
                  <a:lnTo>
                    <a:pt x="696108" y="489944"/>
                  </a:lnTo>
                  <a:close/>
                  <a:moveTo>
                    <a:pt x="406733" y="144042"/>
                  </a:moveTo>
                  <a:lnTo>
                    <a:pt x="412615" y="144042"/>
                  </a:lnTo>
                  <a:lnTo>
                    <a:pt x="474737" y="310322"/>
                  </a:lnTo>
                  <a:lnTo>
                    <a:pt x="506587" y="310322"/>
                  </a:lnTo>
                  <a:lnTo>
                    <a:pt x="571864" y="485066"/>
                  </a:lnTo>
                  <a:lnTo>
                    <a:pt x="311183" y="485066"/>
                  </a:lnTo>
                  <a:lnTo>
                    <a:pt x="376461" y="310322"/>
                  </a:lnTo>
                  <a:lnTo>
                    <a:pt x="344611" y="310322"/>
                  </a:lnTo>
                  <a:lnTo>
                    <a:pt x="406733" y="144042"/>
                  </a:lnTo>
                  <a:close/>
                </a:path>
              </a:pathLst>
            </a:custGeom>
            <a:grpFill/>
            <a:ln w="14340" cap="flat">
              <a:noFill/>
              <a:prstDash val="solid"/>
              <a:miter/>
            </a:ln>
          </p:spPr>
          <p:txBody>
            <a:bodyPr rtlCol="0" anchor="ctr"/>
            <a:lstStyle/>
            <a:p>
              <a:endParaRPr lang="de-DE">
                <a:solidFill>
                  <a:schemeClr val="accent3"/>
                </a:solidFill>
              </a:endParaRPr>
            </a:p>
          </p:txBody>
        </p:sp>
        <p:sp>
          <p:nvSpPr>
            <p:cNvPr id="31" name="Freihandform: Form 30">
              <a:extLst>
                <a:ext uri="{FF2B5EF4-FFF2-40B4-BE49-F238E27FC236}">
                  <a16:creationId xmlns:a16="http://schemas.microsoft.com/office/drawing/2014/main" id="{50EC4301-A575-33FC-AF09-EBE3AC00E45E}"/>
                </a:ext>
              </a:extLst>
            </p:cNvPr>
            <p:cNvSpPr/>
            <p:nvPr/>
          </p:nvSpPr>
          <p:spPr>
            <a:xfrm>
              <a:off x="4313643" y="3060334"/>
              <a:ext cx="735131" cy="800265"/>
            </a:xfrm>
            <a:custGeom>
              <a:avLst/>
              <a:gdLst>
                <a:gd name="connsiteX0" fmla="*/ 0 w 735131"/>
                <a:gd name="connsiteY0" fmla="*/ 130700 h 800265"/>
                <a:gd name="connsiteX1" fmla="*/ 0 w 735131"/>
                <a:gd name="connsiteY1" fmla="*/ 140025 h 800265"/>
                <a:gd name="connsiteX2" fmla="*/ 291097 w 735131"/>
                <a:gd name="connsiteY2" fmla="*/ 140025 h 800265"/>
                <a:gd name="connsiteX3" fmla="*/ 291097 w 735131"/>
                <a:gd name="connsiteY3" fmla="*/ 310322 h 800265"/>
                <a:gd name="connsiteX4" fmla="*/ 291097 w 735131"/>
                <a:gd name="connsiteY4" fmla="*/ 489944 h 800265"/>
                <a:gd name="connsiteX5" fmla="*/ 291097 w 735131"/>
                <a:gd name="connsiteY5" fmla="*/ 669423 h 800265"/>
                <a:gd name="connsiteX6" fmla="*/ 291097 w 735131"/>
                <a:gd name="connsiteY6" fmla="*/ 800266 h 800265"/>
                <a:gd name="connsiteX7" fmla="*/ 444034 w 735131"/>
                <a:gd name="connsiteY7" fmla="*/ 800266 h 800265"/>
                <a:gd name="connsiteX8" fmla="*/ 444034 w 735131"/>
                <a:gd name="connsiteY8" fmla="*/ 669423 h 800265"/>
                <a:gd name="connsiteX9" fmla="*/ 444034 w 735131"/>
                <a:gd name="connsiteY9" fmla="*/ 489944 h 800265"/>
                <a:gd name="connsiteX10" fmla="*/ 444034 w 735131"/>
                <a:gd name="connsiteY10" fmla="*/ 310322 h 800265"/>
                <a:gd name="connsiteX11" fmla="*/ 444034 w 735131"/>
                <a:gd name="connsiteY11" fmla="*/ 140025 h 800265"/>
                <a:gd name="connsiteX12" fmla="*/ 735132 w 735131"/>
                <a:gd name="connsiteY12" fmla="*/ 140025 h 800265"/>
                <a:gd name="connsiteX13" fmla="*/ 735132 w 735131"/>
                <a:gd name="connsiteY13" fmla="*/ 130700 h 800265"/>
                <a:gd name="connsiteX14" fmla="*/ 735132 w 735131"/>
                <a:gd name="connsiteY14" fmla="*/ 0 h 800265"/>
                <a:gd name="connsiteX15" fmla="*/ 0 w 735131"/>
                <a:gd name="connsiteY15" fmla="*/ 0 h 800265"/>
                <a:gd name="connsiteX16" fmla="*/ 0 w 735131"/>
                <a:gd name="connsiteY16" fmla="*/ 130700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5131" h="800265">
                  <a:moveTo>
                    <a:pt x="0" y="130700"/>
                  </a:moveTo>
                  <a:lnTo>
                    <a:pt x="0" y="140025"/>
                  </a:lnTo>
                  <a:lnTo>
                    <a:pt x="291097" y="140025"/>
                  </a:lnTo>
                  <a:lnTo>
                    <a:pt x="291097" y="310322"/>
                  </a:lnTo>
                  <a:lnTo>
                    <a:pt x="291097" y="489944"/>
                  </a:lnTo>
                  <a:lnTo>
                    <a:pt x="291097" y="669423"/>
                  </a:lnTo>
                  <a:lnTo>
                    <a:pt x="291097" y="800266"/>
                  </a:lnTo>
                  <a:lnTo>
                    <a:pt x="444034" y="800266"/>
                  </a:lnTo>
                  <a:lnTo>
                    <a:pt x="444034" y="669423"/>
                  </a:lnTo>
                  <a:lnTo>
                    <a:pt x="444034" y="489944"/>
                  </a:lnTo>
                  <a:lnTo>
                    <a:pt x="444034" y="310322"/>
                  </a:lnTo>
                  <a:lnTo>
                    <a:pt x="444034" y="140025"/>
                  </a:lnTo>
                  <a:lnTo>
                    <a:pt x="735132" y="140025"/>
                  </a:lnTo>
                  <a:lnTo>
                    <a:pt x="735132" y="130700"/>
                  </a:lnTo>
                  <a:lnTo>
                    <a:pt x="735132" y="0"/>
                  </a:lnTo>
                  <a:lnTo>
                    <a:pt x="0" y="0"/>
                  </a:lnTo>
                  <a:lnTo>
                    <a:pt x="0" y="130700"/>
                  </a:lnTo>
                  <a:close/>
                </a:path>
              </a:pathLst>
            </a:custGeom>
            <a:grpFill/>
            <a:ln w="14340" cap="flat">
              <a:noFill/>
              <a:prstDash val="solid"/>
              <a:miter/>
            </a:ln>
          </p:spPr>
          <p:txBody>
            <a:bodyPr rtlCol="0" anchor="ctr"/>
            <a:lstStyle/>
            <a:p>
              <a:endParaRPr lang="de-DE">
                <a:solidFill>
                  <a:schemeClr val="accent3"/>
                </a:solidFill>
              </a:endParaRPr>
            </a:p>
          </p:txBody>
        </p:sp>
        <p:sp>
          <p:nvSpPr>
            <p:cNvPr id="32" name="Freihandform: Form 31">
              <a:extLst>
                <a:ext uri="{FF2B5EF4-FFF2-40B4-BE49-F238E27FC236}">
                  <a16:creationId xmlns:a16="http://schemas.microsoft.com/office/drawing/2014/main" id="{8EC6A841-F126-9570-1E63-272856C46E44}"/>
                </a:ext>
              </a:extLst>
            </p:cNvPr>
            <p:cNvSpPr/>
            <p:nvPr/>
          </p:nvSpPr>
          <p:spPr>
            <a:xfrm>
              <a:off x="5089520" y="3060334"/>
              <a:ext cx="709737" cy="800265"/>
            </a:xfrm>
            <a:custGeom>
              <a:avLst/>
              <a:gdLst>
                <a:gd name="connsiteX0" fmla="*/ 556800 w 709737"/>
                <a:gd name="connsiteY0" fmla="*/ 130700 h 800265"/>
                <a:gd name="connsiteX1" fmla="*/ 556800 w 709737"/>
                <a:gd name="connsiteY1" fmla="*/ 310322 h 800265"/>
                <a:gd name="connsiteX2" fmla="*/ 556800 w 709737"/>
                <a:gd name="connsiteY2" fmla="*/ 320078 h 800265"/>
                <a:gd name="connsiteX3" fmla="*/ 152937 w 709737"/>
                <a:gd name="connsiteY3" fmla="*/ 320078 h 800265"/>
                <a:gd name="connsiteX4" fmla="*/ 152937 w 709737"/>
                <a:gd name="connsiteY4" fmla="*/ 310322 h 800265"/>
                <a:gd name="connsiteX5" fmla="*/ 152937 w 709737"/>
                <a:gd name="connsiteY5" fmla="*/ 130700 h 800265"/>
                <a:gd name="connsiteX6" fmla="*/ 152937 w 709737"/>
                <a:gd name="connsiteY6" fmla="*/ 0 h 800265"/>
                <a:gd name="connsiteX7" fmla="*/ 0 w 709737"/>
                <a:gd name="connsiteY7" fmla="*/ 0 h 800265"/>
                <a:gd name="connsiteX8" fmla="*/ 0 w 709737"/>
                <a:gd name="connsiteY8" fmla="*/ 130700 h 800265"/>
                <a:gd name="connsiteX9" fmla="*/ 0 w 709737"/>
                <a:gd name="connsiteY9" fmla="*/ 310322 h 800265"/>
                <a:gd name="connsiteX10" fmla="*/ 0 w 709737"/>
                <a:gd name="connsiteY10" fmla="*/ 489944 h 800265"/>
                <a:gd name="connsiteX11" fmla="*/ 0 w 709737"/>
                <a:gd name="connsiteY11" fmla="*/ 669423 h 800265"/>
                <a:gd name="connsiteX12" fmla="*/ 35723 w 709737"/>
                <a:gd name="connsiteY12" fmla="*/ 669423 h 800265"/>
                <a:gd name="connsiteX13" fmla="*/ 35723 w 709737"/>
                <a:gd name="connsiteY13" fmla="*/ 800266 h 800265"/>
                <a:gd name="connsiteX14" fmla="*/ 188661 w 709737"/>
                <a:gd name="connsiteY14" fmla="*/ 800266 h 800265"/>
                <a:gd name="connsiteX15" fmla="*/ 188661 w 709737"/>
                <a:gd name="connsiteY15" fmla="*/ 669423 h 800265"/>
                <a:gd name="connsiteX16" fmla="*/ 152937 w 709737"/>
                <a:gd name="connsiteY16" fmla="*/ 669423 h 800265"/>
                <a:gd name="connsiteX17" fmla="*/ 152937 w 709737"/>
                <a:gd name="connsiteY17" fmla="*/ 489944 h 800265"/>
                <a:gd name="connsiteX18" fmla="*/ 152937 w 709737"/>
                <a:gd name="connsiteY18" fmla="*/ 460103 h 800265"/>
                <a:gd name="connsiteX19" fmla="*/ 556800 w 709737"/>
                <a:gd name="connsiteY19" fmla="*/ 460103 h 800265"/>
                <a:gd name="connsiteX20" fmla="*/ 556800 w 709737"/>
                <a:gd name="connsiteY20" fmla="*/ 489944 h 800265"/>
                <a:gd name="connsiteX21" fmla="*/ 556800 w 709737"/>
                <a:gd name="connsiteY21" fmla="*/ 669423 h 800265"/>
                <a:gd name="connsiteX22" fmla="*/ 556800 w 709737"/>
                <a:gd name="connsiteY22" fmla="*/ 800266 h 800265"/>
                <a:gd name="connsiteX23" fmla="*/ 709737 w 709737"/>
                <a:gd name="connsiteY23" fmla="*/ 800266 h 800265"/>
                <a:gd name="connsiteX24" fmla="*/ 709737 w 709737"/>
                <a:gd name="connsiteY24" fmla="*/ 669423 h 800265"/>
                <a:gd name="connsiteX25" fmla="*/ 709737 w 709737"/>
                <a:gd name="connsiteY25" fmla="*/ 489944 h 800265"/>
                <a:gd name="connsiteX26" fmla="*/ 709737 w 709737"/>
                <a:gd name="connsiteY26" fmla="*/ 310322 h 800265"/>
                <a:gd name="connsiteX27" fmla="*/ 709737 w 709737"/>
                <a:gd name="connsiteY27" fmla="*/ 130700 h 800265"/>
                <a:gd name="connsiteX28" fmla="*/ 709737 w 709737"/>
                <a:gd name="connsiteY28" fmla="*/ 0 h 800265"/>
                <a:gd name="connsiteX29" fmla="*/ 556800 w 709737"/>
                <a:gd name="connsiteY29" fmla="*/ 0 h 800265"/>
                <a:gd name="connsiteX30" fmla="*/ 556800 w 709737"/>
                <a:gd name="connsiteY30" fmla="*/ 130700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09737" h="800265">
                  <a:moveTo>
                    <a:pt x="556800" y="130700"/>
                  </a:moveTo>
                  <a:lnTo>
                    <a:pt x="556800" y="310322"/>
                  </a:lnTo>
                  <a:lnTo>
                    <a:pt x="556800" y="320078"/>
                  </a:lnTo>
                  <a:lnTo>
                    <a:pt x="152937" y="320078"/>
                  </a:lnTo>
                  <a:lnTo>
                    <a:pt x="152937" y="310322"/>
                  </a:lnTo>
                  <a:lnTo>
                    <a:pt x="152937" y="130700"/>
                  </a:lnTo>
                  <a:lnTo>
                    <a:pt x="152937" y="0"/>
                  </a:lnTo>
                  <a:lnTo>
                    <a:pt x="0" y="0"/>
                  </a:lnTo>
                  <a:lnTo>
                    <a:pt x="0" y="130700"/>
                  </a:lnTo>
                  <a:lnTo>
                    <a:pt x="0" y="310322"/>
                  </a:lnTo>
                  <a:lnTo>
                    <a:pt x="0" y="489944"/>
                  </a:lnTo>
                  <a:lnTo>
                    <a:pt x="0" y="669423"/>
                  </a:lnTo>
                  <a:lnTo>
                    <a:pt x="35723" y="669423"/>
                  </a:lnTo>
                  <a:lnTo>
                    <a:pt x="35723" y="800266"/>
                  </a:lnTo>
                  <a:lnTo>
                    <a:pt x="188661" y="800266"/>
                  </a:lnTo>
                  <a:lnTo>
                    <a:pt x="188661" y="669423"/>
                  </a:lnTo>
                  <a:lnTo>
                    <a:pt x="152937" y="669423"/>
                  </a:lnTo>
                  <a:lnTo>
                    <a:pt x="152937" y="489944"/>
                  </a:lnTo>
                  <a:lnTo>
                    <a:pt x="152937" y="460103"/>
                  </a:lnTo>
                  <a:lnTo>
                    <a:pt x="556800" y="460103"/>
                  </a:lnTo>
                  <a:lnTo>
                    <a:pt x="556800" y="489944"/>
                  </a:lnTo>
                  <a:lnTo>
                    <a:pt x="556800" y="669423"/>
                  </a:lnTo>
                  <a:lnTo>
                    <a:pt x="556800" y="800266"/>
                  </a:lnTo>
                  <a:lnTo>
                    <a:pt x="709737" y="800266"/>
                  </a:lnTo>
                  <a:lnTo>
                    <a:pt x="709737" y="669423"/>
                  </a:lnTo>
                  <a:lnTo>
                    <a:pt x="709737" y="489944"/>
                  </a:lnTo>
                  <a:lnTo>
                    <a:pt x="709737" y="310322"/>
                  </a:lnTo>
                  <a:lnTo>
                    <a:pt x="709737" y="130700"/>
                  </a:lnTo>
                  <a:lnTo>
                    <a:pt x="709737" y="0"/>
                  </a:lnTo>
                  <a:lnTo>
                    <a:pt x="556800" y="0"/>
                  </a:lnTo>
                  <a:lnTo>
                    <a:pt x="556800" y="130700"/>
                  </a:lnTo>
                  <a:close/>
                </a:path>
              </a:pathLst>
            </a:custGeom>
            <a:grpFill/>
            <a:ln w="14340" cap="flat">
              <a:noFill/>
              <a:prstDash val="solid"/>
              <a:miter/>
            </a:ln>
          </p:spPr>
          <p:txBody>
            <a:bodyPr rtlCol="0" anchor="ctr"/>
            <a:lstStyle/>
            <a:p>
              <a:endParaRPr lang="de-DE" dirty="0">
                <a:solidFill>
                  <a:schemeClr val="accent3"/>
                </a:solidFill>
              </a:endParaRPr>
            </a:p>
          </p:txBody>
        </p:sp>
        <p:sp>
          <p:nvSpPr>
            <p:cNvPr id="33" name="Freihandform: Form 32">
              <a:extLst>
                <a:ext uri="{FF2B5EF4-FFF2-40B4-BE49-F238E27FC236}">
                  <a16:creationId xmlns:a16="http://schemas.microsoft.com/office/drawing/2014/main" id="{3B0A66F3-E911-C285-B156-D4F136E9574B}"/>
                </a:ext>
              </a:extLst>
            </p:cNvPr>
            <p:cNvSpPr/>
            <p:nvPr/>
          </p:nvSpPr>
          <p:spPr>
            <a:xfrm>
              <a:off x="5862670" y="3042257"/>
              <a:ext cx="798831" cy="836276"/>
            </a:xfrm>
            <a:custGeom>
              <a:avLst/>
              <a:gdLst>
                <a:gd name="connsiteX0" fmla="*/ 727958 w 798831"/>
                <a:gd name="connsiteY0" fmla="*/ 148777 h 836276"/>
                <a:gd name="connsiteX1" fmla="*/ 399846 w 798831"/>
                <a:gd name="connsiteY1" fmla="*/ 0 h 836276"/>
                <a:gd name="connsiteX2" fmla="*/ 70873 w 798831"/>
                <a:gd name="connsiteY2" fmla="*/ 148777 h 836276"/>
                <a:gd name="connsiteX3" fmla="*/ 1865 w 798831"/>
                <a:gd name="connsiteY3" fmla="*/ 328399 h 836276"/>
                <a:gd name="connsiteX4" fmla="*/ 0 w 798831"/>
                <a:gd name="connsiteY4" fmla="*/ 367135 h 836276"/>
                <a:gd name="connsiteX5" fmla="*/ 0 w 798831"/>
                <a:gd name="connsiteY5" fmla="*/ 469141 h 836276"/>
                <a:gd name="connsiteX6" fmla="*/ 1865 w 798831"/>
                <a:gd name="connsiteY6" fmla="*/ 507877 h 836276"/>
                <a:gd name="connsiteX7" fmla="*/ 70873 w 798831"/>
                <a:gd name="connsiteY7" fmla="*/ 687500 h 836276"/>
                <a:gd name="connsiteX8" fmla="*/ 399846 w 798831"/>
                <a:gd name="connsiteY8" fmla="*/ 836276 h 836276"/>
                <a:gd name="connsiteX9" fmla="*/ 727958 w 798831"/>
                <a:gd name="connsiteY9" fmla="*/ 687500 h 836276"/>
                <a:gd name="connsiteX10" fmla="*/ 796966 w 798831"/>
                <a:gd name="connsiteY10" fmla="*/ 507877 h 836276"/>
                <a:gd name="connsiteX11" fmla="*/ 798832 w 798831"/>
                <a:gd name="connsiteY11" fmla="*/ 469141 h 836276"/>
                <a:gd name="connsiteX12" fmla="*/ 798832 w 798831"/>
                <a:gd name="connsiteY12" fmla="*/ 367135 h 836276"/>
                <a:gd name="connsiteX13" fmla="*/ 796966 w 798831"/>
                <a:gd name="connsiteY13" fmla="*/ 328399 h 836276"/>
                <a:gd name="connsiteX14" fmla="*/ 727958 w 798831"/>
                <a:gd name="connsiteY14" fmla="*/ 148777 h 836276"/>
                <a:gd name="connsiteX15" fmla="*/ 467850 w 798831"/>
                <a:gd name="connsiteY15" fmla="*/ 687500 h 836276"/>
                <a:gd name="connsiteX16" fmla="*/ 399846 w 798831"/>
                <a:gd name="connsiteY16" fmla="*/ 696251 h 836276"/>
                <a:gd name="connsiteX17" fmla="*/ 331842 w 798831"/>
                <a:gd name="connsiteY17" fmla="*/ 687500 h 836276"/>
                <a:gd name="connsiteX18" fmla="*/ 159393 w 798831"/>
                <a:gd name="connsiteY18" fmla="*/ 507877 h 836276"/>
                <a:gd name="connsiteX19" fmla="*/ 155807 w 798831"/>
                <a:gd name="connsiteY19" fmla="*/ 471150 h 836276"/>
                <a:gd name="connsiteX20" fmla="*/ 155807 w 798831"/>
                <a:gd name="connsiteY20" fmla="*/ 365127 h 836276"/>
                <a:gd name="connsiteX21" fmla="*/ 159393 w 798831"/>
                <a:gd name="connsiteY21" fmla="*/ 328399 h 836276"/>
                <a:gd name="connsiteX22" fmla="*/ 331842 w 798831"/>
                <a:gd name="connsiteY22" fmla="*/ 148777 h 836276"/>
                <a:gd name="connsiteX23" fmla="*/ 399846 w 798831"/>
                <a:gd name="connsiteY23" fmla="*/ 140025 h 836276"/>
                <a:gd name="connsiteX24" fmla="*/ 467850 w 798831"/>
                <a:gd name="connsiteY24" fmla="*/ 148777 h 836276"/>
                <a:gd name="connsiteX25" fmla="*/ 640299 w 798831"/>
                <a:gd name="connsiteY25" fmla="*/ 328399 h 836276"/>
                <a:gd name="connsiteX26" fmla="*/ 643886 w 798831"/>
                <a:gd name="connsiteY26" fmla="*/ 365127 h 836276"/>
                <a:gd name="connsiteX27" fmla="*/ 643886 w 798831"/>
                <a:gd name="connsiteY27" fmla="*/ 471150 h 836276"/>
                <a:gd name="connsiteX28" fmla="*/ 640299 w 798831"/>
                <a:gd name="connsiteY28" fmla="*/ 507877 h 836276"/>
                <a:gd name="connsiteX29" fmla="*/ 467850 w 798831"/>
                <a:gd name="connsiteY29" fmla="*/ 687500 h 836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98831" h="836276">
                  <a:moveTo>
                    <a:pt x="727958" y="148777"/>
                  </a:moveTo>
                  <a:cubicBezTo>
                    <a:pt x="658232" y="56670"/>
                    <a:pt x="542023" y="0"/>
                    <a:pt x="399846" y="0"/>
                  </a:cubicBezTo>
                  <a:cubicBezTo>
                    <a:pt x="257669" y="0"/>
                    <a:pt x="140599" y="56670"/>
                    <a:pt x="70873" y="148777"/>
                  </a:cubicBezTo>
                  <a:cubicBezTo>
                    <a:pt x="32711" y="199134"/>
                    <a:pt x="8465" y="259964"/>
                    <a:pt x="1865" y="328399"/>
                  </a:cubicBezTo>
                  <a:cubicBezTo>
                    <a:pt x="574" y="341024"/>
                    <a:pt x="0" y="353936"/>
                    <a:pt x="0" y="367135"/>
                  </a:cubicBezTo>
                  <a:lnTo>
                    <a:pt x="0" y="469141"/>
                  </a:lnTo>
                  <a:cubicBezTo>
                    <a:pt x="0" y="482340"/>
                    <a:pt x="718" y="495252"/>
                    <a:pt x="1865" y="507877"/>
                  </a:cubicBezTo>
                  <a:cubicBezTo>
                    <a:pt x="8465" y="576312"/>
                    <a:pt x="32854" y="637142"/>
                    <a:pt x="70873" y="687500"/>
                  </a:cubicBezTo>
                  <a:cubicBezTo>
                    <a:pt x="140599" y="779606"/>
                    <a:pt x="257095" y="836276"/>
                    <a:pt x="399846" y="836276"/>
                  </a:cubicBezTo>
                  <a:cubicBezTo>
                    <a:pt x="542597" y="836276"/>
                    <a:pt x="658232" y="779606"/>
                    <a:pt x="727958" y="687500"/>
                  </a:cubicBezTo>
                  <a:cubicBezTo>
                    <a:pt x="765977" y="637142"/>
                    <a:pt x="790367" y="576312"/>
                    <a:pt x="796966" y="507877"/>
                  </a:cubicBezTo>
                  <a:cubicBezTo>
                    <a:pt x="798258" y="495252"/>
                    <a:pt x="798832" y="482340"/>
                    <a:pt x="798832" y="469141"/>
                  </a:cubicBezTo>
                  <a:lnTo>
                    <a:pt x="798832" y="367135"/>
                  </a:lnTo>
                  <a:cubicBezTo>
                    <a:pt x="798832" y="353936"/>
                    <a:pt x="798114" y="341024"/>
                    <a:pt x="796966" y="328399"/>
                  </a:cubicBezTo>
                  <a:cubicBezTo>
                    <a:pt x="790367" y="259964"/>
                    <a:pt x="765977" y="199134"/>
                    <a:pt x="727958" y="148777"/>
                  </a:cubicBezTo>
                  <a:close/>
                  <a:moveTo>
                    <a:pt x="467850" y="687500"/>
                  </a:moveTo>
                  <a:cubicBezTo>
                    <a:pt x="446330" y="692665"/>
                    <a:pt x="423949" y="696251"/>
                    <a:pt x="399846" y="696251"/>
                  </a:cubicBezTo>
                  <a:cubicBezTo>
                    <a:pt x="375743" y="696251"/>
                    <a:pt x="353362" y="692665"/>
                    <a:pt x="331842" y="687500"/>
                  </a:cubicBezTo>
                  <a:cubicBezTo>
                    <a:pt x="238588" y="665262"/>
                    <a:pt x="173453" y="597832"/>
                    <a:pt x="159393" y="507877"/>
                  </a:cubicBezTo>
                  <a:cubicBezTo>
                    <a:pt x="157528" y="495826"/>
                    <a:pt x="155807" y="483775"/>
                    <a:pt x="155807" y="471150"/>
                  </a:cubicBezTo>
                  <a:lnTo>
                    <a:pt x="155807" y="365127"/>
                  </a:lnTo>
                  <a:cubicBezTo>
                    <a:pt x="155807" y="352358"/>
                    <a:pt x="157528" y="340307"/>
                    <a:pt x="159393" y="328399"/>
                  </a:cubicBezTo>
                  <a:cubicBezTo>
                    <a:pt x="173453" y="238444"/>
                    <a:pt x="238588" y="171158"/>
                    <a:pt x="331842" y="148777"/>
                  </a:cubicBezTo>
                  <a:cubicBezTo>
                    <a:pt x="353362" y="143612"/>
                    <a:pt x="375743" y="140025"/>
                    <a:pt x="399846" y="140025"/>
                  </a:cubicBezTo>
                  <a:cubicBezTo>
                    <a:pt x="423949" y="140025"/>
                    <a:pt x="446330" y="143612"/>
                    <a:pt x="467850" y="148777"/>
                  </a:cubicBezTo>
                  <a:cubicBezTo>
                    <a:pt x="561105" y="171014"/>
                    <a:pt x="626239" y="238444"/>
                    <a:pt x="640299" y="328399"/>
                  </a:cubicBezTo>
                  <a:cubicBezTo>
                    <a:pt x="642164" y="340450"/>
                    <a:pt x="643886" y="352501"/>
                    <a:pt x="643886" y="365127"/>
                  </a:cubicBezTo>
                  <a:lnTo>
                    <a:pt x="643886" y="471150"/>
                  </a:lnTo>
                  <a:cubicBezTo>
                    <a:pt x="643886" y="483918"/>
                    <a:pt x="642164" y="495970"/>
                    <a:pt x="640299" y="507877"/>
                  </a:cubicBezTo>
                  <a:cubicBezTo>
                    <a:pt x="626239" y="597832"/>
                    <a:pt x="561105" y="665119"/>
                    <a:pt x="467850" y="687500"/>
                  </a:cubicBezTo>
                  <a:close/>
                </a:path>
              </a:pathLst>
            </a:custGeom>
            <a:grpFill/>
            <a:ln w="14340" cap="flat">
              <a:noFill/>
              <a:prstDash val="solid"/>
              <a:miter/>
            </a:ln>
          </p:spPr>
          <p:txBody>
            <a:bodyPr rtlCol="0" anchor="ctr"/>
            <a:lstStyle/>
            <a:p>
              <a:endParaRPr lang="de-DE">
                <a:solidFill>
                  <a:schemeClr val="accent3"/>
                </a:solidFill>
              </a:endParaRPr>
            </a:p>
          </p:txBody>
        </p:sp>
        <p:sp>
          <p:nvSpPr>
            <p:cNvPr id="34" name="Freihandform: Form 33">
              <a:extLst>
                <a:ext uri="{FF2B5EF4-FFF2-40B4-BE49-F238E27FC236}">
                  <a16:creationId xmlns:a16="http://schemas.microsoft.com/office/drawing/2014/main" id="{D2D7F1FA-30C6-7E2D-0769-4C3E4CBDE64F}"/>
                </a:ext>
              </a:extLst>
            </p:cNvPr>
            <p:cNvSpPr/>
            <p:nvPr/>
          </p:nvSpPr>
          <p:spPr>
            <a:xfrm>
              <a:off x="6724914" y="3060334"/>
              <a:ext cx="724514" cy="800265"/>
            </a:xfrm>
            <a:custGeom>
              <a:avLst/>
              <a:gdLst>
                <a:gd name="connsiteX0" fmla="*/ 724515 w 724514"/>
                <a:gd name="connsiteY0" fmla="*/ 130700 h 800265"/>
                <a:gd name="connsiteX1" fmla="*/ 724515 w 724514"/>
                <a:gd name="connsiteY1" fmla="*/ 0 h 800265"/>
                <a:gd name="connsiteX2" fmla="*/ 573443 w 724514"/>
                <a:gd name="connsiteY2" fmla="*/ 0 h 800265"/>
                <a:gd name="connsiteX3" fmla="*/ 573729 w 724514"/>
                <a:gd name="connsiteY3" fmla="*/ 130700 h 800265"/>
                <a:gd name="connsiteX4" fmla="*/ 523946 w 724514"/>
                <a:gd name="connsiteY4" fmla="*/ 130700 h 800265"/>
                <a:gd name="connsiteX5" fmla="*/ 524233 w 724514"/>
                <a:gd name="connsiteY5" fmla="*/ 310322 h 800265"/>
                <a:gd name="connsiteX6" fmla="*/ 574017 w 724514"/>
                <a:gd name="connsiteY6" fmla="*/ 310322 h 800265"/>
                <a:gd name="connsiteX7" fmla="*/ 574303 w 724514"/>
                <a:gd name="connsiteY7" fmla="*/ 489944 h 800265"/>
                <a:gd name="connsiteX8" fmla="*/ 574447 w 724514"/>
                <a:gd name="connsiteY8" fmla="*/ 609166 h 800265"/>
                <a:gd name="connsiteX9" fmla="*/ 564691 w 724514"/>
                <a:gd name="connsiteY9" fmla="*/ 609166 h 800265"/>
                <a:gd name="connsiteX10" fmla="*/ 496687 w 724514"/>
                <a:gd name="connsiteY10" fmla="*/ 489944 h 800265"/>
                <a:gd name="connsiteX11" fmla="*/ 394394 w 724514"/>
                <a:gd name="connsiteY11" fmla="*/ 310322 h 800265"/>
                <a:gd name="connsiteX12" fmla="*/ 292102 w 724514"/>
                <a:gd name="connsiteY12" fmla="*/ 130700 h 800265"/>
                <a:gd name="connsiteX13" fmla="*/ 217642 w 724514"/>
                <a:gd name="connsiteY13" fmla="*/ 0 h 800265"/>
                <a:gd name="connsiteX14" fmla="*/ 0 w 724514"/>
                <a:gd name="connsiteY14" fmla="*/ 0 h 800265"/>
                <a:gd name="connsiteX15" fmla="*/ 0 w 724514"/>
                <a:gd name="connsiteY15" fmla="*/ 130700 h 800265"/>
                <a:gd name="connsiteX16" fmla="*/ 0 w 724514"/>
                <a:gd name="connsiteY16" fmla="*/ 310322 h 800265"/>
                <a:gd name="connsiteX17" fmla="*/ 0 w 724514"/>
                <a:gd name="connsiteY17" fmla="*/ 489944 h 800265"/>
                <a:gd name="connsiteX18" fmla="*/ 0 w 724514"/>
                <a:gd name="connsiteY18" fmla="*/ 669423 h 800265"/>
                <a:gd name="connsiteX19" fmla="*/ 0 w 724514"/>
                <a:gd name="connsiteY19" fmla="*/ 800266 h 800265"/>
                <a:gd name="connsiteX20" fmla="*/ 150928 w 724514"/>
                <a:gd name="connsiteY20" fmla="*/ 800266 h 800265"/>
                <a:gd name="connsiteX21" fmla="*/ 150785 w 724514"/>
                <a:gd name="connsiteY21" fmla="*/ 669423 h 800265"/>
                <a:gd name="connsiteX22" fmla="*/ 150498 w 724514"/>
                <a:gd name="connsiteY22" fmla="*/ 489944 h 800265"/>
                <a:gd name="connsiteX23" fmla="*/ 150211 w 724514"/>
                <a:gd name="connsiteY23" fmla="*/ 310322 h 800265"/>
                <a:gd name="connsiteX24" fmla="*/ 150068 w 724514"/>
                <a:gd name="connsiteY24" fmla="*/ 191100 h 800265"/>
                <a:gd name="connsiteX25" fmla="*/ 159824 w 724514"/>
                <a:gd name="connsiteY25" fmla="*/ 191100 h 800265"/>
                <a:gd name="connsiteX26" fmla="*/ 227828 w 724514"/>
                <a:gd name="connsiteY26" fmla="*/ 310322 h 800265"/>
                <a:gd name="connsiteX27" fmla="*/ 330121 w 724514"/>
                <a:gd name="connsiteY27" fmla="*/ 489944 h 800265"/>
                <a:gd name="connsiteX28" fmla="*/ 432414 w 724514"/>
                <a:gd name="connsiteY28" fmla="*/ 669423 h 800265"/>
                <a:gd name="connsiteX29" fmla="*/ 506874 w 724514"/>
                <a:gd name="connsiteY29" fmla="*/ 800266 h 800265"/>
                <a:gd name="connsiteX30" fmla="*/ 724515 w 724514"/>
                <a:gd name="connsiteY30" fmla="*/ 800266 h 800265"/>
                <a:gd name="connsiteX31" fmla="*/ 724515 w 724514"/>
                <a:gd name="connsiteY31" fmla="*/ 669423 h 800265"/>
                <a:gd name="connsiteX32" fmla="*/ 724515 w 724514"/>
                <a:gd name="connsiteY32" fmla="*/ 489944 h 800265"/>
                <a:gd name="connsiteX33" fmla="*/ 724515 w 724514"/>
                <a:gd name="connsiteY33" fmla="*/ 310322 h 800265"/>
                <a:gd name="connsiteX34" fmla="*/ 674588 w 724514"/>
                <a:gd name="connsiteY34" fmla="*/ 310322 h 800265"/>
                <a:gd name="connsiteX35" fmla="*/ 674588 w 724514"/>
                <a:gd name="connsiteY35" fmla="*/ 130700 h 800265"/>
                <a:gd name="connsiteX36" fmla="*/ 724515 w 724514"/>
                <a:gd name="connsiteY36" fmla="*/ 130700 h 8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24514" h="800265">
                  <a:moveTo>
                    <a:pt x="724515" y="130700"/>
                  </a:moveTo>
                  <a:lnTo>
                    <a:pt x="724515" y="0"/>
                  </a:lnTo>
                  <a:lnTo>
                    <a:pt x="573443" y="0"/>
                  </a:lnTo>
                  <a:lnTo>
                    <a:pt x="573729" y="130700"/>
                  </a:lnTo>
                  <a:lnTo>
                    <a:pt x="523946" y="130700"/>
                  </a:lnTo>
                  <a:lnTo>
                    <a:pt x="524233" y="310322"/>
                  </a:lnTo>
                  <a:lnTo>
                    <a:pt x="574017" y="310322"/>
                  </a:lnTo>
                  <a:lnTo>
                    <a:pt x="574303" y="489944"/>
                  </a:lnTo>
                  <a:lnTo>
                    <a:pt x="574447" y="609166"/>
                  </a:lnTo>
                  <a:lnTo>
                    <a:pt x="564691" y="609166"/>
                  </a:lnTo>
                  <a:lnTo>
                    <a:pt x="496687" y="489944"/>
                  </a:lnTo>
                  <a:lnTo>
                    <a:pt x="394394" y="310322"/>
                  </a:lnTo>
                  <a:lnTo>
                    <a:pt x="292102" y="130700"/>
                  </a:lnTo>
                  <a:lnTo>
                    <a:pt x="217642" y="0"/>
                  </a:lnTo>
                  <a:lnTo>
                    <a:pt x="0" y="0"/>
                  </a:lnTo>
                  <a:lnTo>
                    <a:pt x="0" y="130700"/>
                  </a:lnTo>
                  <a:lnTo>
                    <a:pt x="0" y="310322"/>
                  </a:lnTo>
                  <a:lnTo>
                    <a:pt x="0" y="489944"/>
                  </a:lnTo>
                  <a:lnTo>
                    <a:pt x="0" y="669423"/>
                  </a:lnTo>
                  <a:lnTo>
                    <a:pt x="0" y="800266"/>
                  </a:lnTo>
                  <a:lnTo>
                    <a:pt x="150928" y="800266"/>
                  </a:lnTo>
                  <a:lnTo>
                    <a:pt x="150785" y="669423"/>
                  </a:lnTo>
                  <a:lnTo>
                    <a:pt x="150498" y="489944"/>
                  </a:lnTo>
                  <a:lnTo>
                    <a:pt x="150211" y="310322"/>
                  </a:lnTo>
                  <a:lnTo>
                    <a:pt x="150068" y="191100"/>
                  </a:lnTo>
                  <a:lnTo>
                    <a:pt x="159824" y="191100"/>
                  </a:lnTo>
                  <a:lnTo>
                    <a:pt x="227828" y="310322"/>
                  </a:lnTo>
                  <a:lnTo>
                    <a:pt x="330121" y="489944"/>
                  </a:lnTo>
                  <a:lnTo>
                    <a:pt x="432414" y="669423"/>
                  </a:lnTo>
                  <a:lnTo>
                    <a:pt x="506874" y="800266"/>
                  </a:lnTo>
                  <a:lnTo>
                    <a:pt x="724515" y="800266"/>
                  </a:lnTo>
                  <a:lnTo>
                    <a:pt x="724515" y="669423"/>
                  </a:lnTo>
                  <a:lnTo>
                    <a:pt x="724515" y="489944"/>
                  </a:lnTo>
                  <a:lnTo>
                    <a:pt x="724515" y="310322"/>
                  </a:lnTo>
                  <a:lnTo>
                    <a:pt x="674588" y="310322"/>
                  </a:lnTo>
                  <a:lnTo>
                    <a:pt x="674588" y="130700"/>
                  </a:lnTo>
                  <a:lnTo>
                    <a:pt x="724515" y="130700"/>
                  </a:lnTo>
                  <a:close/>
                </a:path>
              </a:pathLst>
            </a:custGeom>
            <a:grpFill/>
            <a:ln w="14340" cap="flat">
              <a:noFill/>
              <a:prstDash val="solid"/>
              <a:miter/>
            </a:ln>
          </p:spPr>
          <p:txBody>
            <a:bodyPr rtlCol="0" anchor="ctr"/>
            <a:lstStyle/>
            <a:p>
              <a:endParaRPr lang="de-DE">
                <a:solidFill>
                  <a:schemeClr val="accent3"/>
                </a:solidFill>
              </a:endParaRPr>
            </a:p>
          </p:txBody>
        </p:sp>
      </p:grpSp>
      <p:grpSp>
        <p:nvGrpSpPr>
          <p:cNvPr id="44" name="Gruppieren 43">
            <a:extLst>
              <a:ext uri="{FF2B5EF4-FFF2-40B4-BE49-F238E27FC236}">
                <a16:creationId xmlns:a16="http://schemas.microsoft.com/office/drawing/2014/main" id="{549204A7-35F8-F0D5-3D10-EECD97E71353}"/>
              </a:ext>
            </a:extLst>
          </p:cNvPr>
          <p:cNvGrpSpPr/>
          <p:nvPr/>
        </p:nvGrpSpPr>
        <p:grpSpPr>
          <a:xfrm>
            <a:off x="520700" y="2239863"/>
            <a:ext cx="1508348" cy="495223"/>
            <a:chOff x="534833" y="2438400"/>
            <a:chExt cx="1345445" cy="441738"/>
          </a:xfrm>
          <a:solidFill>
            <a:schemeClr val="tx2"/>
          </a:solidFill>
        </p:grpSpPr>
        <p:sp>
          <p:nvSpPr>
            <p:cNvPr id="35" name="Freihandform: Form 34">
              <a:extLst>
                <a:ext uri="{FF2B5EF4-FFF2-40B4-BE49-F238E27FC236}">
                  <a16:creationId xmlns:a16="http://schemas.microsoft.com/office/drawing/2014/main" id="{72D74A17-0BE5-ED50-834A-F1B30E9A547C}"/>
                </a:ext>
              </a:extLst>
            </p:cNvPr>
            <p:cNvSpPr/>
            <p:nvPr/>
          </p:nvSpPr>
          <p:spPr>
            <a:xfrm>
              <a:off x="1878844" y="2851301"/>
              <a:ext cx="1434" cy="1434"/>
            </a:xfrm>
            <a:custGeom>
              <a:avLst/>
              <a:gdLst>
                <a:gd name="connsiteX0" fmla="*/ 0 w 1434"/>
                <a:gd name="connsiteY0" fmla="*/ 0 h 1434"/>
                <a:gd name="connsiteX1" fmla="*/ 1435 w 1434"/>
                <a:gd name="connsiteY1" fmla="*/ 0 h 1434"/>
                <a:gd name="connsiteX2" fmla="*/ 1435 w 1434"/>
                <a:gd name="connsiteY2" fmla="*/ 1435 h 1434"/>
                <a:gd name="connsiteX3" fmla="*/ 0 w 1434"/>
                <a:gd name="connsiteY3" fmla="*/ 1435 h 1434"/>
              </a:gdLst>
              <a:ahLst/>
              <a:cxnLst>
                <a:cxn ang="0">
                  <a:pos x="connsiteX0" y="connsiteY0"/>
                </a:cxn>
                <a:cxn ang="0">
                  <a:pos x="connsiteX1" y="connsiteY1"/>
                </a:cxn>
                <a:cxn ang="0">
                  <a:pos x="connsiteX2" y="connsiteY2"/>
                </a:cxn>
                <a:cxn ang="0">
                  <a:pos x="connsiteX3" y="connsiteY3"/>
                </a:cxn>
              </a:cxnLst>
              <a:rect l="l" t="t" r="r" b="b"/>
              <a:pathLst>
                <a:path w="1434" h="1434">
                  <a:moveTo>
                    <a:pt x="0" y="0"/>
                  </a:moveTo>
                  <a:lnTo>
                    <a:pt x="1435" y="0"/>
                  </a:lnTo>
                  <a:lnTo>
                    <a:pt x="1435" y="1435"/>
                  </a:lnTo>
                  <a:lnTo>
                    <a:pt x="0" y="1435"/>
                  </a:lnTo>
                  <a:close/>
                </a:path>
              </a:pathLst>
            </a:custGeom>
            <a:grpFill/>
            <a:ln w="1434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65ABFAFF-7FAF-6AEE-A83B-760401187ECB}"/>
                </a:ext>
              </a:extLst>
            </p:cNvPr>
            <p:cNvSpPr/>
            <p:nvPr/>
          </p:nvSpPr>
          <p:spPr>
            <a:xfrm>
              <a:off x="534833" y="2438400"/>
              <a:ext cx="460533" cy="441738"/>
            </a:xfrm>
            <a:custGeom>
              <a:avLst/>
              <a:gdLst>
                <a:gd name="connsiteX0" fmla="*/ 230267 w 460533"/>
                <a:gd name="connsiteY0" fmla="*/ 441739 h 441738"/>
                <a:gd name="connsiteX1" fmla="*/ 460533 w 460533"/>
                <a:gd name="connsiteY1" fmla="*/ 236723 h 441738"/>
                <a:gd name="connsiteX2" fmla="*/ 460533 w 460533"/>
                <a:gd name="connsiteY2" fmla="*/ 0 h 441738"/>
                <a:gd name="connsiteX3" fmla="*/ 320652 w 460533"/>
                <a:gd name="connsiteY3" fmla="*/ 0 h 441738"/>
                <a:gd name="connsiteX4" fmla="*/ 320652 w 460533"/>
                <a:gd name="connsiteY4" fmla="*/ 233423 h 441738"/>
                <a:gd name="connsiteX5" fmla="*/ 230267 w 460533"/>
                <a:gd name="connsiteY5" fmla="*/ 314626 h 441738"/>
                <a:gd name="connsiteX6" fmla="*/ 139882 w 460533"/>
                <a:gd name="connsiteY6" fmla="*/ 233423 h 441738"/>
                <a:gd name="connsiteX7" fmla="*/ 139882 w 460533"/>
                <a:gd name="connsiteY7" fmla="*/ 166710 h 441738"/>
                <a:gd name="connsiteX8" fmla="*/ 0 w 460533"/>
                <a:gd name="connsiteY8" fmla="*/ 166710 h 441738"/>
                <a:gd name="connsiteX9" fmla="*/ 0 w 460533"/>
                <a:gd name="connsiteY9" fmla="*/ 236579 h 441738"/>
                <a:gd name="connsiteX10" fmla="*/ 230267 w 460533"/>
                <a:gd name="connsiteY10" fmla="*/ 441595 h 4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533" h="441738">
                  <a:moveTo>
                    <a:pt x="230267" y="441739"/>
                  </a:moveTo>
                  <a:cubicBezTo>
                    <a:pt x="365844" y="441739"/>
                    <a:pt x="460533" y="357236"/>
                    <a:pt x="460533" y="236723"/>
                  </a:cubicBezTo>
                  <a:lnTo>
                    <a:pt x="460533" y="0"/>
                  </a:lnTo>
                  <a:lnTo>
                    <a:pt x="320652" y="0"/>
                  </a:lnTo>
                  <a:lnTo>
                    <a:pt x="320652" y="233423"/>
                  </a:lnTo>
                  <a:cubicBezTo>
                    <a:pt x="320652" y="278615"/>
                    <a:pt x="283493" y="314626"/>
                    <a:pt x="230267" y="314626"/>
                  </a:cubicBezTo>
                  <a:cubicBezTo>
                    <a:pt x="177040" y="314626"/>
                    <a:pt x="139882" y="278615"/>
                    <a:pt x="139882" y="233423"/>
                  </a:cubicBezTo>
                  <a:lnTo>
                    <a:pt x="139882" y="166710"/>
                  </a:lnTo>
                  <a:lnTo>
                    <a:pt x="0" y="166710"/>
                  </a:lnTo>
                  <a:lnTo>
                    <a:pt x="0" y="236579"/>
                  </a:lnTo>
                  <a:cubicBezTo>
                    <a:pt x="0" y="357092"/>
                    <a:pt x="94689" y="441595"/>
                    <a:pt x="230267" y="441595"/>
                  </a:cubicBezTo>
                  <a:close/>
                </a:path>
              </a:pathLst>
            </a:custGeom>
            <a:grpFill/>
            <a:ln w="1434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B3F95790-9E38-F532-5BBE-954E40B34218}"/>
                </a:ext>
              </a:extLst>
            </p:cNvPr>
            <p:cNvSpPr/>
            <p:nvPr/>
          </p:nvSpPr>
          <p:spPr>
            <a:xfrm>
              <a:off x="1021764" y="2438400"/>
              <a:ext cx="441164" cy="430404"/>
            </a:xfrm>
            <a:custGeom>
              <a:avLst/>
              <a:gdLst>
                <a:gd name="connsiteX0" fmla="*/ 150642 w 441164"/>
                <a:gd name="connsiteY0" fmla="*/ 430405 h 430404"/>
                <a:gd name="connsiteX1" fmla="*/ 290523 w 441164"/>
                <a:gd name="connsiteY1" fmla="*/ 430405 h 430404"/>
                <a:gd name="connsiteX2" fmla="*/ 290523 w 441164"/>
                <a:gd name="connsiteY2" fmla="*/ 125822 h 430404"/>
                <a:gd name="connsiteX3" fmla="*/ 441165 w 441164"/>
                <a:gd name="connsiteY3" fmla="*/ 125822 h 430404"/>
                <a:gd name="connsiteX4" fmla="*/ 441165 w 441164"/>
                <a:gd name="connsiteY4" fmla="*/ 0 h 430404"/>
                <a:gd name="connsiteX5" fmla="*/ 0 w 441164"/>
                <a:gd name="connsiteY5" fmla="*/ 0 h 430404"/>
                <a:gd name="connsiteX6" fmla="*/ 0 w 441164"/>
                <a:gd name="connsiteY6" fmla="*/ 125822 h 430404"/>
                <a:gd name="connsiteX7" fmla="*/ 150642 w 441164"/>
                <a:gd name="connsiteY7" fmla="*/ 125822 h 430404"/>
                <a:gd name="connsiteX8" fmla="*/ 150642 w 441164"/>
                <a:gd name="connsiteY8" fmla="*/ 430405 h 4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164" h="430404">
                  <a:moveTo>
                    <a:pt x="150642" y="430405"/>
                  </a:moveTo>
                  <a:lnTo>
                    <a:pt x="290523" y="430405"/>
                  </a:lnTo>
                  <a:lnTo>
                    <a:pt x="290523" y="125822"/>
                  </a:lnTo>
                  <a:lnTo>
                    <a:pt x="441165" y="125822"/>
                  </a:lnTo>
                  <a:lnTo>
                    <a:pt x="441165" y="0"/>
                  </a:lnTo>
                  <a:lnTo>
                    <a:pt x="0" y="0"/>
                  </a:lnTo>
                  <a:lnTo>
                    <a:pt x="0" y="125822"/>
                  </a:lnTo>
                  <a:lnTo>
                    <a:pt x="150642" y="125822"/>
                  </a:lnTo>
                  <a:lnTo>
                    <a:pt x="150642" y="430405"/>
                  </a:lnTo>
                  <a:close/>
                </a:path>
              </a:pathLst>
            </a:custGeom>
            <a:grpFill/>
            <a:ln w="1434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E1C1D5E1-5BB8-D8CF-A8C1-B6AD45ACD853}"/>
                </a:ext>
              </a:extLst>
            </p:cNvPr>
            <p:cNvSpPr/>
            <p:nvPr/>
          </p:nvSpPr>
          <p:spPr>
            <a:xfrm>
              <a:off x="1490762" y="2438400"/>
              <a:ext cx="387220" cy="430404"/>
            </a:xfrm>
            <a:custGeom>
              <a:avLst/>
              <a:gdLst>
                <a:gd name="connsiteX0" fmla="*/ 387221 w 387220"/>
                <a:gd name="connsiteY0" fmla="*/ 304440 h 430404"/>
                <a:gd name="connsiteX1" fmla="*/ 139882 w 387220"/>
                <a:gd name="connsiteY1" fmla="*/ 304440 h 430404"/>
                <a:gd name="connsiteX2" fmla="*/ 139882 w 387220"/>
                <a:gd name="connsiteY2" fmla="*/ 0 h 430404"/>
                <a:gd name="connsiteX3" fmla="*/ 0 w 387220"/>
                <a:gd name="connsiteY3" fmla="*/ 0 h 430404"/>
                <a:gd name="connsiteX4" fmla="*/ 0 w 387220"/>
                <a:gd name="connsiteY4" fmla="*/ 430405 h 430404"/>
                <a:gd name="connsiteX5" fmla="*/ 387221 w 387220"/>
                <a:gd name="connsiteY5" fmla="*/ 430405 h 430404"/>
                <a:gd name="connsiteX6" fmla="*/ 387221 w 387220"/>
                <a:gd name="connsiteY6" fmla="*/ 304440 h 4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220" h="430404">
                  <a:moveTo>
                    <a:pt x="387221" y="304440"/>
                  </a:moveTo>
                  <a:lnTo>
                    <a:pt x="139882" y="304440"/>
                  </a:lnTo>
                  <a:lnTo>
                    <a:pt x="139882" y="0"/>
                  </a:lnTo>
                  <a:lnTo>
                    <a:pt x="0" y="0"/>
                  </a:lnTo>
                  <a:lnTo>
                    <a:pt x="0" y="430405"/>
                  </a:lnTo>
                  <a:lnTo>
                    <a:pt x="387221" y="430405"/>
                  </a:lnTo>
                  <a:lnTo>
                    <a:pt x="387221" y="304440"/>
                  </a:lnTo>
                  <a:close/>
                </a:path>
              </a:pathLst>
            </a:custGeom>
            <a:grpFill/>
            <a:ln w="14340" cap="flat">
              <a:noFill/>
              <a:prstDash val="solid"/>
              <a:miter/>
            </a:ln>
          </p:spPr>
          <p:txBody>
            <a:bodyPr rtlCol="0" anchor="ctr"/>
            <a:lstStyle/>
            <a:p>
              <a:endParaRPr lang="de-DE"/>
            </a:p>
          </p:txBody>
        </p:sp>
      </p:grpSp>
      <p:pic>
        <p:nvPicPr>
          <p:cNvPr id="21" name="Grafik 20">
            <a:extLst>
              <a:ext uri="{FF2B5EF4-FFF2-40B4-BE49-F238E27FC236}">
                <a16:creationId xmlns:a16="http://schemas.microsoft.com/office/drawing/2014/main" id="{37C37C15-061E-62F0-B2B8-0C90C76CB4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92731" y="457200"/>
            <a:ext cx="2011406" cy="846908"/>
          </a:xfrm>
          <a:prstGeom prst="rect">
            <a:avLst/>
          </a:prstGeom>
        </p:spPr>
      </p:pic>
      <p:sp>
        <p:nvSpPr>
          <p:cNvPr id="50" name="Textplatzhalter 1">
            <a:extLst>
              <a:ext uri="{FF2B5EF4-FFF2-40B4-BE49-F238E27FC236}">
                <a16:creationId xmlns:a16="http://schemas.microsoft.com/office/drawing/2014/main" id="{03144914-0F56-E9C7-67FF-19A22B7DF0AB}"/>
              </a:ext>
            </a:extLst>
          </p:cNvPr>
          <p:cNvSpPr txBox="1">
            <a:spLocks/>
          </p:cNvSpPr>
          <p:nvPr/>
        </p:nvSpPr>
        <p:spPr>
          <a:xfrm>
            <a:off x="395933" y="4336181"/>
            <a:ext cx="7576721" cy="412421"/>
          </a:xfrm>
          <a:prstGeom prst="rect">
            <a:avLst/>
          </a:prstGeom>
        </p:spPr>
        <p:txBody>
          <a:bodyPr wrap="square">
            <a:spAutoFit/>
          </a:bodyPr>
          <a:lstStyle>
            <a:lvl1pPr marL="0" indent="0" algn="l" defTabSz="914400" rtl="0" eaLnBrk="1" latinLnBrk="0" hangingPunct="1">
              <a:lnSpc>
                <a:spcPct val="110000"/>
              </a:lnSpc>
              <a:spcBef>
                <a:spcPts val="1000"/>
              </a:spcBef>
              <a:buFontTx/>
              <a:buNone/>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0000"/>
              </a:lnSpc>
            </a:pPr>
            <a:r>
              <a:rPr lang="de-DE" sz="2600" b="1" dirty="0">
                <a:solidFill>
                  <a:schemeClr val="accent3"/>
                </a:solidFill>
                <a:latin typeface="Kurdis Wide" pitchFamily="50" charset="0"/>
              </a:rPr>
              <a:t>Hands-on Kickoff Session.</a:t>
            </a:r>
          </a:p>
        </p:txBody>
      </p:sp>
      <p:sp>
        <p:nvSpPr>
          <p:cNvPr id="51" name="Rechteck 50">
            <a:extLst>
              <a:ext uri="{FF2B5EF4-FFF2-40B4-BE49-F238E27FC236}">
                <a16:creationId xmlns:a16="http://schemas.microsoft.com/office/drawing/2014/main" id="{38A14DA7-BE21-359A-FC6B-226D8156A9C6}"/>
              </a:ext>
            </a:extLst>
          </p:cNvPr>
          <p:cNvSpPr/>
          <p:nvPr/>
        </p:nvSpPr>
        <p:spPr>
          <a:xfrm>
            <a:off x="8696325" y="6029325"/>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52" name="Rechteck 51">
            <a:extLst>
              <a:ext uri="{FF2B5EF4-FFF2-40B4-BE49-F238E27FC236}">
                <a16:creationId xmlns:a16="http://schemas.microsoft.com/office/drawing/2014/main" id="{CBFD8ED6-9AB8-4AD0-972D-E8E2DB7D45CA}"/>
              </a:ext>
            </a:extLst>
          </p:cNvPr>
          <p:cNvSpPr/>
          <p:nvPr/>
        </p:nvSpPr>
        <p:spPr>
          <a:xfrm>
            <a:off x="8343900" y="6029325"/>
            <a:ext cx="457199" cy="342900"/>
          </a:xfrm>
          <a:prstGeom prst="rect">
            <a:avLst/>
          </a:prstGeom>
          <a:solidFill>
            <a:schemeClr val="accent3"/>
          </a:solidFill>
          <a:ln w="15990" cap="flat">
            <a:noFill/>
            <a:prstDash val="solid"/>
            <a:miter/>
          </a:ln>
        </p:spPr>
        <p:txBody>
          <a:bodyPr rtlCol="0" anchor="ctr"/>
          <a:lstStyle/>
          <a:p>
            <a:pPr algn="l"/>
            <a:endParaRPr lang="de-DE"/>
          </a:p>
        </p:txBody>
      </p:sp>
      <p:sp>
        <p:nvSpPr>
          <p:cNvPr id="53" name="Rechteck 52">
            <a:extLst>
              <a:ext uri="{FF2B5EF4-FFF2-40B4-BE49-F238E27FC236}">
                <a16:creationId xmlns:a16="http://schemas.microsoft.com/office/drawing/2014/main" id="{E52F59FD-70D3-B9ED-8A12-CC817C12B950}"/>
              </a:ext>
            </a:extLst>
          </p:cNvPr>
          <p:cNvSpPr/>
          <p:nvPr/>
        </p:nvSpPr>
        <p:spPr>
          <a:xfrm>
            <a:off x="7543800" y="1132658"/>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54" name="Rechteck 53">
            <a:extLst>
              <a:ext uri="{FF2B5EF4-FFF2-40B4-BE49-F238E27FC236}">
                <a16:creationId xmlns:a16="http://schemas.microsoft.com/office/drawing/2014/main" id="{C72B8EB0-9C43-CDF3-5294-E8DEC7CD283F}"/>
              </a:ext>
            </a:extLst>
          </p:cNvPr>
          <p:cNvSpPr/>
          <p:nvPr/>
        </p:nvSpPr>
        <p:spPr>
          <a:xfrm>
            <a:off x="7972654" y="1132658"/>
            <a:ext cx="457199" cy="342900"/>
          </a:xfrm>
          <a:prstGeom prst="rect">
            <a:avLst/>
          </a:prstGeom>
          <a:solidFill>
            <a:schemeClr val="bg1"/>
          </a:solidFill>
          <a:ln w="15990" cap="flat">
            <a:noFill/>
            <a:prstDash val="solid"/>
            <a:miter/>
          </a:ln>
        </p:spPr>
        <p:txBody>
          <a:bodyPr rtlCol="0" anchor="ctr"/>
          <a:lstStyle/>
          <a:p>
            <a:pPr algn="l"/>
            <a:endParaRPr lang="de-DE"/>
          </a:p>
        </p:txBody>
      </p:sp>
      <p:sp>
        <p:nvSpPr>
          <p:cNvPr id="55" name="Rechteck 54">
            <a:extLst>
              <a:ext uri="{FF2B5EF4-FFF2-40B4-BE49-F238E27FC236}">
                <a16:creationId xmlns:a16="http://schemas.microsoft.com/office/drawing/2014/main" id="{48215A76-AC1A-F54E-4703-E5DBDEE43A7B}"/>
              </a:ext>
            </a:extLst>
          </p:cNvPr>
          <p:cNvSpPr/>
          <p:nvPr/>
        </p:nvSpPr>
        <p:spPr>
          <a:xfrm>
            <a:off x="10125075" y="2239863"/>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56" name="Rechteck 55">
            <a:extLst>
              <a:ext uri="{FF2B5EF4-FFF2-40B4-BE49-F238E27FC236}">
                <a16:creationId xmlns:a16="http://schemas.microsoft.com/office/drawing/2014/main" id="{B7EF223F-AD24-9DF7-D0B8-A6F3CA3743EC}"/>
              </a:ext>
            </a:extLst>
          </p:cNvPr>
          <p:cNvSpPr/>
          <p:nvPr/>
        </p:nvSpPr>
        <p:spPr>
          <a:xfrm>
            <a:off x="9772650" y="2239863"/>
            <a:ext cx="457199" cy="342900"/>
          </a:xfrm>
          <a:prstGeom prst="rect">
            <a:avLst/>
          </a:prstGeom>
          <a:solidFill>
            <a:schemeClr val="accent1"/>
          </a:solidFill>
          <a:ln w="15990" cap="flat">
            <a:noFill/>
            <a:prstDash val="solid"/>
            <a:miter/>
          </a:ln>
        </p:spPr>
        <p:txBody>
          <a:bodyPr rtlCol="0" anchor="ctr"/>
          <a:lstStyle/>
          <a:p>
            <a:pPr algn="l"/>
            <a:endParaRPr lang="de-DE"/>
          </a:p>
        </p:txBody>
      </p:sp>
      <p:pic>
        <p:nvPicPr>
          <p:cNvPr id="58" name="Grafik 57">
            <a:extLst>
              <a:ext uri="{FF2B5EF4-FFF2-40B4-BE49-F238E27FC236}">
                <a16:creationId xmlns:a16="http://schemas.microsoft.com/office/drawing/2014/main" id="{47EDB844-77C6-7EBA-7184-4606F5DEF7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733" y="5838528"/>
            <a:ext cx="457200" cy="523875"/>
          </a:xfrm>
          <a:prstGeom prst="rect">
            <a:avLst/>
          </a:prstGeom>
        </p:spPr>
      </p:pic>
    </p:spTree>
    <p:extLst>
      <p:ext uri="{BB962C8B-B14F-4D97-AF65-F5344CB8AC3E}">
        <p14:creationId xmlns:p14="http://schemas.microsoft.com/office/powerpoint/2010/main" val="25712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3217-410C-9B65-B443-66AD7B492B74}"/>
            </a:ext>
          </a:extLst>
        </p:cNvPr>
        <p:cNvGrpSpPr/>
        <p:nvPr/>
      </p:nvGrpSpPr>
      <p:grpSpPr>
        <a:xfrm>
          <a:off x="0" y="0"/>
          <a:ext cx="0" cy="0"/>
          <a:chOff x="0" y="0"/>
          <a:chExt cx="0" cy="0"/>
        </a:xfrm>
      </p:grpSpPr>
      <p:pic>
        <p:nvPicPr>
          <p:cNvPr id="7" name="Bildplatzhalter 6">
            <a:extLst>
              <a:ext uri="{FF2B5EF4-FFF2-40B4-BE49-F238E27FC236}">
                <a16:creationId xmlns:a16="http://schemas.microsoft.com/office/drawing/2014/main" id="{BBE0D381-073C-BA4D-CC65-62CFAC4F511B}"/>
              </a:ext>
            </a:extLst>
          </p:cNvPr>
          <p:cNvPicPr>
            <a:picLocks noGrp="1" noChangeAspect="1"/>
          </p:cNvPicPr>
          <p:nvPr>
            <p:ph type="pic" sz="quarter" idx="21"/>
          </p:nvPr>
        </p:nvPicPr>
        <p:blipFill>
          <a:blip r:embed="rId3">
            <a:extLst>
              <a:ext uri="{28A0092B-C50C-407E-A947-70E740481C1C}">
                <a14:useLocalDpi xmlns:a14="http://schemas.microsoft.com/office/drawing/2010/main" val="0"/>
              </a:ext>
            </a:extLst>
          </a:blip>
          <a:srcRect l="9774" r="9774"/>
          <a:stretch/>
        </p:blipFill>
        <p:spPr>
          <a:xfrm>
            <a:off x="6678431" y="-22571"/>
            <a:ext cx="5542245" cy="6888909"/>
          </a:xfrm>
        </p:spPr>
      </p:pic>
      <p:sp>
        <p:nvSpPr>
          <p:cNvPr id="3" name="Date Placeholder 2">
            <a:extLst>
              <a:ext uri="{FF2B5EF4-FFF2-40B4-BE49-F238E27FC236}">
                <a16:creationId xmlns:a16="http://schemas.microsoft.com/office/drawing/2014/main" id="{9293ED25-7D56-6EFA-A825-33E6E9BD3FEE}"/>
              </a:ext>
            </a:extLst>
          </p:cNvPr>
          <p:cNvSpPr>
            <a:spLocks noGrp="1"/>
          </p:cNvSpPr>
          <p:nvPr>
            <p:ph type="dt" sz="half" idx="2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DA842B7-5741-496D-9A95-CC5502D09244}" type="datetime1">
              <a:rPr kumimoji="0" lang="de-DE" sz="800" b="0" i="0" u="none" strike="noStrike" kern="1200" cap="none" spc="0" normalizeH="0" baseline="0" noProof="0" smtClean="0">
                <a:ln>
                  <a:noFill/>
                </a:ln>
                <a:solidFill>
                  <a:srgbClr val="0A1A45"/>
                </a:solidFill>
                <a:effectLst/>
                <a:uLnTx/>
                <a:uFillTx/>
                <a:latin typeface="Inter"/>
                <a:ea typeface="+mn-ea"/>
                <a:cs typeface="+mn-cs"/>
              </a:rPr>
              <a:t>28.05.26</a:t>
            </a:fld>
            <a:endParaRPr kumimoji="0" lang="de-DE" sz="800" b="0" i="0" u="none" strike="noStrike" kern="1200" cap="none" spc="0" normalizeH="0" baseline="0" noProof="0">
              <a:ln>
                <a:noFill/>
              </a:ln>
              <a:solidFill>
                <a:srgbClr val="0A1A45"/>
              </a:solidFill>
              <a:effectLst/>
              <a:uLnTx/>
              <a:uFillTx/>
              <a:latin typeface="Inter"/>
              <a:ea typeface="+mn-ea"/>
              <a:cs typeface="+mn-cs"/>
            </a:endParaRPr>
          </a:p>
        </p:txBody>
      </p:sp>
      <p:sp>
        <p:nvSpPr>
          <p:cNvPr id="2" name="Fußzeilenplatzhalter 1">
            <a:extLst>
              <a:ext uri="{FF2B5EF4-FFF2-40B4-BE49-F238E27FC236}">
                <a16:creationId xmlns:a16="http://schemas.microsoft.com/office/drawing/2014/main" id="{BB28515A-1F32-1C46-3997-EEEF5D7D64B1}"/>
              </a:ext>
            </a:extLst>
          </p:cNvPr>
          <p:cNvSpPr>
            <a:spLocks noGrp="1"/>
          </p:cNvSpPr>
          <p:nvPr>
            <p:ph type="ftr" sz="quarter" idx="23"/>
          </p:nvPr>
        </p:nvSpPr>
        <p:spPr/>
        <p:txBody>
          <a:bodyPr/>
          <a:lstStyle/>
          <a:p>
            <a:r>
              <a:rPr lang="de-DE"/>
              <a:t>Partner Convention 2026</a:t>
            </a:r>
          </a:p>
        </p:txBody>
      </p:sp>
      <p:sp>
        <p:nvSpPr>
          <p:cNvPr id="4" name="Foliennummernplatzhalter 3">
            <a:extLst>
              <a:ext uri="{FF2B5EF4-FFF2-40B4-BE49-F238E27FC236}">
                <a16:creationId xmlns:a16="http://schemas.microsoft.com/office/drawing/2014/main" id="{6B90499C-3BD0-7439-E9FF-BDC2882D0791}"/>
              </a:ext>
            </a:extLst>
          </p:cNvPr>
          <p:cNvSpPr>
            <a:spLocks noGrp="1"/>
          </p:cNvSpPr>
          <p:nvPr>
            <p:ph type="sldNum" sz="quarter" idx="24"/>
          </p:nvPr>
        </p:nvSpPr>
        <p:spPr/>
        <p:txBody>
          <a:bodyPr/>
          <a:lstStyle/>
          <a:p>
            <a:fld id="{75E2EC28-BB56-4A8E-A990-AA8F876D888B}" type="slidenum">
              <a:rPr lang="de-DE" smtClean="0"/>
              <a:pPr/>
              <a:t>2</a:t>
            </a:fld>
            <a:endParaRPr lang="de-DE"/>
          </a:p>
        </p:txBody>
      </p:sp>
      <p:sp>
        <p:nvSpPr>
          <p:cNvPr id="8" name="Text Placeholder 7">
            <a:extLst>
              <a:ext uri="{FF2B5EF4-FFF2-40B4-BE49-F238E27FC236}">
                <a16:creationId xmlns:a16="http://schemas.microsoft.com/office/drawing/2014/main" id="{D63C5942-7ED5-996B-18F9-504F70121C58}"/>
              </a:ext>
            </a:extLst>
          </p:cNvPr>
          <p:cNvSpPr>
            <a:spLocks noGrp="1"/>
          </p:cNvSpPr>
          <p:nvPr>
            <p:ph type="body" sz="quarter" idx="10"/>
          </p:nvPr>
        </p:nvSpPr>
        <p:spPr>
          <a:xfrm>
            <a:off x="358775" y="2656159"/>
            <a:ext cx="5737225" cy="1788438"/>
          </a:xfrm>
        </p:spPr>
        <p:txBody>
          <a:bodyPr/>
          <a:lstStyle/>
          <a:p>
            <a:r>
              <a:rPr lang="de-DE" sz="5800" dirty="0">
                <a:latin typeface="Kurdis Wide"/>
              </a:rPr>
              <a:t>Sebastian</a:t>
            </a:r>
          </a:p>
          <a:p>
            <a:r>
              <a:rPr lang="de-DE" sz="5800" b="0" dirty="0">
                <a:solidFill>
                  <a:srgbClr val="000000"/>
                </a:solidFill>
                <a:latin typeface="Kurdis Wide"/>
              </a:rPr>
              <a:t>Küsters</a:t>
            </a:r>
            <a:endParaRPr lang="en-US" sz="5800" b="0" dirty="0">
              <a:solidFill>
                <a:srgbClr val="000000"/>
              </a:solidFill>
              <a:latin typeface="Kurdis Wide"/>
            </a:endParaRPr>
          </a:p>
        </p:txBody>
      </p:sp>
      <p:sp>
        <p:nvSpPr>
          <p:cNvPr id="9" name="Text Placeholder 8">
            <a:extLst>
              <a:ext uri="{FF2B5EF4-FFF2-40B4-BE49-F238E27FC236}">
                <a16:creationId xmlns:a16="http://schemas.microsoft.com/office/drawing/2014/main" id="{6798A9EA-E0EC-84FD-A874-305AFC1AB622}"/>
              </a:ext>
            </a:extLst>
          </p:cNvPr>
          <p:cNvSpPr>
            <a:spLocks noGrp="1"/>
          </p:cNvSpPr>
          <p:nvPr>
            <p:ph type="body" sz="quarter" idx="11"/>
          </p:nvPr>
        </p:nvSpPr>
        <p:spPr>
          <a:xfrm>
            <a:off x="358775" y="2051981"/>
            <a:ext cx="6510948" cy="517684"/>
          </a:xfrm>
        </p:spPr>
        <p:txBody>
          <a:bodyPr/>
          <a:lstStyle/>
          <a:p>
            <a:r>
              <a:rPr lang="en-US" sz="1800" dirty="0">
                <a:ea typeface="Inter Semi Bold"/>
              </a:rPr>
              <a:t>Head of Platform Architecture &amp; Developer Productivity</a:t>
            </a:r>
            <a:endParaRPr lang="en-US" sz="1800" dirty="0"/>
          </a:p>
        </p:txBody>
      </p:sp>
      <p:pic>
        <p:nvPicPr>
          <p:cNvPr id="5" name="Grafik 11">
            <a:extLst>
              <a:ext uri="{FF2B5EF4-FFF2-40B4-BE49-F238E27FC236}">
                <a16:creationId xmlns:a16="http://schemas.microsoft.com/office/drawing/2014/main" id="{F411FA4D-51B0-60B9-0D3D-7DDE90CCC7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5663" y="5280789"/>
            <a:ext cx="1000673" cy="818732"/>
          </a:xfrm>
          <a:prstGeom prst="rect">
            <a:avLst/>
          </a:prstGeom>
        </p:spPr>
      </p:pic>
    </p:spTree>
    <p:extLst>
      <p:ext uri="{BB962C8B-B14F-4D97-AF65-F5344CB8AC3E}">
        <p14:creationId xmlns:p14="http://schemas.microsoft.com/office/powerpoint/2010/main" val="314884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7C84518-D507-09E0-7EEE-9C6085A0F195}"/>
              </a:ext>
            </a:extLst>
          </p:cNvPr>
          <p:cNvSpPr>
            <a:spLocks noGrp="1"/>
          </p:cNvSpPr>
          <p:nvPr>
            <p:ph type="dt" sz="half" idx="17"/>
          </p:nvPr>
        </p:nvSpPr>
        <p:spPr/>
        <p:txBody>
          <a:bodyPr/>
          <a:lstStyle/>
          <a:p>
            <a:fld id="{C2D0285A-BAAB-499C-938F-36F7FA1A5654}" type="datetime1">
              <a:rPr lang="de-DE" smtClean="0"/>
              <a:t>28.05.26</a:t>
            </a:fld>
            <a:endParaRPr lang="de-DE"/>
          </a:p>
        </p:txBody>
      </p:sp>
      <p:sp>
        <p:nvSpPr>
          <p:cNvPr id="4" name="Footer Placeholder 3">
            <a:extLst>
              <a:ext uri="{FF2B5EF4-FFF2-40B4-BE49-F238E27FC236}">
                <a16:creationId xmlns:a16="http://schemas.microsoft.com/office/drawing/2014/main" id="{45E6CA01-B20D-1D30-88E3-5BAE7A15E931}"/>
              </a:ext>
            </a:extLst>
          </p:cNvPr>
          <p:cNvSpPr>
            <a:spLocks noGrp="1"/>
          </p:cNvSpPr>
          <p:nvPr>
            <p:ph type="ftr" sz="quarter" idx="18"/>
          </p:nvPr>
        </p:nvSpPr>
        <p:spPr/>
        <p:txBody>
          <a:bodyPr/>
          <a:lstStyle/>
          <a:p>
            <a:r>
              <a:rPr lang="de-DE"/>
              <a:t>Hackathon 2026</a:t>
            </a:r>
          </a:p>
        </p:txBody>
      </p:sp>
      <p:sp>
        <p:nvSpPr>
          <p:cNvPr id="29" name="Textplatzhalter 28">
            <a:extLst>
              <a:ext uri="{FF2B5EF4-FFF2-40B4-BE49-F238E27FC236}">
                <a16:creationId xmlns:a16="http://schemas.microsoft.com/office/drawing/2014/main" id="{3EC0ED9C-A4CF-8906-266C-3563D612B283}"/>
              </a:ext>
            </a:extLst>
          </p:cNvPr>
          <p:cNvSpPr>
            <a:spLocks noGrp="1"/>
          </p:cNvSpPr>
          <p:nvPr>
            <p:ph type="body" sz="quarter" idx="15"/>
          </p:nvPr>
        </p:nvSpPr>
        <p:spPr/>
        <p:txBody>
          <a:bodyPr/>
          <a:lstStyle/>
          <a:p>
            <a:r>
              <a:rPr lang="en-US" spc="0" dirty="0"/>
              <a:t>Workshop flow</a:t>
            </a:r>
          </a:p>
        </p:txBody>
      </p:sp>
      <p:sp>
        <p:nvSpPr>
          <p:cNvPr id="6" name="Text Placeholder 5">
            <a:extLst>
              <a:ext uri="{FF2B5EF4-FFF2-40B4-BE49-F238E27FC236}">
                <a16:creationId xmlns:a16="http://schemas.microsoft.com/office/drawing/2014/main" id="{01A77884-A436-9406-FC44-E11BA4949F39}"/>
              </a:ext>
            </a:extLst>
          </p:cNvPr>
          <p:cNvSpPr>
            <a:spLocks noGrp="1"/>
          </p:cNvSpPr>
          <p:nvPr>
            <p:ph type="body" sz="quarter" idx="14"/>
          </p:nvPr>
        </p:nvSpPr>
        <p:spPr>
          <a:xfrm>
            <a:off x="356835" y="631484"/>
            <a:ext cx="11474803" cy="340093"/>
          </a:xfrm>
        </p:spPr>
        <p:txBody>
          <a:bodyPr>
            <a:spAutoFit/>
          </a:bodyPr>
          <a:lstStyle/>
          <a:p>
            <a:r>
              <a:rPr lang="en-US" dirty="0"/>
              <a:t>Agenda</a:t>
            </a:r>
          </a:p>
        </p:txBody>
      </p:sp>
      <p:grpSp>
        <p:nvGrpSpPr>
          <p:cNvPr id="31" name="Gruppieren 30">
            <a:extLst>
              <a:ext uri="{FF2B5EF4-FFF2-40B4-BE49-F238E27FC236}">
                <a16:creationId xmlns:a16="http://schemas.microsoft.com/office/drawing/2014/main" id="{B966E5A9-FD87-487B-F214-865899002029}"/>
              </a:ext>
            </a:extLst>
          </p:cNvPr>
          <p:cNvGrpSpPr/>
          <p:nvPr/>
        </p:nvGrpSpPr>
        <p:grpSpPr>
          <a:xfrm>
            <a:off x="356835" y="1597185"/>
            <a:ext cx="3661764" cy="4174966"/>
            <a:chOff x="356835" y="1597185"/>
            <a:chExt cx="3661764" cy="4174966"/>
          </a:xfrm>
        </p:grpSpPr>
        <p:sp>
          <p:nvSpPr>
            <p:cNvPr id="8" name="Rechteck: abgerundete Ecken 7">
              <a:extLst>
                <a:ext uri="{FF2B5EF4-FFF2-40B4-BE49-F238E27FC236}">
                  <a16:creationId xmlns:a16="http://schemas.microsoft.com/office/drawing/2014/main" id="{F694AC09-DFCA-02AC-D883-516181842FFF}"/>
                </a:ext>
              </a:extLst>
            </p:cNvPr>
            <p:cNvSpPr/>
            <p:nvPr/>
          </p:nvSpPr>
          <p:spPr>
            <a:xfrm>
              <a:off x="370585" y="1610483"/>
              <a:ext cx="3648014" cy="4161668"/>
            </a:xfrm>
            <a:prstGeom prst="roundRect">
              <a:avLst>
                <a:gd name="adj" fmla="val 5962"/>
              </a:avLst>
            </a:prstGeom>
            <a:solidFill>
              <a:schemeClr val="tx2"/>
            </a:solidFill>
            <a:ln w="15990" cap="flat">
              <a:noFill/>
              <a:prstDash val="solid"/>
              <a:miter/>
            </a:ln>
          </p:spPr>
          <p:txBody>
            <a:bodyPr rtlCol="0" anchor="ctr"/>
            <a:lstStyle/>
            <a:p>
              <a:pPr algn="l"/>
              <a:endParaRPr lang="de-DE" dirty="0"/>
            </a:p>
          </p:txBody>
        </p:sp>
        <p:sp>
          <p:nvSpPr>
            <p:cNvPr id="15" name="Textfeld 14">
              <a:extLst>
                <a:ext uri="{FF2B5EF4-FFF2-40B4-BE49-F238E27FC236}">
                  <a16:creationId xmlns:a16="http://schemas.microsoft.com/office/drawing/2014/main" id="{E21968FE-9BBB-46AB-2E0E-AC4AD6E698CF}"/>
                </a:ext>
              </a:extLst>
            </p:cNvPr>
            <p:cNvSpPr txBox="1"/>
            <p:nvPr/>
          </p:nvSpPr>
          <p:spPr>
            <a:xfrm>
              <a:off x="356835" y="4241740"/>
              <a:ext cx="3658236" cy="1200329"/>
            </a:xfrm>
            <a:prstGeom prst="rect">
              <a:avLst/>
            </a:prstGeom>
            <a:noFill/>
          </p:spPr>
          <p:txBody>
            <a:bodyPr wrap="square" anchor="ctr">
              <a:noAutofit/>
            </a:bodyPr>
            <a:lstStyle/>
            <a:p>
              <a:pPr algn="ctr"/>
              <a:r>
                <a:rPr lang="en-US" sz="2400" b="1" dirty="0">
                  <a:solidFill>
                    <a:schemeClr val="bg1"/>
                  </a:solidFill>
                </a:rPr>
                <a:t>What is the JTL Cloud</a:t>
              </a:r>
              <a:br>
                <a:rPr lang="en-US" sz="2400" b="1" dirty="0">
                  <a:solidFill>
                    <a:schemeClr val="bg1"/>
                  </a:solidFill>
                </a:rPr>
              </a:br>
              <a:r>
                <a:rPr lang="en-US" sz="2400" b="1" dirty="0">
                  <a:solidFill>
                    <a:schemeClr val="bg1"/>
                  </a:solidFill>
                </a:rPr>
                <a:t>Platform?</a:t>
              </a:r>
            </a:p>
          </p:txBody>
        </p:sp>
        <p:pic>
          <p:nvPicPr>
            <p:cNvPr id="21" name="Grafik 20" descr="Ein Bild, das computer, Computer, Im Haus, Netbook enthält.&#10;&#10;KI-generierte Inhalte können fehlerhaft sein.">
              <a:extLst>
                <a:ext uri="{FF2B5EF4-FFF2-40B4-BE49-F238E27FC236}">
                  <a16:creationId xmlns:a16="http://schemas.microsoft.com/office/drawing/2014/main" id="{8DDA5144-D904-260A-6EE7-248D1368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 y="1597185"/>
              <a:ext cx="3647124" cy="2429534"/>
            </a:xfrm>
            <a:prstGeom prst="round2SameRect">
              <a:avLst>
                <a:gd name="adj1" fmla="val 8630"/>
                <a:gd name="adj2" fmla="val 0"/>
              </a:avLst>
            </a:prstGeom>
          </p:spPr>
        </p:pic>
      </p:grpSp>
      <p:grpSp>
        <p:nvGrpSpPr>
          <p:cNvPr id="32" name="Gruppieren 31">
            <a:extLst>
              <a:ext uri="{FF2B5EF4-FFF2-40B4-BE49-F238E27FC236}">
                <a16:creationId xmlns:a16="http://schemas.microsoft.com/office/drawing/2014/main" id="{B25FDAA5-DB7B-E395-AD1A-51CB0772AB07}"/>
              </a:ext>
            </a:extLst>
          </p:cNvPr>
          <p:cNvGrpSpPr/>
          <p:nvPr/>
        </p:nvGrpSpPr>
        <p:grpSpPr>
          <a:xfrm>
            <a:off x="4262464" y="1600652"/>
            <a:ext cx="3662654" cy="4171499"/>
            <a:chOff x="4262464" y="1600652"/>
            <a:chExt cx="3662654" cy="4171499"/>
          </a:xfrm>
        </p:grpSpPr>
        <p:sp>
          <p:nvSpPr>
            <p:cNvPr id="12" name="Rechteck: abgerundete Ecken 11">
              <a:extLst>
                <a:ext uri="{FF2B5EF4-FFF2-40B4-BE49-F238E27FC236}">
                  <a16:creationId xmlns:a16="http://schemas.microsoft.com/office/drawing/2014/main" id="{BA262988-7E6A-9833-63F1-BF7579076CC2}"/>
                </a:ext>
              </a:extLst>
            </p:cNvPr>
            <p:cNvSpPr/>
            <p:nvPr/>
          </p:nvSpPr>
          <p:spPr>
            <a:xfrm>
              <a:off x="4277104" y="1610483"/>
              <a:ext cx="3648014" cy="4161668"/>
            </a:xfrm>
            <a:prstGeom prst="roundRect">
              <a:avLst>
                <a:gd name="adj" fmla="val 5962"/>
              </a:avLst>
            </a:prstGeom>
            <a:solidFill>
              <a:schemeClr val="tx2"/>
            </a:solidFill>
            <a:ln w="15990" cap="flat">
              <a:noFill/>
              <a:prstDash val="solid"/>
              <a:miter/>
            </a:ln>
          </p:spPr>
          <p:txBody>
            <a:bodyPr rtlCol="0" anchor="ctr"/>
            <a:lstStyle/>
            <a:p>
              <a:pPr algn="l"/>
              <a:endParaRPr lang="de-DE" dirty="0"/>
            </a:p>
          </p:txBody>
        </p:sp>
        <p:sp>
          <p:nvSpPr>
            <p:cNvPr id="16" name="Textfeld 15">
              <a:extLst>
                <a:ext uri="{FF2B5EF4-FFF2-40B4-BE49-F238E27FC236}">
                  <a16:creationId xmlns:a16="http://schemas.microsoft.com/office/drawing/2014/main" id="{BEF1BA24-B964-5691-C741-B84CFE03F9BF}"/>
                </a:ext>
              </a:extLst>
            </p:cNvPr>
            <p:cNvSpPr txBox="1"/>
            <p:nvPr/>
          </p:nvSpPr>
          <p:spPr>
            <a:xfrm>
              <a:off x="4262464" y="4241740"/>
              <a:ext cx="3647124" cy="1200329"/>
            </a:xfrm>
            <a:prstGeom prst="rect">
              <a:avLst/>
            </a:prstGeom>
            <a:noFill/>
          </p:spPr>
          <p:txBody>
            <a:bodyPr wrap="square">
              <a:noAutofit/>
            </a:bodyPr>
            <a:lstStyle/>
            <a:p>
              <a:pPr algn="ctr"/>
              <a:r>
                <a:rPr lang="en-US" sz="2400" b="1" dirty="0">
                  <a:solidFill>
                    <a:schemeClr val="bg1"/>
                  </a:solidFill>
                </a:rPr>
                <a:t>Architecture &amp; components of a JTL Cloud App</a:t>
              </a:r>
            </a:p>
          </p:txBody>
        </p:sp>
        <p:pic>
          <p:nvPicPr>
            <p:cNvPr id="23" name="Grafik 22" descr="Ein Bild, das Text, Screenshot, Kobaltblau, Design enthält.&#10;&#10;KI-generierte Inhalte können fehlerhaft sein.">
              <a:extLst>
                <a:ext uri="{FF2B5EF4-FFF2-40B4-BE49-F238E27FC236}">
                  <a16:creationId xmlns:a16="http://schemas.microsoft.com/office/drawing/2014/main" id="{EE1F30EC-BA9E-2695-BB04-B38F3F61A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7104" y="1600652"/>
              <a:ext cx="3647124" cy="2441247"/>
            </a:xfrm>
            <a:prstGeom prst="round2SameRect">
              <a:avLst>
                <a:gd name="adj1" fmla="val 8630"/>
                <a:gd name="adj2" fmla="val 0"/>
              </a:avLst>
            </a:prstGeom>
          </p:spPr>
        </p:pic>
      </p:grpSp>
      <p:grpSp>
        <p:nvGrpSpPr>
          <p:cNvPr id="33" name="Gruppieren 32">
            <a:extLst>
              <a:ext uri="{FF2B5EF4-FFF2-40B4-BE49-F238E27FC236}">
                <a16:creationId xmlns:a16="http://schemas.microsoft.com/office/drawing/2014/main" id="{881A5F34-574F-FE68-E26D-BD7FA2071E52}"/>
              </a:ext>
            </a:extLst>
          </p:cNvPr>
          <p:cNvGrpSpPr/>
          <p:nvPr/>
        </p:nvGrpSpPr>
        <p:grpSpPr>
          <a:xfrm>
            <a:off x="8168093" y="1610483"/>
            <a:ext cx="3663544" cy="4161668"/>
            <a:chOff x="8168093" y="1610483"/>
            <a:chExt cx="3663544" cy="4161668"/>
          </a:xfrm>
        </p:grpSpPr>
        <p:sp>
          <p:nvSpPr>
            <p:cNvPr id="13" name="Rechteck: abgerundete Ecken 12">
              <a:extLst>
                <a:ext uri="{FF2B5EF4-FFF2-40B4-BE49-F238E27FC236}">
                  <a16:creationId xmlns:a16="http://schemas.microsoft.com/office/drawing/2014/main" id="{296176BA-C59C-4ABC-45E6-0DAB41CEB08D}"/>
                </a:ext>
              </a:extLst>
            </p:cNvPr>
            <p:cNvSpPr/>
            <p:nvPr/>
          </p:nvSpPr>
          <p:spPr>
            <a:xfrm>
              <a:off x="8183623" y="1610483"/>
              <a:ext cx="3648014" cy="4161668"/>
            </a:xfrm>
            <a:prstGeom prst="roundRect">
              <a:avLst>
                <a:gd name="adj" fmla="val 5962"/>
              </a:avLst>
            </a:prstGeom>
            <a:solidFill>
              <a:schemeClr val="tx2"/>
            </a:solidFill>
            <a:ln w="15990" cap="flat">
              <a:noFill/>
              <a:prstDash val="solid"/>
              <a:miter/>
            </a:ln>
          </p:spPr>
          <p:txBody>
            <a:bodyPr rtlCol="0" anchor="ctr"/>
            <a:lstStyle/>
            <a:p>
              <a:pPr algn="l"/>
              <a:endParaRPr lang="de-DE" dirty="0"/>
            </a:p>
          </p:txBody>
        </p:sp>
        <p:sp>
          <p:nvSpPr>
            <p:cNvPr id="17" name="Textfeld 16">
              <a:extLst>
                <a:ext uri="{FF2B5EF4-FFF2-40B4-BE49-F238E27FC236}">
                  <a16:creationId xmlns:a16="http://schemas.microsoft.com/office/drawing/2014/main" id="{17271F94-95F6-8FDF-FFEA-6EFFA3FD15DC}"/>
                </a:ext>
              </a:extLst>
            </p:cNvPr>
            <p:cNvSpPr txBox="1"/>
            <p:nvPr/>
          </p:nvSpPr>
          <p:spPr>
            <a:xfrm>
              <a:off x="8168093" y="4241740"/>
              <a:ext cx="3647124" cy="1200329"/>
            </a:xfrm>
            <a:prstGeom prst="rect">
              <a:avLst/>
            </a:prstGeom>
            <a:noFill/>
          </p:spPr>
          <p:txBody>
            <a:bodyPr wrap="square">
              <a:noAutofit/>
            </a:bodyPr>
            <a:lstStyle/>
            <a:p>
              <a:pPr algn="ctr"/>
              <a:r>
                <a:rPr lang="en-US" sz="2400" b="1" dirty="0">
                  <a:solidFill>
                    <a:schemeClr val="bg1"/>
                  </a:solidFill>
                </a:rPr>
                <a:t>Hands-on: </a:t>
              </a:r>
              <a:br>
                <a:rPr lang="en-US" sz="2400" b="1" dirty="0">
                  <a:solidFill>
                    <a:schemeClr val="bg1"/>
                  </a:solidFill>
                </a:rPr>
              </a:br>
              <a:r>
                <a:rPr lang="en-US" sz="2400" b="1" dirty="0">
                  <a:solidFill>
                    <a:schemeClr val="bg1"/>
                  </a:solidFill>
                </a:rPr>
                <a:t>Live coding a JTL Cloud App</a:t>
              </a:r>
            </a:p>
          </p:txBody>
        </p:sp>
        <p:pic>
          <p:nvPicPr>
            <p:cNvPr id="25" name="Grafik 24" descr="Ein Bild, das Text, Computer, Zimmerpflanze, Im Haus enthält.&#10;&#10;KI-generierte Inhalte können fehlerhaft sein.">
              <a:extLst>
                <a:ext uri="{FF2B5EF4-FFF2-40B4-BE49-F238E27FC236}">
                  <a16:creationId xmlns:a16="http://schemas.microsoft.com/office/drawing/2014/main" id="{A8AE18F7-D1F1-61EC-F45C-74EC9AB32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3623" y="1610483"/>
              <a:ext cx="3648014" cy="2439418"/>
            </a:xfrm>
            <a:prstGeom prst="round2SameRect">
              <a:avLst>
                <a:gd name="adj1" fmla="val 8630"/>
                <a:gd name="adj2" fmla="val 0"/>
              </a:avLst>
            </a:prstGeom>
          </p:spPr>
        </p:pic>
      </p:grpSp>
      <p:sp>
        <p:nvSpPr>
          <p:cNvPr id="57" name="Rechteck 56">
            <a:extLst>
              <a:ext uri="{FF2B5EF4-FFF2-40B4-BE49-F238E27FC236}">
                <a16:creationId xmlns:a16="http://schemas.microsoft.com/office/drawing/2014/main" id="{CC13AEF8-75FD-2B34-56CE-28C83EEE1A3C}"/>
              </a:ext>
            </a:extLst>
          </p:cNvPr>
          <p:cNvSpPr/>
          <p:nvPr/>
        </p:nvSpPr>
        <p:spPr>
          <a:xfrm>
            <a:off x="10554539" y="-7423"/>
            <a:ext cx="638175" cy="256989"/>
          </a:xfrm>
          <a:prstGeom prst="rect">
            <a:avLst/>
          </a:prstGeom>
          <a:solidFill>
            <a:schemeClr val="accent2"/>
          </a:solidFill>
          <a:ln w="15990" cap="flat">
            <a:noFill/>
            <a:prstDash val="solid"/>
            <a:miter/>
          </a:ln>
        </p:spPr>
        <p:txBody>
          <a:bodyPr rtlCol="0" anchor="ctr"/>
          <a:lstStyle/>
          <a:p>
            <a:pPr algn="l"/>
            <a:endParaRPr lang="de-DE"/>
          </a:p>
        </p:txBody>
      </p:sp>
      <p:sp>
        <p:nvSpPr>
          <p:cNvPr id="58" name="Rechteck 57">
            <a:extLst>
              <a:ext uri="{FF2B5EF4-FFF2-40B4-BE49-F238E27FC236}">
                <a16:creationId xmlns:a16="http://schemas.microsoft.com/office/drawing/2014/main" id="{B89A1343-388F-6BEE-310C-BC43D7121745}"/>
              </a:ext>
            </a:extLst>
          </p:cNvPr>
          <p:cNvSpPr/>
          <p:nvPr/>
        </p:nvSpPr>
        <p:spPr>
          <a:xfrm>
            <a:off x="7729653" y="1151888"/>
            <a:ext cx="457199" cy="342900"/>
          </a:xfrm>
          <a:prstGeom prst="rect">
            <a:avLst/>
          </a:prstGeom>
          <a:solidFill>
            <a:schemeClr val="bg1"/>
          </a:solidFill>
          <a:ln w="15990" cap="flat">
            <a:noFill/>
            <a:prstDash val="solid"/>
            <a:miter/>
          </a:ln>
        </p:spPr>
        <p:txBody>
          <a:bodyPr rtlCol="0" anchor="ctr"/>
          <a:lstStyle/>
          <a:p>
            <a:pPr algn="l"/>
            <a:endParaRPr lang="de-DE"/>
          </a:p>
        </p:txBody>
      </p:sp>
    </p:spTree>
    <p:extLst>
      <p:ext uri="{BB962C8B-B14F-4D97-AF65-F5344CB8AC3E}">
        <p14:creationId xmlns:p14="http://schemas.microsoft.com/office/powerpoint/2010/main" val="301762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E5FE0A-97FB-4153-7392-4A190B16537F}"/>
              </a:ext>
            </a:extLst>
          </p:cNvPr>
          <p:cNvSpPr>
            <a:spLocks noGrp="1"/>
          </p:cNvSpPr>
          <p:nvPr>
            <p:ph type="dt" sz="half" idx="12"/>
          </p:nvPr>
        </p:nvSpPr>
        <p:spPr/>
        <p:txBody>
          <a:bodyPr/>
          <a:lstStyle/>
          <a:p>
            <a:fld id="{166740CB-3C94-47EE-A314-FD00E0AE1846}" type="datetime1">
              <a:rPr lang="de-DE" smtClean="0"/>
              <a:t>28.05.26</a:t>
            </a:fld>
            <a:endParaRPr lang="de-DE">
              <a:solidFill>
                <a:schemeClr val="bg1"/>
              </a:solidFill>
            </a:endParaRPr>
          </a:p>
        </p:txBody>
      </p:sp>
      <p:sp>
        <p:nvSpPr>
          <p:cNvPr id="3" name="Footer Placeholder 2">
            <a:extLst>
              <a:ext uri="{FF2B5EF4-FFF2-40B4-BE49-F238E27FC236}">
                <a16:creationId xmlns:a16="http://schemas.microsoft.com/office/drawing/2014/main" id="{F865511D-879D-6464-CD5D-E702A0779980}"/>
              </a:ext>
            </a:extLst>
          </p:cNvPr>
          <p:cNvSpPr>
            <a:spLocks noGrp="1"/>
          </p:cNvSpPr>
          <p:nvPr>
            <p:ph type="ftr" sz="quarter" idx="13"/>
          </p:nvPr>
        </p:nvSpPr>
        <p:spPr/>
        <p:txBody>
          <a:bodyPr/>
          <a:lstStyle/>
          <a:p>
            <a:r>
              <a:rPr lang="de-DE"/>
              <a:t>Hackathon 2026</a:t>
            </a:r>
          </a:p>
        </p:txBody>
      </p:sp>
      <p:sp>
        <p:nvSpPr>
          <p:cNvPr id="5" name="Text Placeholder 4">
            <a:extLst>
              <a:ext uri="{FF2B5EF4-FFF2-40B4-BE49-F238E27FC236}">
                <a16:creationId xmlns:a16="http://schemas.microsoft.com/office/drawing/2014/main" id="{6DF9C5D6-877A-C9B2-F8BC-C1E719831F8F}"/>
              </a:ext>
            </a:extLst>
          </p:cNvPr>
          <p:cNvSpPr>
            <a:spLocks noGrp="1"/>
          </p:cNvSpPr>
          <p:nvPr>
            <p:ph type="body" sz="quarter" idx="10"/>
          </p:nvPr>
        </p:nvSpPr>
        <p:spPr>
          <a:xfrm>
            <a:off x="358775" y="2588535"/>
            <a:ext cx="7604935" cy="1708160"/>
          </a:xfrm>
        </p:spPr>
        <p:txBody>
          <a:bodyPr wrap="square">
            <a:spAutoFit/>
          </a:bodyPr>
          <a:lstStyle/>
          <a:p>
            <a:pPr>
              <a:lnSpc>
                <a:spcPct val="100000"/>
              </a:lnSpc>
            </a:pPr>
            <a:r>
              <a:rPr lang="en-US" sz="5400" dirty="0"/>
              <a:t>What is the JTL Cloud Platform?</a:t>
            </a:r>
          </a:p>
        </p:txBody>
      </p:sp>
      <p:sp>
        <p:nvSpPr>
          <p:cNvPr id="6" name="Text Placeholder 5">
            <a:extLst>
              <a:ext uri="{FF2B5EF4-FFF2-40B4-BE49-F238E27FC236}">
                <a16:creationId xmlns:a16="http://schemas.microsoft.com/office/drawing/2014/main" id="{9FE8952B-3431-7EA8-DB9E-45B4209C729C}"/>
              </a:ext>
            </a:extLst>
          </p:cNvPr>
          <p:cNvSpPr>
            <a:spLocks noGrp="1"/>
          </p:cNvSpPr>
          <p:nvPr>
            <p:ph type="body" sz="quarter" idx="11"/>
          </p:nvPr>
        </p:nvSpPr>
        <p:spPr>
          <a:xfrm>
            <a:off x="358775" y="2213997"/>
            <a:ext cx="7010401" cy="360767"/>
          </a:xfrm>
        </p:spPr>
        <p:txBody>
          <a:bodyPr/>
          <a:lstStyle/>
          <a:p>
            <a:r>
              <a:rPr lang="de-DE" dirty="0"/>
              <a:t>CHAPTER 01</a:t>
            </a:r>
          </a:p>
        </p:txBody>
      </p:sp>
      <p:sp>
        <p:nvSpPr>
          <p:cNvPr id="7" name="Rechteck 6">
            <a:extLst>
              <a:ext uri="{FF2B5EF4-FFF2-40B4-BE49-F238E27FC236}">
                <a16:creationId xmlns:a16="http://schemas.microsoft.com/office/drawing/2014/main" id="{B97BAB45-7007-5C19-D1CD-0EB6E038547E}"/>
              </a:ext>
            </a:extLst>
          </p:cNvPr>
          <p:cNvSpPr/>
          <p:nvPr/>
        </p:nvSpPr>
        <p:spPr>
          <a:xfrm>
            <a:off x="8868410" y="3086100"/>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8" name="Rechteck 7">
            <a:extLst>
              <a:ext uri="{FF2B5EF4-FFF2-40B4-BE49-F238E27FC236}">
                <a16:creationId xmlns:a16="http://schemas.microsoft.com/office/drawing/2014/main" id="{EA10DE04-4323-978B-3070-12D716FDF5E3}"/>
              </a:ext>
            </a:extLst>
          </p:cNvPr>
          <p:cNvSpPr/>
          <p:nvPr/>
        </p:nvSpPr>
        <p:spPr>
          <a:xfrm>
            <a:off x="9297264" y="3086100"/>
            <a:ext cx="457199" cy="342900"/>
          </a:xfrm>
          <a:prstGeom prst="rect">
            <a:avLst/>
          </a:prstGeom>
          <a:solidFill>
            <a:schemeClr val="bg1"/>
          </a:solidFill>
          <a:ln w="15990" cap="flat">
            <a:noFill/>
            <a:prstDash val="solid"/>
            <a:miter/>
          </a:ln>
        </p:spPr>
        <p:txBody>
          <a:bodyPr rtlCol="0" anchor="ctr"/>
          <a:lstStyle/>
          <a:p>
            <a:pPr algn="l"/>
            <a:endParaRPr lang="de-DE"/>
          </a:p>
        </p:txBody>
      </p:sp>
      <p:sp>
        <p:nvSpPr>
          <p:cNvPr id="9" name="Rechteck 8">
            <a:extLst>
              <a:ext uri="{FF2B5EF4-FFF2-40B4-BE49-F238E27FC236}">
                <a16:creationId xmlns:a16="http://schemas.microsoft.com/office/drawing/2014/main" id="{54E093A8-9C2C-19BF-D205-7FA0B286DB31}"/>
              </a:ext>
            </a:extLst>
          </p:cNvPr>
          <p:cNvSpPr/>
          <p:nvPr/>
        </p:nvSpPr>
        <p:spPr>
          <a:xfrm>
            <a:off x="9116288" y="2743200"/>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10" name="Rechteck 9">
            <a:extLst>
              <a:ext uri="{FF2B5EF4-FFF2-40B4-BE49-F238E27FC236}">
                <a16:creationId xmlns:a16="http://schemas.microsoft.com/office/drawing/2014/main" id="{2023A18D-2D67-0F41-4498-B0947863A0AC}"/>
              </a:ext>
            </a:extLst>
          </p:cNvPr>
          <p:cNvSpPr/>
          <p:nvPr/>
        </p:nvSpPr>
        <p:spPr>
          <a:xfrm>
            <a:off x="9545142" y="2743200"/>
            <a:ext cx="457199" cy="342900"/>
          </a:xfrm>
          <a:prstGeom prst="rect">
            <a:avLst/>
          </a:prstGeom>
          <a:solidFill>
            <a:schemeClr val="bg1"/>
          </a:solidFill>
          <a:ln w="15990" cap="flat">
            <a:noFill/>
            <a:prstDash val="solid"/>
            <a:miter/>
          </a:ln>
        </p:spPr>
        <p:txBody>
          <a:bodyPr rtlCol="0" anchor="ctr"/>
          <a:lstStyle/>
          <a:p>
            <a:pPr algn="l"/>
            <a:endParaRPr lang="de-DE"/>
          </a:p>
        </p:txBody>
      </p:sp>
      <p:pic>
        <p:nvPicPr>
          <p:cNvPr id="18" name="Grafik 17">
            <a:extLst>
              <a:ext uri="{FF2B5EF4-FFF2-40B4-BE49-F238E27FC236}">
                <a16:creationId xmlns:a16="http://schemas.microsoft.com/office/drawing/2014/main" id="{9D83C310-BDF2-8581-FDAD-4FBA594E86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2340" y="-77377"/>
            <a:ext cx="3650159" cy="2820577"/>
          </a:xfrm>
          <a:prstGeom prst="rect">
            <a:avLst/>
          </a:prstGeom>
        </p:spPr>
      </p:pic>
    </p:spTree>
    <p:extLst>
      <p:ext uri="{BB962C8B-B14F-4D97-AF65-F5344CB8AC3E}">
        <p14:creationId xmlns:p14="http://schemas.microsoft.com/office/powerpoint/2010/main" val="4046566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BC35AD-F18E-04BB-2ED3-A98D7D5BC776}"/>
              </a:ext>
            </a:extLst>
          </p:cNvPr>
          <p:cNvSpPr>
            <a:spLocks noGrp="1"/>
          </p:cNvSpPr>
          <p:nvPr>
            <p:ph type="body" sz="quarter" idx="10"/>
          </p:nvPr>
        </p:nvSpPr>
        <p:spPr>
          <a:xfrm>
            <a:off x="1295400" y="1268413"/>
            <a:ext cx="9596438" cy="4438967"/>
          </a:xfrm>
        </p:spPr>
        <p:txBody>
          <a:bodyPr/>
          <a:lstStyle/>
          <a:p>
            <a:r>
              <a:rPr lang="en-US" b="1" dirty="0"/>
              <a:t>Central platform for cloud-based services around the JTL ecosystem</a:t>
            </a:r>
            <a:r>
              <a:rPr lang="en-US" dirty="0"/>
              <a:t> – connects apps, integrations, and partner solutions in one environment. </a:t>
            </a:r>
          </a:p>
          <a:p>
            <a:r>
              <a:rPr lang="en-US" b="1" dirty="0"/>
              <a:t>Complements JTL-Wawi</a:t>
            </a:r>
            <a:r>
              <a:rPr lang="en-US" dirty="0"/>
              <a:t> – Wawi remains the core element; the cloud extends processes securely and cloud-natively. </a:t>
            </a:r>
          </a:p>
          <a:p>
            <a:r>
              <a:rPr lang="en-US" b="1" dirty="0"/>
              <a:t>Requirement for merchants:</a:t>
            </a:r>
            <a:r>
              <a:rPr lang="en-US" dirty="0"/>
              <a:t> Min. JTL-Wawi 2.0 – only this version creates the technical bridge to the cloud. </a:t>
            </a:r>
          </a:p>
          <a:p>
            <a:r>
              <a:rPr lang="en-US" b="1" dirty="0"/>
              <a:t>Reach:</a:t>
            </a:r>
            <a:r>
              <a:rPr lang="en-US" dirty="0"/>
              <a:t> Over 50,000 JTL merchants. Apps are delivered via the App Store.</a:t>
            </a:r>
            <a:endParaRPr lang="de-DE" dirty="0"/>
          </a:p>
        </p:txBody>
      </p:sp>
      <p:sp>
        <p:nvSpPr>
          <p:cNvPr id="3" name="Date Placeholder 2">
            <a:extLst>
              <a:ext uri="{FF2B5EF4-FFF2-40B4-BE49-F238E27FC236}">
                <a16:creationId xmlns:a16="http://schemas.microsoft.com/office/drawing/2014/main" id="{6831E9C7-0F37-187B-A02E-F1C825D15891}"/>
              </a:ext>
            </a:extLst>
          </p:cNvPr>
          <p:cNvSpPr>
            <a:spLocks noGrp="1"/>
          </p:cNvSpPr>
          <p:nvPr>
            <p:ph type="dt" sz="half" idx="16"/>
          </p:nvPr>
        </p:nvSpPr>
        <p:spPr/>
        <p:txBody>
          <a:bodyPr/>
          <a:lstStyle/>
          <a:p>
            <a:fld id="{93A2AD66-6C9B-4BD5-91E7-708DA6A87D8C}" type="datetime1">
              <a:rPr lang="de-DE" smtClean="0"/>
              <a:t>28.05.26</a:t>
            </a:fld>
            <a:endParaRPr lang="de-DE"/>
          </a:p>
        </p:txBody>
      </p:sp>
      <p:sp>
        <p:nvSpPr>
          <p:cNvPr id="4" name="Footer Placeholder 3">
            <a:extLst>
              <a:ext uri="{FF2B5EF4-FFF2-40B4-BE49-F238E27FC236}">
                <a16:creationId xmlns:a16="http://schemas.microsoft.com/office/drawing/2014/main" id="{478D2465-0941-8B28-CF94-7EDA83EA2421}"/>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51A00A9F-1122-920E-30E1-BEEBB2BBF15D}"/>
              </a:ext>
            </a:extLst>
          </p:cNvPr>
          <p:cNvSpPr>
            <a:spLocks noGrp="1"/>
          </p:cNvSpPr>
          <p:nvPr>
            <p:ph type="body" sz="quarter" idx="15"/>
          </p:nvPr>
        </p:nvSpPr>
        <p:spPr/>
        <p:txBody>
          <a:bodyPr>
            <a:spAutoFit/>
          </a:bodyPr>
          <a:lstStyle/>
          <a:p>
            <a:r>
              <a:rPr lang="en-US" dirty="0"/>
              <a:t>Chapter 01 · What is the JTL Cloud Platform?</a:t>
            </a:r>
          </a:p>
        </p:txBody>
      </p:sp>
      <p:sp>
        <p:nvSpPr>
          <p:cNvPr id="7" name="Text Placeholder 6">
            <a:extLst>
              <a:ext uri="{FF2B5EF4-FFF2-40B4-BE49-F238E27FC236}">
                <a16:creationId xmlns:a16="http://schemas.microsoft.com/office/drawing/2014/main" id="{81AF6376-9F42-C5DE-65DD-D6763D848C86}"/>
              </a:ext>
            </a:extLst>
          </p:cNvPr>
          <p:cNvSpPr>
            <a:spLocks noGrp="1"/>
          </p:cNvSpPr>
          <p:nvPr>
            <p:ph type="body" sz="quarter" idx="14"/>
          </p:nvPr>
        </p:nvSpPr>
        <p:spPr/>
        <p:txBody>
          <a:bodyPr/>
          <a:lstStyle/>
          <a:p>
            <a:r>
              <a:rPr lang="en-US" dirty="0"/>
              <a:t>Overview</a:t>
            </a:r>
          </a:p>
        </p:txBody>
      </p:sp>
    </p:spTree>
    <p:extLst>
      <p:ext uri="{BB962C8B-B14F-4D97-AF65-F5344CB8AC3E}">
        <p14:creationId xmlns:p14="http://schemas.microsoft.com/office/powerpoint/2010/main" val="2217854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6A0B-AFB1-CCC2-AE49-EED2E9E01BF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7453A6C-3007-733E-C193-00F4E0F7D1C9}"/>
              </a:ext>
            </a:extLst>
          </p:cNvPr>
          <p:cNvSpPr>
            <a:spLocks noGrp="1"/>
          </p:cNvSpPr>
          <p:nvPr>
            <p:ph type="dt" sz="half" idx="16"/>
          </p:nvPr>
        </p:nvSpPr>
        <p:spPr/>
        <p:txBody>
          <a:bodyPr/>
          <a:lstStyle/>
          <a:p>
            <a:fld id="{5A5BDCA6-AE3B-4B9E-8EDF-DC7F578D51DD}" type="datetime1">
              <a:rPr lang="de-DE" smtClean="0"/>
              <a:t>28.05.26</a:t>
            </a:fld>
            <a:endParaRPr lang="de-DE"/>
          </a:p>
        </p:txBody>
      </p:sp>
      <p:sp>
        <p:nvSpPr>
          <p:cNvPr id="4" name="Footer Placeholder 3">
            <a:extLst>
              <a:ext uri="{FF2B5EF4-FFF2-40B4-BE49-F238E27FC236}">
                <a16:creationId xmlns:a16="http://schemas.microsoft.com/office/drawing/2014/main" id="{66E8C676-430F-C3AB-E416-70E04C1ED5A1}"/>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A724A9AB-FCF9-E5C9-B008-1EBBB66F7788}"/>
              </a:ext>
            </a:extLst>
          </p:cNvPr>
          <p:cNvSpPr>
            <a:spLocks noGrp="1"/>
          </p:cNvSpPr>
          <p:nvPr>
            <p:ph type="body" sz="quarter" idx="15"/>
          </p:nvPr>
        </p:nvSpPr>
        <p:spPr/>
        <p:txBody>
          <a:bodyPr>
            <a:spAutoFit/>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F0E01FF5-E795-C58B-0B3D-23E618CF05C8}"/>
              </a:ext>
            </a:extLst>
          </p:cNvPr>
          <p:cNvSpPr>
            <a:spLocks noGrp="1"/>
          </p:cNvSpPr>
          <p:nvPr>
            <p:ph type="body" sz="quarter" idx="14"/>
          </p:nvPr>
        </p:nvSpPr>
        <p:spPr/>
        <p:txBody>
          <a:bodyPr/>
          <a:lstStyle/>
          <a:p>
            <a:r>
              <a:rPr lang="en-US" dirty="0"/>
              <a:t>Overview</a:t>
            </a:r>
          </a:p>
        </p:txBody>
      </p:sp>
      <p:sp>
        <p:nvSpPr>
          <p:cNvPr id="33" name="Freihandform: Form 32">
            <a:extLst>
              <a:ext uri="{FF2B5EF4-FFF2-40B4-BE49-F238E27FC236}">
                <a16:creationId xmlns:a16="http://schemas.microsoft.com/office/drawing/2014/main" id="{C3455BE6-86FF-BC86-6E8A-AF59BEC8F763}"/>
              </a:ext>
            </a:extLst>
          </p:cNvPr>
          <p:cNvSpPr/>
          <p:nvPr/>
        </p:nvSpPr>
        <p:spPr>
          <a:xfrm>
            <a:off x="4744766" y="2397153"/>
            <a:ext cx="2702467" cy="2233656"/>
          </a:xfrm>
          <a:custGeom>
            <a:avLst/>
            <a:gdLst>
              <a:gd name="connsiteX0" fmla="*/ 2607808 w 2702467"/>
              <a:gd name="connsiteY0" fmla="*/ 962810 h 2233656"/>
              <a:gd name="connsiteX1" fmla="*/ 2317806 w 2702467"/>
              <a:gd name="connsiteY1" fmla="*/ 423656 h 2233656"/>
              <a:gd name="connsiteX2" fmla="*/ 1581814 w 2702467"/>
              <a:gd name="connsiteY2" fmla="*/ 0 h 2233656"/>
              <a:gd name="connsiteX3" fmla="*/ 935282 w 2702467"/>
              <a:gd name="connsiteY3" fmla="*/ 0 h 2233656"/>
              <a:gd name="connsiteX4" fmla="*/ 94660 w 2702467"/>
              <a:gd name="connsiteY4" fmla="*/ 1270847 h 2233656"/>
              <a:gd name="connsiteX5" fmla="*/ 384662 w 2702467"/>
              <a:gd name="connsiteY5" fmla="*/ 1810001 h 2233656"/>
              <a:gd name="connsiteX6" fmla="*/ 1120654 w 2702467"/>
              <a:gd name="connsiteY6" fmla="*/ 2233657 h 2233656"/>
              <a:gd name="connsiteX7" fmla="*/ 1767185 w 2702467"/>
              <a:gd name="connsiteY7" fmla="*/ 2233657 h 2233656"/>
              <a:gd name="connsiteX8" fmla="*/ 2607808 w 2702467"/>
              <a:gd name="connsiteY8" fmla="*/ 962810 h 223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2467" h="2233656">
                <a:moveTo>
                  <a:pt x="2607808" y="962810"/>
                </a:moveTo>
                <a:lnTo>
                  <a:pt x="2317806" y="423656"/>
                </a:lnTo>
                <a:cubicBezTo>
                  <a:pt x="2176866" y="161484"/>
                  <a:pt x="1896181" y="0"/>
                  <a:pt x="1581814" y="0"/>
                </a:cubicBezTo>
                <a:lnTo>
                  <a:pt x="935282" y="0"/>
                </a:lnTo>
                <a:cubicBezTo>
                  <a:pt x="257816" y="0"/>
                  <a:pt x="-209196" y="706132"/>
                  <a:pt x="94660" y="1270847"/>
                </a:cubicBezTo>
                <a:lnTo>
                  <a:pt x="384662" y="1810001"/>
                </a:lnTo>
                <a:cubicBezTo>
                  <a:pt x="525721" y="2072173"/>
                  <a:pt x="806287" y="2233657"/>
                  <a:pt x="1120654" y="2233657"/>
                </a:cubicBezTo>
                <a:lnTo>
                  <a:pt x="1767185" y="2233657"/>
                </a:lnTo>
                <a:cubicBezTo>
                  <a:pt x="2444652" y="2233657"/>
                  <a:pt x="2911664" y="1527525"/>
                  <a:pt x="2607808" y="962810"/>
                </a:cubicBezTo>
                <a:close/>
              </a:path>
            </a:pathLst>
          </a:custGeom>
          <a:solidFill>
            <a:schemeClr val="tx1"/>
          </a:solidFill>
          <a:ln w="11944"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3E8BF33D-3B98-9FAD-17F2-D68215975F8F}"/>
              </a:ext>
            </a:extLst>
          </p:cNvPr>
          <p:cNvSpPr/>
          <p:nvPr/>
        </p:nvSpPr>
        <p:spPr>
          <a:xfrm>
            <a:off x="4592831" y="2271502"/>
            <a:ext cx="3006336" cy="2484720"/>
          </a:xfrm>
          <a:custGeom>
            <a:avLst/>
            <a:gdLst>
              <a:gd name="connsiteX0" fmla="*/ 2900921 w 3006336"/>
              <a:gd name="connsiteY0" fmla="*/ 1071142 h 2484720"/>
              <a:gd name="connsiteX1" fmla="*/ 2578312 w 3006336"/>
              <a:gd name="connsiteY1" fmla="*/ 471312 h 2484720"/>
              <a:gd name="connsiteX2" fmla="*/ 1759667 w 3006336"/>
              <a:gd name="connsiteY2" fmla="*/ 0 h 2484720"/>
              <a:gd name="connsiteX3" fmla="*/ 1040396 w 3006336"/>
              <a:gd name="connsiteY3" fmla="*/ 0 h 2484720"/>
              <a:gd name="connsiteX4" fmla="*/ 105297 w 3006336"/>
              <a:gd name="connsiteY4" fmla="*/ 1413579 h 2484720"/>
              <a:gd name="connsiteX5" fmla="*/ 427906 w 3006336"/>
              <a:gd name="connsiteY5" fmla="*/ 2013409 h 2484720"/>
              <a:gd name="connsiteX6" fmla="*/ 1246670 w 3006336"/>
              <a:gd name="connsiteY6" fmla="*/ 2484721 h 2484720"/>
              <a:gd name="connsiteX7" fmla="*/ 1965940 w 3006336"/>
              <a:gd name="connsiteY7" fmla="*/ 2484721 h 2484720"/>
              <a:gd name="connsiteX8" fmla="*/ 2901040 w 3006336"/>
              <a:gd name="connsiteY8" fmla="*/ 1071142 h 248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6336" h="2484720">
                <a:moveTo>
                  <a:pt x="2900921" y="1071142"/>
                </a:moveTo>
                <a:lnTo>
                  <a:pt x="2578312" y="471312"/>
                </a:lnTo>
                <a:cubicBezTo>
                  <a:pt x="2421487" y="179639"/>
                  <a:pt x="2109389" y="0"/>
                  <a:pt x="1759667" y="0"/>
                </a:cubicBezTo>
                <a:lnTo>
                  <a:pt x="1040396" y="0"/>
                </a:lnTo>
                <a:cubicBezTo>
                  <a:pt x="286846" y="0"/>
                  <a:pt x="-232720" y="785441"/>
                  <a:pt x="105297" y="1413579"/>
                </a:cubicBezTo>
                <a:lnTo>
                  <a:pt x="427906" y="2013409"/>
                </a:lnTo>
                <a:cubicBezTo>
                  <a:pt x="584731" y="2305082"/>
                  <a:pt x="896948" y="2484721"/>
                  <a:pt x="1246670" y="2484721"/>
                </a:cubicBezTo>
                <a:lnTo>
                  <a:pt x="1965940" y="2484721"/>
                </a:lnTo>
                <a:cubicBezTo>
                  <a:pt x="2719490" y="2484721"/>
                  <a:pt x="3239057" y="1699280"/>
                  <a:pt x="2901040" y="1071142"/>
                </a:cubicBezTo>
                <a:close/>
              </a:path>
            </a:pathLst>
          </a:custGeom>
          <a:noFill/>
          <a:ln w="19050" cap="flat">
            <a:solidFill>
              <a:schemeClr val="tx1"/>
            </a:solidFill>
            <a:prstDash val="sysDash"/>
            <a:miter/>
          </a:ln>
        </p:spPr>
        <p:txBody>
          <a:bodyPr rtlCol="0" anchor="ctr"/>
          <a:lstStyle/>
          <a:p>
            <a:endParaRPr lang="de-DE"/>
          </a:p>
        </p:txBody>
      </p:sp>
      <p:sp>
        <p:nvSpPr>
          <p:cNvPr id="39" name="TextBox 11">
            <a:extLst>
              <a:ext uri="{FF2B5EF4-FFF2-40B4-BE49-F238E27FC236}">
                <a16:creationId xmlns:a16="http://schemas.microsoft.com/office/drawing/2014/main" id="{3F70FE92-EB9B-B320-7684-953C64FA5726}"/>
              </a:ext>
            </a:extLst>
          </p:cNvPr>
          <p:cNvSpPr txBox="1"/>
          <p:nvPr/>
        </p:nvSpPr>
        <p:spPr>
          <a:xfrm>
            <a:off x="5165587" y="2986385"/>
            <a:ext cx="1859280" cy="923330"/>
          </a:xfrm>
          <a:prstGeom prst="rect">
            <a:avLst/>
          </a:prstGeom>
          <a:noFill/>
        </p:spPr>
        <p:txBody>
          <a:bodyPr vertOverflow="overflow" vert="horz" wrap="square" rtlCol="0" anchor="t" anchorCtr="0">
            <a:spAutoFit/>
          </a:bodyPr>
          <a:lstStyle/>
          <a:p>
            <a:pPr algn="l"/>
            <a:r>
              <a:rPr lang="en-US" sz="5400" b="1">
                <a:solidFill>
                  <a:schemeClr val="bg2"/>
                </a:solidFill>
                <a:latin typeface="Kurdis Wide" pitchFamily="50" charset="0"/>
              </a:rPr>
              <a:t>Hub</a:t>
            </a:r>
            <a:endParaRPr lang="en-US" sz="5400" b="1" dirty="0">
              <a:solidFill>
                <a:schemeClr val="bg2"/>
              </a:solidFill>
              <a:latin typeface="Kurdis Wide" pitchFamily="50" charset="0"/>
            </a:endParaRPr>
          </a:p>
        </p:txBody>
      </p:sp>
      <p:grpSp>
        <p:nvGrpSpPr>
          <p:cNvPr id="50" name="Gruppieren 49">
            <a:extLst>
              <a:ext uri="{FF2B5EF4-FFF2-40B4-BE49-F238E27FC236}">
                <a16:creationId xmlns:a16="http://schemas.microsoft.com/office/drawing/2014/main" id="{8F2BADA2-73E9-0326-8F79-6907D1798525}"/>
              </a:ext>
            </a:extLst>
          </p:cNvPr>
          <p:cNvGrpSpPr/>
          <p:nvPr/>
        </p:nvGrpSpPr>
        <p:grpSpPr>
          <a:xfrm>
            <a:off x="1969003" y="1593320"/>
            <a:ext cx="2694481" cy="1662391"/>
            <a:chOff x="1854758" y="1593320"/>
            <a:chExt cx="2694481" cy="1662391"/>
          </a:xfrm>
        </p:grpSpPr>
        <p:sp>
          <p:nvSpPr>
            <p:cNvPr id="31" name="Freihandform: Form 30">
              <a:extLst>
                <a:ext uri="{FF2B5EF4-FFF2-40B4-BE49-F238E27FC236}">
                  <a16:creationId xmlns:a16="http://schemas.microsoft.com/office/drawing/2014/main" id="{B0554C42-4DCC-76DE-534B-EFF7C814FA0A}"/>
                </a:ext>
              </a:extLst>
            </p:cNvPr>
            <p:cNvSpPr/>
            <p:nvPr/>
          </p:nvSpPr>
          <p:spPr>
            <a:xfrm rot="1392087">
              <a:off x="3133870" y="2774059"/>
              <a:ext cx="1415369" cy="11944"/>
            </a:xfrm>
            <a:custGeom>
              <a:avLst/>
              <a:gdLst>
                <a:gd name="connsiteX0" fmla="*/ 1415370 w 1415369"/>
                <a:gd name="connsiteY0" fmla="*/ 0 h 11944"/>
                <a:gd name="connsiteX1" fmla="*/ 0 w 1415369"/>
                <a:gd name="connsiteY1" fmla="*/ 0 h 11944"/>
              </a:gdLst>
              <a:ahLst/>
              <a:cxnLst>
                <a:cxn ang="0">
                  <a:pos x="connsiteX0" y="connsiteY0"/>
                </a:cxn>
                <a:cxn ang="0">
                  <a:pos x="connsiteX1" y="connsiteY1"/>
                </a:cxn>
              </a:cxnLst>
              <a:rect l="l" t="t" r="r" b="b"/>
              <a:pathLst>
                <a:path w="1415369" h="11944">
                  <a:moveTo>
                    <a:pt x="1415370" y="0"/>
                  </a:moveTo>
                  <a:lnTo>
                    <a:pt x="0" y="0"/>
                  </a:lnTo>
                </a:path>
              </a:pathLst>
            </a:custGeom>
            <a:noFill/>
            <a:ln w="19050" cap="flat">
              <a:solidFill>
                <a:schemeClr val="tx1"/>
              </a:solidFill>
              <a:prstDash val="sysDash"/>
              <a:miter/>
            </a:ln>
          </p:spPr>
          <p:txBody>
            <a:bodyPr rtlCol="0" anchor="ctr"/>
            <a:lstStyle/>
            <a:p>
              <a:endParaRPr lang="de-DE"/>
            </a:p>
          </p:txBody>
        </p:sp>
        <p:sp>
          <p:nvSpPr>
            <p:cNvPr id="37" name="Freihandform: Form 36">
              <a:extLst>
                <a:ext uri="{FF2B5EF4-FFF2-40B4-BE49-F238E27FC236}">
                  <a16:creationId xmlns:a16="http://schemas.microsoft.com/office/drawing/2014/main" id="{6DA41023-F245-EDD1-25C7-98A484CB5613}"/>
                </a:ext>
              </a:extLst>
            </p:cNvPr>
            <p:cNvSpPr/>
            <p:nvPr/>
          </p:nvSpPr>
          <p:spPr>
            <a:xfrm>
              <a:off x="1854758" y="1593320"/>
              <a:ext cx="2011341" cy="1662391"/>
            </a:xfrm>
            <a:custGeom>
              <a:avLst/>
              <a:gdLst>
                <a:gd name="connsiteX0" fmla="*/ 1657211 w 1717382"/>
                <a:gd name="connsiteY0" fmla="*/ 611894 h 1419431"/>
                <a:gd name="connsiteX1" fmla="*/ 1472914 w 1717382"/>
                <a:gd name="connsiteY1" fmla="*/ 269219 h 1419431"/>
                <a:gd name="connsiteX2" fmla="*/ 1005185 w 1717382"/>
                <a:gd name="connsiteY2" fmla="*/ 0 h 1419431"/>
                <a:gd name="connsiteX3" fmla="*/ 594310 w 1717382"/>
                <a:gd name="connsiteY3" fmla="*/ 0 h 1419431"/>
                <a:gd name="connsiteX4" fmla="*/ 60172 w 1717382"/>
                <a:gd name="connsiteY4" fmla="*/ 807537 h 1419431"/>
                <a:gd name="connsiteX5" fmla="*/ 244469 w 1717382"/>
                <a:gd name="connsiteY5" fmla="*/ 1150212 h 1419431"/>
                <a:gd name="connsiteX6" fmla="*/ 712198 w 1717382"/>
                <a:gd name="connsiteY6" fmla="*/ 1419431 h 1419431"/>
                <a:gd name="connsiteX7" fmla="*/ 1123073 w 1717382"/>
                <a:gd name="connsiteY7" fmla="*/ 1419431 h 1419431"/>
                <a:gd name="connsiteX8" fmla="*/ 1657211 w 1717382"/>
                <a:gd name="connsiteY8" fmla="*/ 611894 h 141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7382" h="1419431">
                  <a:moveTo>
                    <a:pt x="1657211" y="611894"/>
                  </a:moveTo>
                  <a:lnTo>
                    <a:pt x="1472914" y="269219"/>
                  </a:lnTo>
                  <a:cubicBezTo>
                    <a:pt x="1383334" y="102599"/>
                    <a:pt x="1205009" y="0"/>
                    <a:pt x="1005185" y="0"/>
                  </a:cubicBezTo>
                  <a:lnTo>
                    <a:pt x="594310" y="0"/>
                  </a:lnTo>
                  <a:cubicBezTo>
                    <a:pt x="163847" y="0"/>
                    <a:pt x="-132963" y="448619"/>
                    <a:pt x="60172" y="807537"/>
                  </a:cubicBezTo>
                  <a:lnTo>
                    <a:pt x="244469" y="1150212"/>
                  </a:lnTo>
                  <a:cubicBezTo>
                    <a:pt x="334049" y="1316831"/>
                    <a:pt x="512374" y="1419431"/>
                    <a:pt x="712198" y="1419431"/>
                  </a:cubicBezTo>
                  <a:lnTo>
                    <a:pt x="1123073" y="1419431"/>
                  </a:lnTo>
                  <a:cubicBezTo>
                    <a:pt x="1553536" y="1419431"/>
                    <a:pt x="1850346" y="970812"/>
                    <a:pt x="1657211" y="611894"/>
                  </a:cubicBezTo>
                  <a:close/>
                </a:path>
              </a:pathLst>
            </a:custGeom>
            <a:solidFill>
              <a:schemeClr val="accent1"/>
            </a:solidFill>
            <a:ln w="11944" cap="flat">
              <a:noFill/>
              <a:prstDash val="solid"/>
              <a:miter/>
            </a:ln>
          </p:spPr>
          <p:txBody>
            <a:bodyPr rtlCol="0" anchor="ctr"/>
            <a:lstStyle/>
            <a:p>
              <a:endParaRPr lang="de-DE"/>
            </a:p>
          </p:txBody>
        </p:sp>
        <p:sp>
          <p:nvSpPr>
            <p:cNvPr id="40" name="TextBox 15">
              <a:extLst>
                <a:ext uri="{FF2B5EF4-FFF2-40B4-BE49-F238E27FC236}">
                  <a16:creationId xmlns:a16="http://schemas.microsoft.com/office/drawing/2014/main" id="{8F51628E-00A5-204D-CA20-BEC0F78B518E}"/>
                </a:ext>
              </a:extLst>
            </p:cNvPr>
            <p:cNvSpPr txBox="1"/>
            <p:nvPr/>
          </p:nvSpPr>
          <p:spPr>
            <a:xfrm>
              <a:off x="1892688" y="2032815"/>
              <a:ext cx="1859280" cy="769441"/>
            </a:xfrm>
            <a:prstGeom prst="rect">
              <a:avLst/>
            </a:prstGeom>
            <a:noFill/>
          </p:spPr>
          <p:txBody>
            <a:bodyPr vertOverflow="overflow" vert="horz" wrap="square" rtlCol="0" anchor="t" anchorCtr="0">
              <a:spAutoFit/>
            </a:bodyPr>
            <a:lstStyle/>
            <a:p>
              <a:pPr algn="ctr"/>
              <a:r>
                <a:rPr lang="en-US" sz="2200" b="1" dirty="0">
                  <a:solidFill>
                    <a:schemeClr val="bg2"/>
                  </a:solidFill>
                  <a:latin typeface="Kurdis Wide" pitchFamily="50" charset="0"/>
                </a:rPr>
                <a:t>Account Service</a:t>
              </a:r>
            </a:p>
          </p:txBody>
        </p:sp>
      </p:grpSp>
      <p:grpSp>
        <p:nvGrpSpPr>
          <p:cNvPr id="53" name="Gruppieren 52">
            <a:extLst>
              <a:ext uri="{FF2B5EF4-FFF2-40B4-BE49-F238E27FC236}">
                <a16:creationId xmlns:a16="http://schemas.microsoft.com/office/drawing/2014/main" id="{190D195A-D44D-C861-947C-0061338E45F6}"/>
              </a:ext>
            </a:extLst>
          </p:cNvPr>
          <p:cNvGrpSpPr/>
          <p:nvPr/>
        </p:nvGrpSpPr>
        <p:grpSpPr>
          <a:xfrm>
            <a:off x="2468879" y="4162477"/>
            <a:ext cx="2320622" cy="2050135"/>
            <a:chOff x="2354634" y="4162477"/>
            <a:chExt cx="2320622" cy="2050135"/>
          </a:xfrm>
        </p:grpSpPr>
        <p:sp>
          <p:nvSpPr>
            <p:cNvPr id="29" name="Freihandform: Form 28">
              <a:extLst>
                <a:ext uri="{FF2B5EF4-FFF2-40B4-BE49-F238E27FC236}">
                  <a16:creationId xmlns:a16="http://schemas.microsoft.com/office/drawing/2014/main" id="{65B16D11-CFBB-99E0-ECE2-3C9D20B23568}"/>
                </a:ext>
              </a:extLst>
            </p:cNvPr>
            <p:cNvSpPr/>
            <p:nvPr/>
          </p:nvSpPr>
          <p:spPr>
            <a:xfrm rot="1312903">
              <a:off x="4043655" y="4162477"/>
              <a:ext cx="631601" cy="1418833"/>
            </a:xfrm>
            <a:custGeom>
              <a:avLst/>
              <a:gdLst>
                <a:gd name="connsiteX0" fmla="*/ 631601 w 631601"/>
                <a:gd name="connsiteY0" fmla="*/ 0 h 1418833"/>
                <a:gd name="connsiteX1" fmla="*/ 0 w 631601"/>
                <a:gd name="connsiteY1" fmla="*/ 1418834 h 1418833"/>
              </a:gdLst>
              <a:ahLst/>
              <a:cxnLst>
                <a:cxn ang="0">
                  <a:pos x="connsiteX0" y="connsiteY0"/>
                </a:cxn>
                <a:cxn ang="0">
                  <a:pos x="connsiteX1" y="connsiteY1"/>
                </a:cxn>
              </a:cxnLst>
              <a:rect l="l" t="t" r="r" b="b"/>
              <a:pathLst>
                <a:path w="631601" h="1418833">
                  <a:moveTo>
                    <a:pt x="631601" y="0"/>
                  </a:moveTo>
                  <a:lnTo>
                    <a:pt x="0" y="1418834"/>
                  </a:lnTo>
                </a:path>
              </a:pathLst>
            </a:custGeom>
            <a:noFill/>
            <a:ln w="19050" cap="flat">
              <a:solidFill>
                <a:schemeClr val="tx1"/>
              </a:solidFill>
              <a:prstDash val="sysDash"/>
              <a:miter/>
            </a:ln>
          </p:spPr>
          <p:txBody>
            <a:bodyPr rtlCol="0" anchor="ctr"/>
            <a:lstStyle/>
            <a:p>
              <a:endParaRPr lang="de-DE"/>
            </a:p>
          </p:txBody>
        </p:sp>
        <p:sp>
          <p:nvSpPr>
            <p:cNvPr id="46" name="Freihandform: Form 45">
              <a:extLst>
                <a:ext uri="{FF2B5EF4-FFF2-40B4-BE49-F238E27FC236}">
                  <a16:creationId xmlns:a16="http://schemas.microsoft.com/office/drawing/2014/main" id="{37F4CC06-8981-3CA4-2C36-CE01058333DB}"/>
                </a:ext>
              </a:extLst>
            </p:cNvPr>
            <p:cNvSpPr/>
            <p:nvPr/>
          </p:nvSpPr>
          <p:spPr>
            <a:xfrm>
              <a:off x="2354634" y="4550221"/>
              <a:ext cx="2011341" cy="1662391"/>
            </a:xfrm>
            <a:custGeom>
              <a:avLst/>
              <a:gdLst>
                <a:gd name="connsiteX0" fmla="*/ 1657211 w 1717382"/>
                <a:gd name="connsiteY0" fmla="*/ 611894 h 1419431"/>
                <a:gd name="connsiteX1" fmla="*/ 1472914 w 1717382"/>
                <a:gd name="connsiteY1" fmla="*/ 269219 h 1419431"/>
                <a:gd name="connsiteX2" fmla="*/ 1005185 w 1717382"/>
                <a:gd name="connsiteY2" fmla="*/ 0 h 1419431"/>
                <a:gd name="connsiteX3" fmla="*/ 594310 w 1717382"/>
                <a:gd name="connsiteY3" fmla="*/ 0 h 1419431"/>
                <a:gd name="connsiteX4" fmla="*/ 60172 w 1717382"/>
                <a:gd name="connsiteY4" fmla="*/ 807537 h 1419431"/>
                <a:gd name="connsiteX5" fmla="*/ 244469 w 1717382"/>
                <a:gd name="connsiteY5" fmla="*/ 1150212 h 1419431"/>
                <a:gd name="connsiteX6" fmla="*/ 712198 w 1717382"/>
                <a:gd name="connsiteY6" fmla="*/ 1419431 h 1419431"/>
                <a:gd name="connsiteX7" fmla="*/ 1123073 w 1717382"/>
                <a:gd name="connsiteY7" fmla="*/ 1419431 h 1419431"/>
                <a:gd name="connsiteX8" fmla="*/ 1657211 w 1717382"/>
                <a:gd name="connsiteY8" fmla="*/ 611894 h 141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7382" h="1419431">
                  <a:moveTo>
                    <a:pt x="1657211" y="611894"/>
                  </a:moveTo>
                  <a:lnTo>
                    <a:pt x="1472914" y="269219"/>
                  </a:lnTo>
                  <a:cubicBezTo>
                    <a:pt x="1383334" y="102599"/>
                    <a:pt x="1205009" y="0"/>
                    <a:pt x="1005185" y="0"/>
                  </a:cubicBezTo>
                  <a:lnTo>
                    <a:pt x="594310" y="0"/>
                  </a:lnTo>
                  <a:cubicBezTo>
                    <a:pt x="163847" y="0"/>
                    <a:pt x="-132963" y="448619"/>
                    <a:pt x="60172" y="807537"/>
                  </a:cubicBezTo>
                  <a:lnTo>
                    <a:pt x="244469" y="1150212"/>
                  </a:lnTo>
                  <a:cubicBezTo>
                    <a:pt x="334049" y="1316831"/>
                    <a:pt x="512374" y="1419431"/>
                    <a:pt x="712198" y="1419431"/>
                  </a:cubicBezTo>
                  <a:lnTo>
                    <a:pt x="1123073" y="1419431"/>
                  </a:lnTo>
                  <a:cubicBezTo>
                    <a:pt x="1553536" y="1419431"/>
                    <a:pt x="1850346" y="970812"/>
                    <a:pt x="1657211" y="611894"/>
                  </a:cubicBezTo>
                  <a:close/>
                </a:path>
              </a:pathLst>
            </a:custGeom>
            <a:solidFill>
              <a:schemeClr val="accent1"/>
            </a:solidFill>
            <a:ln w="11944" cap="flat">
              <a:noFill/>
              <a:prstDash val="solid"/>
              <a:miter/>
            </a:ln>
          </p:spPr>
          <p:txBody>
            <a:bodyPr rtlCol="0" anchor="ctr"/>
            <a:lstStyle/>
            <a:p>
              <a:endParaRPr lang="de-DE"/>
            </a:p>
          </p:txBody>
        </p:sp>
        <p:sp>
          <p:nvSpPr>
            <p:cNvPr id="41" name="TextBox 19">
              <a:extLst>
                <a:ext uri="{FF2B5EF4-FFF2-40B4-BE49-F238E27FC236}">
                  <a16:creationId xmlns:a16="http://schemas.microsoft.com/office/drawing/2014/main" id="{86B5052A-7B87-845F-1D79-90535DFF902F}"/>
                </a:ext>
              </a:extLst>
            </p:cNvPr>
            <p:cNvSpPr txBox="1"/>
            <p:nvPr/>
          </p:nvSpPr>
          <p:spPr>
            <a:xfrm>
              <a:off x="2397954" y="4996695"/>
              <a:ext cx="1859280" cy="769441"/>
            </a:xfrm>
            <a:prstGeom prst="rect">
              <a:avLst/>
            </a:prstGeom>
            <a:noFill/>
          </p:spPr>
          <p:txBody>
            <a:bodyPr vertOverflow="overflow" vert="horz" wrap="square" rtlCol="0" anchor="t" anchorCtr="0">
              <a:spAutoFit/>
            </a:bodyPr>
            <a:lstStyle/>
            <a:p>
              <a:pPr algn="ctr"/>
              <a:r>
                <a:rPr lang="en-US" sz="2200" b="1" dirty="0">
                  <a:solidFill>
                    <a:schemeClr val="bg2"/>
                  </a:solidFill>
                  <a:latin typeface="Kurdis Wide" pitchFamily="50" charset="0"/>
                </a:rPr>
                <a:t>Cloud </a:t>
              </a:r>
              <a:br>
                <a:rPr lang="en-US" sz="2200" b="1" dirty="0">
                  <a:solidFill>
                    <a:schemeClr val="bg2"/>
                  </a:solidFill>
                  <a:latin typeface="Kurdis Wide" pitchFamily="50" charset="0"/>
                </a:rPr>
              </a:br>
              <a:r>
                <a:rPr lang="en-US" sz="2200" b="1" dirty="0">
                  <a:solidFill>
                    <a:schemeClr val="bg2"/>
                  </a:solidFill>
                  <a:latin typeface="Kurdis Wide" pitchFamily="50" charset="0"/>
                </a:rPr>
                <a:t>ERP</a:t>
              </a:r>
            </a:p>
          </p:txBody>
        </p:sp>
      </p:grpSp>
      <p:grpSp>
        <p:nvGrpSpPr>
          <p:cNvPr id="51" name="Gruppieren 50">
            <a:extLst>
              <a:ext uri="{FF2B5EF4-FFF2-40B4-BE49-F238E27FC236}">
                <a16:creationId xmlns:a16="http://schemas.microsoft.com/office/drawing/2014/main" id="{93DC78D2-BBE0-954C-F01D-1DFB87241574}"/>
              </a:ext>
            </a:extLst>
          </p:cNvPr>
          <p:cNvGrpSpPr/>
          <p:nvPr/>
        </p:nvGrpSpPr>
        <p:grpSpPr>
          <a:xfrm>
            <a:off x="7063383" y="190167"/>
            <a:ext cx="2011341" cy="2419824"/>
            <a:chOff x="6949138" y="190167"/>
            <a:chExt cx="2011341" cy="2419824"/>
          </a:xfrm>
        </p:grpSpPr>
        <p:sp>
          <p:nvSpPr>
            <p:cNvPr id="30" name="Freihandform: Form 29">
              <a:extLst>
                <a:ext uri="{FF2B5EF4-FFF2-40B4-BE49-F238E27FC236}">
                  <a16:creationId xmlns:a16="http://schemas.microsoft.com/office/drawing/2014/main" id="{78B8B2C3-8CBE-21D5-2641-464F9F1CEA8D}"/>
                </a:ext>
              </a:extLst>
            </p:cNvPr>
            <p:cNvSpPr/>
            <p:nvPr/>
          </p:nvSpPr>
          <p:spPr>
            <a:xfrm rot="408945">
              <a:off x="7027757" y="1248728"/>
              <a:ext cx="610460" cy="1361263"/>
            </a:xfrm>
            <a:custGeom>
              <a:avLst/>
              <a:gdLst>
                <a:gd name="connsiteX0" fmla="*/ 610460 w 610460"/>
                <a:gd name="connsiteY0" fmla="*/ 0 h 1361263"/>
                <a:gd name="connsiteX1" fmla="*/ 0 w 610460"/>
                <a:gd name="connsiteY1" fmla="*/ 1361264 h 1361263"/>
              </a:gdLst>
              <a:ahLst/>
              <a:cxnLst>
                <a:cxn ang="0">
                  <a:pos x="connsiteX0" y="connsiteY0"/>
                </a:cxn>
                <a:cxn ang="0">
                  <a:pos x="connsiteX1" y="connsiteY1"/>
                </a:cxn>
              </a:cxnLst>
              <a:rect l="l" t="t" r="r" b="b"/>
              <a:pathLst>
                <a:path w="610460" h="1361263">
                  <a:moveTo>
                    <a:pt x="610460" y="0"/>
                  </a:moveTo>
                  <a:lnTo>
                    <a:pt x="0" y="1361264"/>
                  </a:lnTo>
                </a:path>
              </a:pathLst>
            </a:custGeom>
            <a:noFill/>
            <a:ln w="19050" cap="flat">
              <a:solidFill>
                <a:schemeClr val="tx1"/>
              </a:solidFill>
              <a:prstDash val="sysDash"/>
              <a:miter/>
            </a:ln>
          </p:spPr>
          <p:txBody>
            <a:bodyPr rtlCol="0" anchor="ctr"/>
            <a:lstStyle/>
            <a:p>
              <a:endParaRPr lang="de-DE"/>
            </a:p>
          </p:txBody>
        </p:sp>
        <p:sp>
          <p:nvSpPr>
            <p:cNvPr id="45" name="Freihandform: Form 44">
              <a:extLst>
                <a:ext uri="{FF2B5EF4-FFF2-40B4-BE49-F238E27FC236}">
                  <a16:creationId xmlns:a16="http://schemas.microsoft.com/office/drawing/2014/main" id="{9DFAA5F8-C050-96E4-FF06-AACF8974371B}"/>
                </a:ext>
              </a:extLst>
            </p:cNvPr>
            <p:cNvSpPr/>
            <p:nvPr/>
          </p:nvSpPr>
          <p:spPr>
            <a:xfrm>
              <a:off x="6949138" y="190167"/>
              <a:ext cx="2011341" cy="1662391"/>
            </a:xfrm>
            <a:custGeom>
              <a:avLst/>
              <a:gdLst>
                <a:gd name="connsiteX0" fmla="*/ 1657211 w 1717382"/>
                <a:gd name="connsiteY0" fmla="*/ 611894 h 1419431"/>
                <a:gd name="connsiteX1" fmla="*/ 1472914 w 1717382"/>
                <a:gd name="connsiteY1" fmla="*/ 269219 h 1419431"/>
                <a:gd name="connsiteX2" fmla="*/ 1005185 w 1717382"/>
                <a:gd name="connsiteY2" fmla="*/ 0 h 1419431"/>
                <a:gd name="connsiteX3" fmla="*/ 594310 w 1717382"/>
                <a:gd name="connsiteY3" fmla="*/ 0 h 1419431"/>
                <a:gd name="connsiteX4" fmla="*/ 60172 w 1717382"/>
                <a:gd name="connsiteY4" fmla="*/ 807537 h 1419431"/>
                <a:gd name="connsiteX5" fmla="*/ 244469 w 1717382"/>
                <a:gd name="connsiteY5" fmla="*/ 1150212 h 1419431"/>
                <a:gd name="connsiteX6" fmla="*/ 712198 w 1717382"/>
                <a:gd name="connsiteY6" fmla="*/ 1419431 h 1419431"/>
                <a:gd name="connsiteX7" fmla="*/ 1123073 w 1717382"/>
                <a:gd name="connsiteY7" fmla="*/ 1419431 h 1419431"/>
                <a:gd name="connsiteX8" fmla="*/ 1657211 w 1717382"/>
                <a:gd name="connsiteY8" fmla="*/ 611894 h 141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7382" h="1419431">
                  <a:moveTo>
                    <a:pt x="1657211" y="611894"/>
                  </a:moveTo>
                  <a:lnTo>
                    <a:pt x="1472914" y="269219"/>
                  </a:lnTo>
                  <a:cubicBezTo>
                    <a:pt x="1383334" y="102599"/>
                    <a:pt x="1205009" y="0"/>
                    <a:pt x="1005185" y="0"/>
                  </a:cubicBezTo>
                  <a:lnTo>
                    <a:pt x="594310" y="0"/>
                  </a:lnTo>
                  <a:cubicBezTo>
                    <a:pt x="163847" y="0"/>
                    <a:pt x="-132963" y="448619"/>
                    <a:pt x="60172" y="807537"/>
                  </a:cubicBezTo>
                  <a:lnTo>
                    <a:pt x="244469" y="1150212"/>
                  </a:lnTo>
                  <a:cubicBezTo>
                    <a:pt x="334049" y="1316831"/>
                    <a:pt x="512374" y="1419431"/>
                    <a:pt x="712198" y="1419431"/>
                  </a:cubicBezTo>
                  <a:lnTo>
                    <a:pt x="1123073" y="1419431"/>
                  </a:lnTo>
                  <a:cubicBezTo>
                    <a:pt x="1553536" y="1419431"/>
                    <a:pt x="1850346" y="970812"/>
                    <a:pt x="1657211" y="611894"/>
                  </a:cubicBezTo>
                  <a:close/>
                </a:path>
              </a:pathLst>
            </a:custGeom>
            <a:solidFill>
              <a:schemeClr val="accent1"/>
            </a:solidFill>
            <a:ln w="11944" cap="flat">
              <a:noFill/>
              <a:prstDash val="solid"/>
              <a:miter/>
            </a:ln>
          </p:spPr>
          <p:txBody>
            <a:bodyPr rtlCol="0" anchor="ctr"/>
            <a:lstStyle/>
            <a:p>
              <a:endParaRPr lang="de-DE"/>
            </a:p>
          </p:txBody>
        </p:sp>
        <p:sp>
          <p:nvSpPr>
            <p:cNvPr id="42" name="TextBox 23">
              <a:extLst>
                <a:ext uri="{FF2B5EF4-FFF2-40B4-BE49-F238E27FC236}">
                  <a16:creationId xmlns:a16="http://schemas.microsoft.com/office/drawing/2014/main" id="{6CD5F8D0-BF16-EC32-6324-AD6DF19C05F9}"/>
                </a:ext>
              </a:extLst>
            </p:cNvPr>
            <p:cNvSpPr txBox="1"/>
            <p:nvPr/>
          </p:nvSpPr>
          <p:spPr>
            <a:xfrm>
              <a:off x="7044006" y="677317"/>
              <a:ext cx="1859280" cy="769441"/>
            </a:xfrm>
            <a:prstGeom prst="rect">
              <a:avLst/>
            </a:prstGeom>
            <a:noFill/>
          </p:spPr>
          <p:txBody>
            <a:bodyPr vertOverflow="overflow" vert="horz" wrap="square" rtlCol="0" anchor="t" anchorCtr="0">
              <a:spAutoFit/>
            </a:bodyPr>
            <a:lstStyle/>
            <a:p>
              <a:pPr algn="ctr"/>
              <a:r>
                <a:rPr lang="en-US" sz="2200" b="1" dirty="0">
                  <a:solidFill>
                    <a:schemeClr val="bg2"/>
                  </a:solidFill>
                  <a:latin typeface="Kurdis Wide" pitchFamily="50" charset="0"/>
                </a:rPr>
                <a:t>Partner Portal</a:t>
              </a:r>
            </a:p>
          </p:txBody>
        </p:sp>
      </p:grpSp>
      <p:grpSp>
        <p:nvGrpSpPr>
          <p:cNvPr id="52" name="Gruppieren 51">
            <a:extLst>
              <a:ext uri="{FF2B5EF4-FFF2-40B4-BE49-F238E27FC236}">
                <a16:creationId xmlns:a16="http://schemas.microsoft.com/office/drawing/2014/main" id="{D6934ED9-5541-9F05-8DD7-489B81F51A3C}"/>
              </a:ext>
            </a:extLst>
          </p:cNvPr>
          <p:cNvGrpSpPr/>
          <p:nvPr/>
        </p:nvGrpSpPr>
        <p:grpSpPr>
          <a:xfrm>
            <a:off x="7567566" y="2535191"/>
            <a:ext cx="3114640" cy="1662391"/>
            <a:chOff x="7453321" y="2535191"/>
            <a:chExt cx="3114640" cy="1662391"/>
          </a:xfrm>
        </p:grpSpPr>
        <p:sp>
          <p:nvSpPr>
            <p:cNvPr id="32" name="Freihandform: Form 31">
              <a:extLst>
                <a:ext uri="{FF2B5EF4-FFF2-40B4-BE49-F238E27FC236}">
                  <a16:creationId xmlns:a16="http://schemas.microsoft.com/office/drawing/2014/main" id="{B9DBA5A3-A457-4C78-9FFF-E39B0ECB7E21}"/>
                </a:ext>
              </a:extLst>
            </p:cNvPr>
            <p:cNvSpPr/>
            <p:nvPr/>
          </p:nvSpPr>
          <p:spPr>
            <a:xfrm>
              <a:off x="7453321" y="3525866"/>
              <a:ext cx="1338211" cy="11944"/>
            </a:xfrm>
            <a:custGeom>
              <a:avLst/>
              <a:gdLst>
                <a:gd name="connsiteX0" fmla="*/ 1338211 w 1338211"/>
                <a:gd name="connsiteY0" fmla="*/ 0 h 11944"/>
                <a:gd name="connsiteX1" fmla="*/ 0 w 1338211"/>
                <a:gd name="connsiteY1" fmla="*/ 0 h 11944"/>
              </a:gdLst>
              <a:ahLst/>
              <a:cxnLst>
                <a:cxn ang="0">
                  <a:pos x="connsiteX0" y="connsiteY0"/>
                </a:cxn>
                <a:cxn ang="0">
                  <a:pos x="connsiteX1" y="connsiteY1"/>
                </a:cxn>
              </a:cxnLst>
              <a:rect l="l" t="t" r="r" b="b"/>
              <a:pathLst>
                <a:path w="1338211" h="11944">
                  <a:moveTo>
                    <a:pt x="1338211" y="0"/>
                  </a:moveTo>
                  <a:lnTo>
                    <a:pt x="0" y="0"/>
                  </a:lnTo>
                </a:path>
              </a:pathLst>
            </a:custGeom>
            <a:ln w="19050" cap="flat">
              <a:solidFill>
                <a:schemeClr val="tx1"/>
              </a:solidFill>
              <a:prstDash val="sysDash"/>
              <a:miter/>
            </a:ln>
          </p:spPr>
          <p:txBody>
            <a:bodyPr rtlCol="0" anchor="ctr"/>
            <a:lstStyle/>
            <a:p>
              <a:endParaRPr lang="de-DE"/>
            </a:p>
          </p:txBody>
        </p:sp>
        <p:sp>
          <p:nvSpPr>
            <p:cNvPr id="44" name="Freihandform: Form 43">
              <a:extLst>
                <a:ext uri="{FF2B5EF4-FFF2-40B4-BE49-F238E27FC236}">
                  <a16:creationId xmlns:a16="http://schemas.microsoft.com/office/drawing/2014/main" id="{09943EEE-1CDA-F68C-EEEE-3B12AED0FC40}"/>
                </a:ext>
              </a:extLst>
            </p:cNvPr>
            <p:cNvSpPr/>
            <p:nvPr/>
          </p:nvSpPr>
          <p:spPr>
            <a:xfrm>
              <a:off x="8556620" y="2535191"/>
              <a:ext cx="2011341" cy="1662391"/>
            </a:xfrm>
            <a:custGeom>
              <a:avLst/>
              <a:gdLst>
                <a:gd name="connsiteX0" fmla="*/ 1657211 w 1717382"/>
                <a:gd name="connsiteY0" fmla="*/ 611894 h 1419431"/>
                <a:gd name="connsiteX1" fmla="*/ 1472914 w 1717382"/>
                <a:gd name="connsiteY1" fmla="*/ 269219 h 1419431"/>
                <a:gd name="connsiteX2" fmla="*/ 1005185 w 1717382"/>
                <a:gd name="connsiteY2" fmla="*/ 0 h 1419431"/>
                <a:gd name="connsiteX3" fmla="*/ 594310 w 1717382"/>
                <a:gd name="connsiteY3" fmla="*/ 0 h 1419431"/>
                <a:gd name="connsiteX4" fmla="*/ 60172 w 1717382"/>
                <a:gd name="connsiteY4" fmla="*/ 807537 h 1419431"/>
                <a:gd name="connsiteX5" fmla="*/ 244469 w 1717382"/>
                <a:gd name="connsiteY5" fmla="*/ 1150212 h 1419431"/>
                <a:gd name="connsiteX6" fmla="*/ 712198 w 1717382"/>
                <a:gd name="connsiteY6" fmla="*/ 1419431 h 1419431"/>
                <a:gd name="connsiteX7" fmla="*/ 1123073 w 1717382"/>
                <a:gd name="connsiteY7" fmla="*/ 1419431 h 1419431"/>
                <a:gd name="connsiteX8" fmla="*/ 1657211 w 1717382"/>
                <a:gd name="connsiteY8" fmla="*/ 611894 h 141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7382" h="1419431">
                  <a:moveTo>
                    <a:pt x="1657211" y="611894"/>
                  </a:moveTo>
                  <a:lnTo>
                    <a:pt x="1472914" y="269219"/>
                  </a:lnTo>
                  <a:cubicBezTo>
                    <a:pt x="1383334" y="102599"/>
                    <a:pt x="1205009" y="0"/>
                    <a:pt x="1005185" y="0"/>
                  </a:cubicBezTo>
                  <a:lnTo>
                    <a:pt x="594310" y="0"/>
                  </a:lnTo>
                  <a:cubicBezTo>
                    <a:pt x="163847" y="0"/>
                    <a:pt x="-132963" y="448619"/>
                    <a:pt x="60172" y="807537"/>
                  </a:cubicBezTo>
                  <a:lnTo>
                    <a:pt x="244469" y="1150212"/>
                  </a:lnTo>
                  <a:cubicBezTo>
                    <a:pt x="334049" y="1316831"/>
                    <a:pt x="512374" y="1419431"/>
                    <a:pt x="712198" y="1419431"/>
                  </a:cubicBezTo>
                  <a:lnTo>
                    <a:pt x="1123073" y="1419431"/>
                  </a:lnTo>
                  <a:cubicBezTo>
                    <a:pt x="1553536" y="1419431"/>
                    <a:pt x="1850346" y="970812"/>
                    <a:pt x="1657211" y="611894"/>
                  </a:cubicBezTo>
                  <a:close/>
                </a:path>
              </a:pathLst>
            </a:custGeom>
            <a:solidFill>
              <a:schemeClr val="accent1"/>
            </a:solidFill>
            <a:ln w="11944" cap="flat">
              <a:noFill/>
              <a:prstDash val="solid"/>
              <a:miter/>
            </a:ln>
          </p:spPr>
          <p:txBody>
            <a:bodyPr rtlCol="0" anchor="ctr"/>
            <a:lstStyle/>
            <a:p>
              <a:endParaRPr lang="de-DE"/>
            </a:p>
          </p:txBody>
        </p:sp>
        <p:sp>
          <p:nvSpPr>
            <p:cNvPr id="43" name="TextBox 27">
              <a:extLst>
                <a:ext uri="{FF2B5EF4-FFF2-40B4-BE49-F238E27FC236}">
                  <a16:creationId xmlns:a16="http://schemas.microsoft.com/office/drawing/2014/main" id="{6B0CB35E-CD15-4887-E9F9-18EBFD00551F}"/>
                </a:ext>
              </a:extLst>
            </p:cNvPr>
            <p:cNvSpPr txBox="1"/>
            <p:nvPr/>
          </p:nvSpPr>
          <p:spPr>
            <a:xfrm>
              <a:off x="8632650" y="2946400"/>
              <a:ext cx="1859280" cy="769441"/>
            </a:xfrm>
            <a:prstGeom prst="rect">
              <a:avLst/>
            </a:prstGeom>
            <a:noFill/>
          </p:spPr>
          <p:txBody>
            <a:bodyPr vertOverflow="overflow" vert="horz" wrap="square" rtlCol="0" anchor="t" anchorCtr="0">
              <a:spAutoFit/>
            </a:bodyPr>
            <a:lstStyle/>
            <a:p>
              <a:pPr algn="ctr"/>
              <a:r>
                <a:rPr lang="en-US" sz="2200" b="1" dirty="0">
                  <a:solidFill>
                    <a:schemeClr val="bg2"/>
                  </a:solidFill>
                  <a:latin typeface="Kurdis Wide" pitchFamily="50" charset="0"/>
                </a:rPr>
                <a:t>App Store</a:t>
              </a:r>
            </a:p>
          </p:txBody>
        </p:sp>
      </p:grpSp>
      <p:pic>
        <p:nvPicPr>
          <p:cNvPr id="48" name="Grafik 47">
            <a:extLst>
              <a:ext uri="{FF2B5EF4-FFF2-40B4-BE49-F238E27FC236}">
                <a16:creationId xmlns:a16="http://schemas.microsoft.com/office/drawing/2014/main" id="{B45FC563-F27F-23D3-C107-41650D64FC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4811" y="2843581"/>
            <a:ext cx="537912" cy="174181"/>
          </a:xfrm>
          <a:prstGeom prst="rect">
            <a:avLst/>
          </a:prstGeom>
        </p:spPr>
      </p:pic>
    </p:spTree>
    <p:extLst>
      <p:ext uri="{BB962C8B-B14F-4D97-AF65-F5344CB8AC3E}">
        <p14:creationId xmlns:p14="http://schemas.microsoft.com/office/powerpoint/2010/main" val="355087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51F82D4-454F-86E4-F2EF-EF1B395130FA}"/>
              </a:ext>
            </a:extLst>
          </p:cNvPr>
          <p:cNvSpPr>
            <a:spLocks noGrp="1"/>
          </p:cNvSpPr>
          <p:nvPr>
            <p:ph type="body" sz="quarter" idx="10"/>
          </p:nvPr>
        </p:nvSpPr>
        <p:spPr>
          <a:xfrm>
            <a:off x="370585" y="1628775"/>
            <a:ext cx="3995675" cy="3842385"/>
          </a:xfrm>
        </p:spPr>
        <p:txBody>
          <a:bodyPr/>
          <a:lstStyle/>
          <a:p>
            <a:pPr marL="449263" indent="-449263">
              <a:lnSpc>
                <a:spcPct val="150000"/>
              </a:lnSpc>
              <a:spcBef>
                <a:spcPts val="0"/>
              </a:spcBef>
            </a:pPr>
            <a:r>
              <a:rPr lang="en-US" b="1" dirty="0"/>
              <a:t>Entry point into the JTL Cloud</a:t>
            </a:r>
          </a:p>
          <a:p>
            <a:pPr marL="449263" indent="-449263">
              <a:lnSpc>
                <a:spcPct val="150000"/>
              </a:lnSpc>
              <a:spcBef>
                <a:spcPts val="0"/>
              </a:spcBef>
              <a:spcAft>
                <a:spcPts val="600"/>
              </a:spcAft>
            </a:pPr>
            <a:r>
              <a:rPr lang="en-US" b="1" dirty="0"/>
              <a:t>Manage…</a:t>
            </a:r>
          </a:p>
          <a:p>
            <a:pPr marL="715963" lvl="2" indent="-252413">
              <a:lnSpc>
                <a:spcPct val="100000"/>
              </a:lnSpc>
              <a:spcBef>
                <a:spcPts val="0"/>
              </a:spcBef>
              <a:spcAft>
                <a:spcPts val="600"/>
              </a:spcAft>
              <a:buFont typeface="Arial" panose="020B0604020202020204" pitchFamily="34" charset="0"/>
              <a:buChar char="•"/>
            </a:pPr>
            <a:r>
              <a:rPr lang="en-US" dirty="0"/>
              <a:t>Apps</a:t>
            </a:r>
          </a:p>
          <a:p>
            <a:pPr marL="715963" lvl="2" indent="-252413">
              <a:lnSpc>
                <a:spcPct val="100000"/>
              </a:lnSpc>
              <a:spcBef>
                <a:spcPts val="0"/>
              </a:spcBef>
              <a:spcAft>
                <a:spcPts val="600"/>
              </a:spcAft>
              <a:buFont typeface="Arial" panose="020B0604020202020204" pitchFamily="34" charset="0"/>
              <a:buChar char="•"/>
            </a:pPr>
            <a:r>
              <a:rPr lang="en-US" dirty="0"/>
              <a:t>Employees &amp; roles</a:t>
            </a:r>
          </a:p>
          <a:p>
            <a:pPr marL="715963" lvl="2" indent="-252413">
              <a:lnSpc>
                <a:spcPct val="100000"/>
              </a:lnSpc>
              <a:spcBef>
                <a:spcPts val="0"/>
              </a:spcBef>
              <a:spcAft>
                <a:spcPts val="600"/>
              </a:spcAft>
              <a:buFont typeface="Arial" panose="020B0604020202020204" pitchFamily="34" charset="0"/>
              <a:buChar char="•"/>
            </a:pPr>
            <a:r>
              <a:rPr lang="en-US" dirty="0"/>
              <a:t>App permissions</a:t>
            </a:r>
          </a:p>
          <a:p>
            <a:pPr marL="449263" indent="-449263">
              <a:lnSpc>
                <a:spcPct val="100000"/>
              </a:lnSpc>
              <a:spcBef>
                <a:spcPts val="1200"/>
              </a:spcBef>
              <a:spcAft>
                <a:spcPts val="600"/>
              </a:spcAft>
            </a:pPr>
            <a:r>
              <a:rPr lang="en-US" b="1" dirty="0"/>
              <a:t>Check the connection status </a:t>
            </a:r>
            <a:br>
              <a:rPr lang="en-US" b="1" dirty="0"/>
            </a:br>
            <a:r>
              <a:rPr lang="en-US" b="1" dirty="0"/>
              <a:t>of JTL-Wawi</a:t>
            </a:r>
          </a:p>
        </p:txBody>
      </p:sp>
      <p:sp>
        <p:nvSpPr>
          <p:cNvPr id="11" name="Bildplatzhalter 10">
            <a:extLst>
              <a:ext uri="{FF2B5EF4-FFF2-40B4-BE49-F238E27FC236}">
                <a16:creationId xmlns:a16="http://schemas.microsoft.com/office/drawing/2014/main" id="{354F0577-FF79-BA39-CB68-73B04E971F45}"/>
              </a:ext>
            </a:extLst>
          </p:cNvPr>
          <p:cNvSpPr>
            <a:spLocks noGrp="1"/>
          </p:cNvSpPr>
          <p:nvPr>
            <p:ph type="pic" sz="quarter" idx="21"/>
          </p:nvPr>
        </p:nvSpPr>
        <p:spPr/>
        <p:txBody>
          <a:bodyPr/>
          <a:lstStyle/>
          <a:p>
            <a:r>
              <a:rPr lang="de-DE" dirty="0"/>
              <a:t> </a:t>
            </a:r>
          </a:p>
        </p:txBody>
      </p:sp>
      <p:sp>
        <p:nvSpPr>
          <p:cNvPr id="4" name="Date Placeholder 3">
            <a:extLst>
              <a:ext uri="{FF2B5EF4-FFF2-40B4-BE49-F238E27FC236}">
                <a16:creationId xmlns:a16="http://schemas.microsoft.com/office/drawing/2014/main" id="{98610BDE-2B74-9887-9B91-F2C5E80E385C}"/>
              </a:ext>
            </a:extLst>
          </p:cNvPr>
          <p:cNvSpPr>
            <a:spLocks noGrp="1"/>
          </p:cNvSpPr>
          <p:nvPr>
            <p:ph type="dt" sz="half" idx="22"/>
          </p:nvPr>
        </p:nvSpPr>
        <p:spPr/>
        <p:txBody>
          <a:bodyPr/>
          <a:lstStyle/>
          <a:p>
            <a:fld id="{81AE2C9C-3786-417B-8482-079AF5D18F3B}" type="datetime1">
              <a:rPr lang="de-DE" smtClean="0"/>
              <a:t>28.05.26</a:t>
            </a:fld>
            <a:endParaRPr lang="de-DE"/>
          </a:p>
        </p:txBody>
      </p:sp>
      <p:sp>
        <p:nvSpPr>
          <p:cNvPr id="5" name="Footer Placeholder 4">
            <a:extLst>
              <a:ext uri="{FF2B5EF4-FFF2-40B4-BE49-F238E27FC236}">
                <a16:creationId xmlns:a16="http://schemas.microsoft.com/office/drawing/2014/main" id="{4CD0B116-964A-879D-DA9E-3332566029C8}"/>
              </a:ext>
            </a:extLst>
          </p:cNvPr>
          <p:cNvSpPr>
            <a:spLocks noGrp="1"/>
          </p:cNvSpPr>
          <p:nvPr>
            <p:ph type="ftr" sz="quarter" idx="23"/>
          </p:nvPr>
        </p:nvSpPr>
        <p:spPr/>
        <p:txBody>
          <a:bodyPr/>
          <a:lstStyle/>
          <a:p>
            <a:r>
              <a:rPr lang="de-DE"/>
              <a:t>Hackathon 2026</a:t>
            </a:r>
          </a:p>
        </p:txBody>
      </p:sp>
      <p:sp>
        <p:nvSpPr>
          <p:cNvPr id="2" name="Text Placeholder 1">
            <a:extLst>
              <a:ext uri="{FF2B5EF4-FFF2-40B4-BE49-F238E27FC236}">
                <a16:creationId xmlns:a16="http://schemas.microsoft.com/office/drawing/2014/main" id="{3C42ECC0-3D20-1561-698B-B2F2D3761E93}"/>
              </a:ext>
            </a:extLst>
          </p:cNvPr>
          <p:cNvSpPr>
            <a:spLocks noGrp="1"/>
          </p:cNvSpPr>
          <p:nvPr>
            <p:ph type="body" sz="quarter" idx="15"/>
          </p:nvPr>
        </p:nvSpPr>
        <p:spPr/>
        <p:txBody>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8FEE3494-0A27-D4A7-60BA-9531E7279B32}"/>
              </a:ext>
            </a:extLst>
          </p:cNvPr>
          <p:cNvSpPr>
            <a:spLocks noGrp="1"/>
          </p:cNvSpPr>
          <p:nvPr>
            <p:ph type="body" sz="quarter" idx="14"/>
          </p:nvPr>
        </p:nvSpPr>
        <p:spPr>
          <a:xfrm>
            <a:off x="356835" y="631484"/>
            <a:ext cx="11474803" cy="340093"/>
          </a:xfrm>
        </p:spPr>
        <p:txBody>
          <a:bodyPr>
            <a:spAutoFit/>
          </a:bodyPr>
          <a:lstStyle/>
          <a:p>
            <a:r>
              <a:rPr lang="en-US" dirty="0"/>
              <a:t>JTL Hub</a:t>
            </a:r>
          </a:p>
        </p:txBody>
      </p:sp>
      <p:pic>
        <p:nvPicPr>
          <p:cNvPr id="9" name="Grafik 8" descr="Ein Bild, das Text, Screenshot, Software, Webseite enthält.&#10;&#10;KI-generierte Inhalte können fehlerhaft sein.">
            <a:extLst>
              <a:ext uri="{FF2B5EF4-FFF2-40B4-BE49-F238E27FC236}">
                <a16:creationId xmlns:a16="http://schemas.microsoft.com/office/drawing/2014/main" id="{4AEE6D8C-6F13-9DB4-B398-6B2EF8CD7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5981" y="1103543"/>
            <a:ext cx="6855657" cy="5252982"/>
          </a:xfrm>
          <a:prstGeom prst="roundRect">
            <a:avLst>
              <a:gd name="adj" fmla="val 2306"/>
            </a:avLst>
          </a:prstGeom>
        </p:spPr>
      </p:pic>
    </p:spTree>
    <p:extLst>
      <p:ext uri="{BB962C8B-B14F-4D97-AF65-F5344CB8AC3E}">
        <p14:creationId xmlns:p14="http://schemas.microsoft.com/office/powerpoint/2010/main" val="785113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68C1-1682-D310-9888-88E611F62486}"/>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FCF98BEF-EA1A-3BE2-8BD3-6DE5AB009123}"/>
              </a:ext>
            </a:extLst>
          </p:cNvPr>
          <p:cNvSpPr>
            <a:spLocks noGrp="1"/>
          </p:cNvSpPr>
          <p:nvPr>
            <p:ph type="body" sz="quarter" idx="10"/>
          </p:nvPr>
        </p:nvSpPr>
        <p:spPr>
          <a:xfrm>
            <a:off x="370585" y="1628775"/>
            <a:ext cx="3995675" cy="3842385"/>
          </a:xfrm>
        </p:spPr>
        <p:txBody>
          <a:bodyPr/>
          <a:lstStyle/>
          <a:p>
            <a:pPr marL="449263" indent="-449263">
              <a:lnSpc>
                <a:spcPct val="150000"/>
              </a:lnSpc>
              <a:spcBef>
                <a:spcPts val="0"/>
              </a:spcBef>
            </a:pPr>
            <a:r>
              <a:rPr lang="en-US" b="1" dirty="0"/>
              <a:t>Manage the JTL-ID</a:t>
            </a:r>
          </a:p>
          <a:p>
            <a:pPr marL="715963" lvl="2" indent="-252413">
              <a:lnSpc>
                <a:spcPct val="100000"/>
              </a:lnSpc>
              <a:spcBef>
                <a:spcPts val="0"/>
              </a:spcBef>
              <a:spcAft>
                <a:spcPts val="600"/>
              </a:spcAft>
              <a:buFont typeface="Arial" panose="020B0604020202020204" pitchFamily="34" charset="0"/>
              <a:buChar char="•"/>
            </a:pPr>
            <a:r>
              <a:rPr lang="en-US" dirty="0"/>
              <a:t>Set account details</a:t>
            </a:r>
          </a:p>
          <a:p>
            <a:pPr marL="715963" lvl="2" indent="-252413">
              <a:lnSpc>
                <a:spcPct val="100000"/>
              </a:lnSpc>
              <a:spcBef>
                <a:spcPts val="0"/>
              </a:spcBef>
              <a:spcAft>
                <a:spcPts val="600"/>
              </a:spcAft>
              <a:buFont typeface="Arial" panose="020B0604020202020204" pitchFamily="34" charset="0"/>
              <a:buChar char="•"/>
            </a:pPr>
            <a:r>
              <a:rPr lang="en-US" dirty="0"/>
              <a:t>Change email address</a:t>
            </a:r>
          </a:p>
          <a:p>
            <a:pPr marL="715963" lvl="2" indent="-252413">
              <a:lnSpc>
                <a:spcPct val="100000"/>
              </a:lnSpc>
              <a:spcBef>
                <a:spcPts val="0"/>
              </a:spcBef>
              <a:spcAft>
                <a:spcPts val="600"/>
              </a:spcAft>
              <a:buFont typeface="Arial" panose="020B0604020202020204" pitchFamily="34" charset="0"/>
              <a:buChar char="•"/>
            </a:pPr>
            <a:r>
              <a:rPr lang="en-US" dirty="0"/>
              <a:t>Adjust security factors</a:t>
            </a:r>
          </a:p>
        </p:txBody>
      </p:sp>
      <p:sp>
        <p:nvSpPr>
          <p:cNvPr id="11" name="Bildplatzhalter 10">
            <a:extLst>
              <a:ext uri="{FF2B5EF4-FFF2-40B4-BE49-F238E27FC236}">
                <a16:creationId xmlns:a16="http://schemas.microsoft.com/office/drawing/2014/main" id="{4E940A8A-FE6F-5D21-9A47-85A957A652F7}"/>
              </a:ext>
            </a:extLst>
          </p:cNvPr>
          <p:cNvSpPr>
            <a:spLocks noGrp="1"/>
          </p:cNvSpPr>
          <p:nvPr>
            <p:ph type="pic" sz="quarter" idx="21"/>
          </p:nvPr>
        </p:nvSpPr>
        <p:spPr/>
        <p:txBody>
          <a:bodyPr/>
          <a:lstStyle/>
          <a:p>
            <a:r>
              <a:rPr lang="de-DE" dirty="0"/>
              <a:t> </a:t>
            </a:r>
          </a:p>
        </p:txBody>
      </p:sp>
      <p:sp>
        <p:nvSpPr>
          <p:cNvPr id="4" name="Date Placeholder 3">
            <a:extLst>
              <a:ext uri="{FF2B5EF4-FFF2-40B4-BE49-F238E27FC236}">
                <a16:creationId xmlns:a16="http://schemas.microsoft.com/office/drawing/2014/main" id="{5BE8AE4B-0942-468C-F878-4FF1C021ECEA}"/>
              </a:ext>
            </a:extLst>
          </p:cNvPr>
          <p:cNvSpPr>
            <a:spLocks noGrp="1"/>
          </p:cNvSpPr>
          <p:nvPr>
            <p:ph type="dt" sz="half" idx="22"/>
          </p:nvPr>
        </p:nvSpPr>
        <p:spPr/>
        <p:txBody>
          <a:bodyPr/>
          <a:lstStyle/>
          <a:p>
            <a:fld id="{81AE2C9C-3786-417B-8482-079AF5D18F3B}" type="datetime1">
              <a:rPr lang="de-DE" smtClean="0"/>
              <a:t>28.05.26</a:t>
            </a:fld>
            <a:endParaRPr lang="de-DE"/>
          </a:p>
        </p:txBody>
      </p:sp>
      <p:sp>
        <p:nvSpPr>
          <p:cNvPr id="5" name="Footer Placeholder 4">
            <a:extLst>
              <a:ext uri="{FF2B5EF4-FFF2-40B4-BE49-F238E27FC236}">
                <a16:creationId xmlns:a16="http://schemas.microsoft.com/office/drawing/2014/main" id="{1AC192F3-845A-07A0-2723-4C814955A774}"/>
              </a:ext>
            </a:extLst>
          </p:cNvPr>
          <p:cNvSpPr>
            <a:spLocks noGrp="1"/>
          </p:cNvSpPr>
          <p:nvPr>
            <p:ph type="ftr" sz="quarter" idx="23"/>
          </p:nvPr>
        </p:nvSpPr>
        <p:spPr/>
        <p:txBody>
          <a:bodyPr/>
          <a:lstStyle/>
          <a:p>
            <a:r>
              <a:rPr lang="de-DE"/>
              <a:t>Hackathon 2026</a:t>
            </a:r>
          </a:p>
        </p:txBody>
      </p:sp>
      <p:sp>
        <p:nvSpPr>
          <p:cNvPr id="2" name="Text Placeholder 1">
            <a:extLst>
              <a:ext uri="{FF2B5EF4-FFF2-40B4-BE49-F238E27FC236}">
                <a16:creationId xmlns:a16="http://schemas.microsoft.com/office/drawing/2014/main" id="{FA1DA0B1-4F4A-44F3-6776-ADB9BCEDF9E0}"/>
              </a:ext>
            </a:extLst>
          </p:cNvPr>
          <p:cNvSpPr>
            <a:spLocks noGrp="1"/>
          </p:cNvSpPr>
          <p:nvPr>
            <p:ph type="body" sz="quarter" idx="15"/>
          </p:nvPr>
        </p:nvSpPr>
        <p:spPr/>
        <p:txBody>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A0015122-781E-2CAC-ADA6-11DEC8B71B4E}"/>
              </a:ext>
            </a:extLst>
          </p:cNvPr>
          <p:cNvSpPr>
            <a:spLocks noGrp="1"/>
          </p:cNvSpPr>
          <p:nvPr>
            <p:ph type="body" sz="quarter" idx="14"/>
          </p:nvPr>
        </p:nvSpPr>
        <p:spPr>
          <a:xfrm>
            <a:off x="356835" y="631484"/>
            <a:ext cx="11474803" cy="340093"/>
          </a:xfrm>
        </p:spPr>
        <p:txBody>
          <a:bodyPr>
            <a:spAutoFit/>
          </a:bodyPr>
          <a:lstStyle/>
          <a:p>
            <a:r>
              <a:rPr lang="en-US" dirty="0"/>
              <a:t>JTL Account Service</a:t>
            </a:r>
          </a:p>
        </p:txBody>
      </p:sp>
      <p:pic>
        <p:nvPicPr>
          <p:cNvPr id="9" name="Grafik 8">
            <a:extLst>
              <a:ext uri="{FF2B5EF4-FFF2-40B4-BE49-F238E27FC236}">
                <a16:creationId xmlns:a16="http://schemas.microsoft.com/office/drawing/2014/main" id="{712B5C05-1E5A-9DED-A7C4-34CD09DAF4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5981" y="1103543"/>
            <a:ext cx="6855657" cy="5252982"/>
          </a:xfrm>
          <a:prstGeom prst="roundRect">
            <a:avLst>
              <a:gd name="adj" fmla="val 2306"/>
            </a:avLst>
          </a:prstGeom>
        </p:spPr>
      </p:pic>
      <p:sp>
        <p:nvSpPr>
          <p:cNvPr id="3" name="Rechteck 2">
            <a:extLst>
              <a:ext uri="{FF2B5EF4-FFF2-40B4-BE49-F238E27FC236}">
                <a16:creationId xmlns:a16="http://schemas.microsoft.com/office/drawing/2014/main" id="{420604C0-DD6C-F6B1-9FC0-D5A3B09709C5}"/>
              </a:ext>
            </a:extLst>
          </p:cNvPr>
          <p:cNvSpPr/>
          <p:nvPr/>
        </p:nvSpPr>
        <p:spPr>
          <a:xfrm>
            <a:off x="8697188" y="437848"/>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6" name="Rechteck 5">
            <a:extLst>
              <a:ext uri="{FF2B5EF4-FFF2-40B4-BE49-F238E27FC236}">
                <a16:creationId xmlns:a16="http://schemas.microsoft.com/office/drawing/2014/main" id="{374F2B91-1D37-59E6-93D3-C9CD187CE17D}"/>
              </a:ext>
            </a:extLst>
          </p:cNvPr>
          <p:cNvSpPr/>
          <p:nvPr/>
        </p:nvSpPr>
        <p:spPr>
          <a:xfrm>
            <a:off x="9126042" y="437848"/>
            <a:ext cx="457199" cy="342900"/>
          </a:xfrm>
          <a:prstGeom prst="rect">
            <a:avLst/>
          </a:prstGeom>
          <a:solidFill>
            <a:schemeClr val="bg1"/>
          </a:solidFill>
          <a:ln w="15990" cap="flat">
            <a:noFill/>
            <a:prstDash val="solid"/>
            <a:miter/>
          </a:ln>
        </p:spPr>
        <p:txBody>
          <a:bodyPr rtlCol="0" anchor="ctr"/>
          <a:lstStyle/>
          <a:p>
            <a:pPr algn="l"/>
            <a:endParaRPr lang="de-DE"/>
          </a:p>
        </p:txBody>
      </p:sp>
    </p:spTree>
    <p:extLst>
      <p:ext uri="{BB962C8B-B14F-4D97-AF65-F5344CB8AC3E}">
        <p14:creationId xmlns:p14="http://schemas.microsoft.com/office/powerpoint/2010/main" val="3476258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C6908-3019-B6C5-D300-9F6504B57598}"/>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DDF37347-93ED-652F-361F-4B53A96D5BAC}"/>
              </a:ext>
            </a:extLst>
          </p:cNvPr>
          <p:cNvSpPr>
            <a:spLocks noGrp="1"/>
          </p:cNvSpPr>
          <p:nvPr>
            <p:ph type="body" sz="quarter" idx="10"/>
          </p:nvPr>
        </p:nvSpPr>
        <p:spPr>
          <a:xfrm>
            <a:off x="370585" y="1428751"/>
            <a:ext cx="3995675" cy="4591050"/>
          </a:xfrm>
        </p:spPr>
        <p:txBody>
          <a:bodyPr/>
          <a:lstStyle/>
          <a:p>
            <a:pPr marL="449263" indent="-449263">
              <a:lnSpc>
                <a:spcPct val="150000"/>
              </a:lnSpc>
              <a:spcBef>
                <a:spcPts val="0"/>
              </a:spcBef>
            </a:pPr>
            <a:r>
              <a:rPr lang="en-US" b="1" dirty="0"/>
              <a:t>The web app for Wawi</a:t>
            </a:r>
          </a:p>
          <a:p>
            <a:pPr marL="715963" lvl="2" indent="-252413">
              <a:lnSpc>
                <a:spcPct val="100000"/>
              </a:lnSpc>
              <a:spcBef>
                <a:spcPts val="0"/>
              </a:spcBef>
              <a:spcAft>
                <a:spcPts val="600"/>
              </a:spcAft>
              <a:buFont typeface="Arial" panose="020B0604020202020204" pitchFamily="34" charset="0"/>
              <a:buChar char="•"/>
            </a:pPr>
            <a:r>
              <a:rPr lang="en-US" dirty="0"/>
              <a:t>Items</a:t>
            </a:r>
          </a:p>
          <a:p>
            <a:pPr marL="715963" lvl="2" indent="-252413">
              <a:lnSpc>
                <a:spcPct val="100000"/>
              </a:lnSpc>
              <a:spcBef>
                <a:spcPts val="0"/>
              </a:spcBef>
              <a:spcAft>
                <a:spcPts val="600"/>
              </a:spcAft>
              <a:buFont typeface="Arial" panose="020B0604020202020204" pitchFamily="34" charset="0"/>
              <a:buChar char="•"/>
            </a:pPr>
            <a:r>
              <a:rPr lang="en-US" dirty="0"/>
              <a:t>Customers</a:t>
            </a:r>
          </a:p>
          <a:p>
            <a:pPr marL="715963" lvl="2" indent="-252413">
              <a:lnSpc>
                <a:spcPct val="100000"/>
              </a:lnSpc>
              <a:spcBef>
                <a:spcPts val="0"/>
              </a:spcBef>
              <a:spcAft>
                <a:spcPts val="600"/>
              </a:spcAft>
              <a:buFont typeface="Arial" panose="020B0604020202020204" pitchFamily="34" charset="0"/>
              <a:buChar char="•"/>
            </a:pPr>
            <a:r>
              <a:rPr lang="en-US" dirty="0"/>
              <a:t>Orders</a:t>
            </a:r>
          </a:p>
          <a:p>
            <a:pPr marL="715963" lvl="2" indent="-252413">
              <a:lnSpc>
                <a:spcPct val="100000"/>
              </a:lnSpc>
              <a:spcBef>
                <a:spcPts val="0"/>
              </a:spcBef>
              <a:spcAft>
                <a:spcPts val="600"/>
              </a:spcAft>
              <a:buFont typeface="Arial" panose="020B0604020202020204" pitchFamily="34" charset="0"/>
              <a:buChar char="•"/>
            </a:pPr>
            <a:r>
              <a:rPr lang="en-US" dirty="0"/>
              <a:t>Invoices</a:t>
            </a:r>
          </a:p>
          <a:p>
            <a:pPr marL="715963" lvl="2" indent="-252413">
              <a:lnSpc>
                <a:spcPct val="100000"/>
              </a:lnSpc>
              <a:spcBef>
                <a:spcPts val="0"/>
              </a:spcBef>
              <a:spcAft>
                <a:spcPts val="600"/>
              </a:spcAft>
              <a:buFont typeface="Arial" panose="020B0604020202020204" pitchFamily="34" charset="0"/>
              <a:buChar char="•"/>
            </a:pPr>
            <a:r>
              <a:rPr lang="en-US" dirty="0"/>
              <a:t>Quotes</a:t>
            </a:r>
          </a:p>
          <a:p>
            <a:pPr marL="715963" lvl="2" indent="-252413">
              <a:lnSpc>
                <a:spcPct val="100000"/>
              </a:lnSpc>
              <a:spcBef>
                <a:spcPts val="0"/>
              </a:spcBef>
              <a:spcAft>
                <a:spcPts val="1200"/>
              </a:spcAft>
              <a:buFont typeface="Arial" panose="020B0604020202020204" pitchFamily="34" charset="0"/>
              <a:buChar char="•"/>
            </a:pPr>
            <a:r>
              <a:rPr lang="en-US" dirty="0"/>
              <a:t>Apps</a:t>
            </a:r>
          </a:p>
          <a:p>
            <a:pPr marL="449263" indent="-449263">
              <a:lnSpc>
                <a:spcPct val="100000"/>
              </a:lnSpc>
              <a:spcBef>
                <a:spcPts val="0"/>
              </a:spcBef>
            </a:pPr>
            <a:r>
              <a:rPr lang="en-US" b="1" dirty="0"/>
              <a:t>Requires an active connection to a Wawi</a:t>
            </a:r>
          </a:p>
          <a:p>
            <a:pPr marL="449263" indent="-449263">
              <a:lnSpc>
                <a:spcPct val="100000"/>
              </a:lnSpc>
              <a:spcBef>
                <a:spcPts val="0"/>
              </a:spcBef>
            </a:pPr>
            <a:r>
              <a:rPr lang="en-US" b="1" dirty="0"/>
              <a:t>The first pre-installed app of the JTL Cloud Platform (more coming soon)</a:t>
            </a:r>
          </a:p>
        </p:txBody>
      </p:sp>
      <p:sp>
        <p:nvSpPr>
          <p:cNvPr id="11" name="Bildplatzhalter 10">
            <a:extLst>
              <a:ext uri="{FF2B5EF4-FFF2-40B4-BE49-F238E27FC236}">
                <a16:creationId xmlns:a16="http://schemas.microsoft.com/office/drawing/2014/main" id="{66051ABA-6DD4-2D68-0657-7DAF026585E5}"/>
              </a:ext>
            </a:extLst>
          </p:cNvPr>
          <p:cNvSpPr>
            <a:spLocks noGrp="1"/>
          </p:cNvSpPr>
          <p:nvPr>
            <p:ph type="pic" sz="quarter" idx="21"/>
          </p:nvPr>
        </p:nvSpPr>
        <p:spPr/>
        <p:txBody>
          <a:bodyPr/>
          <a:lstStyle/>
          <a:p>
            <a:r>
              <a:rPr lang="de-DE" dirty="0"/>
              <a:t> </a:t>
            </a:r>
          </a:p>
        </p:txBody>
      </p:sp>
      <p:sp>
        <p:nvSpPr>
          <p:cNvPr id="4" name="Date Placeholder 3">
            <a:extLst>
              <a:ext uri="{FF2B5EF4-FFF2-40B4-BE49-F238E27FC236}">
                <a16:creationId xmlns:a16="http://schemas.microsoft.com/office/drawing/2014/main" id="{A0E74121-8C44-28CD-7B46-0A23CEF1E6AA}"/>
              </a:ext>
            </a:extLst>
          </p:cNvPr>
          <p:cNvSpPr>
            <a:spLocks noGrp="1"/>
          </p:cNvSpPr>
          <p:nvPr>
            <p:ph type="dt" sz="half" idx="22"/>
          </p:nvPr>
        </p:nvSpPr>
        <p:spPr/>
        <p:txBody>
          <a:bodyPr/>
          <a:lstStyle/>
          <a:p>
            <a:fld id="{81AE2C9C-3786-417B-8482-079AF5D18F3B}" type="datetime1">
              <a:rPr lang="de-DE" smtClean="0"/>
              <a:t>28.05.26</a:t>
            </a:fld>
            <a:endParaRPr lang="de-DE"/>
          </a:p>
        </p:txBody>
      </p:sp>
      <p:sp>
        <p:nvSpPr>
          <p:cNvPr id="5" name="Footer Placeholder 4">
            <a:extLst>
              <a:ext uri="{FF2B5EF4-FFF2-40B4-BE49-F238E27FC236}">
                <a16:creationId xmlns:a16="http://schemas.microsoft.com/office/drawing/2014/main" id="{39B1243F-A10B-5620-5C73-76D12587AB85}"/>
              </a:ext>
            </a:extLst>
          </p:cNvPr>
          <p:cNvSpPr>
            <a:spLocks noGrp="1"/>
          </p:cNvSpPr>
          <p:nvPr>
            <p:ph type="ftr" sz="quarter" idx="23"/>
          </p:nvPr>
        </p:nvSpPr>
        <p:spPr/>
        <p:txBody>
          <a:bodyPr/>
          <a:lstStyle/>
          <a:p>
            <a:r>
              <a:rPr lang="de-DE"/>
              <a:t>Hackathon 2026</a:t>
            </a:r>
          </a:p>
        </p:txBody>
      </p:sp>
      <p:sp>
        <p:nvSpPr>
          <p:cNvPr id="2" name="Text Placeholder 1">
            <a:extLst>
              <a:ext uri="{FF2B5EF4-FFF2-40B4-BE49-F238E27FC236}">
                <a16:creationId xmlns:a16="http://schemas.microsoft.com/office/drawing/2014/main" id="{D086C199-9540-DECA-34EF-A06CF8761327}"/>
              </a:ext>
            </a:extLst>
          </p:cNvPr>
          <p:cNvSpPr>
            <a:spLocks noGrp="1"/>
          </p:cNvSpPr>
          <p:nvPr>
            <p:ph type="body" sz="quarter" idx="15"/>
          </p:nvPr>
        </p:nvSpPr>
        <p:spPr/>
        <p:txBody>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B71FF215-1EF0-4FD6-A088-13CE0EFBE6A9}"/>
              </a:ext>
            </a:extLst>
          </p:cNvPr>
          <p:cNvSpPr>
            <a:spLocks noGrp="1"/>
          </p:cNvSpPr>
          <p:nvPr>
            <p:ph type="body" sz="quarter" idx="14"/>
          </p:nvPr>
        </p:nvSpPr>
        <p:spPr>
          <a:xfrm>
            <a:off x="356835" y="631484"/>
            <a:ext cx="11474803" cy="340093"/>
          </a:xfrm>
        </p:spPr>
        <p:txBody>
          <a:bodyPr>
            <a:spAutoFit/>
          </a:bodyPr>
          <a:lstStyle/>
          <a:p>
            <a:r>
              <a:rPr lang="en-US" dirty="0"/>
              <a:t>JTL Cloud ERP</a:t>
            </a:r>
          </a:p>
        </p:txBody>
      </p:sp>
      <p:pic>
        <p:nvPicPr>
          <p:cNvPr id="9" name="Grafik 8">
            <a:extLst>
              <a:ext uri="{FF2B5EF4-FFF2-40B4-BE49-F238E27FC236}">
                <a16:creationId xmlns:a16="http://schemas.microsoft.com/office/drawing/2014/main" id="{5D422B41-7A3F-0FEC-9C1A-9FE05C54F22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5981" y="1103543"/>
            <a:ext cx="6855657" cy="5252982"/>
          </a:xfrm>
          <a:prstGeom prst="roundRect">
            <a:avLst>
              <a:gd name="adj" fmla="val 2306"/>
            </a:avLst>
          </a:prstGeom>
        </p:spPr>
      </p:pic>
    </p:spTree>
    <p:extLst>
      <p:ext uri="{BB962C8B-B14F-4D97-AF65-F5344CB8AC3E}">
        <p14:creationId xmlns:p14="http://schemas.microsoft.com/office/powerpoint/2010/main" val="2782720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848C-2C06-28A0-8665-C34411CA06B5}"/>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BF5D068D-A625-93EB-D239-FAF19F0F2116}"/>
              </a:ext>
            </a:extLst>
          </p:cNvPr>
          <p:cNvSpPr>
            <a:spLocks noGrp="1"/>
          </p:cNvSpPr>
          <p:nvPr>
            <p:ph type="body" sz="quarter" idx="10"/>
          </p:nvPr>
        </p:nvSpPr>
        <p:spPr>
          <a:xfrm>
            <a:off x="370585" y="1428751"/>
            <a:ext cx="3995675" cy="4591050"/>
          </a:xfrm>
        </p:spPr>
        <p:txBody>
          <a:bodyPr/>
          <a:lstStyle/>
          <a:p>
            <a:pPr marL="449263" indent="-449263">
              <a:lnSpc>
                <a:spcPct val="150000"/>
              </a:lnSpc>
              <a:spcBef>
                <a:spcPts val="0"/>
              </a:spcBef>
            </a:pPr>
            <a:r>
              <a:rPr lang="en-US" b="1" dirty="0"/>
              <a:t>Manage JTL partnership</a:t>
            </a:r>
          </a:p>
          <a:p>
            <a:pPr marL="449263" indent="-449263">
              <a:lnSpc>
                <a:spcPct val="150000"/>
              </a:lnSpc>
              <a:spcBef>
                <a:spcPts val="0"/>
              </a:spcBef>
            </a:pPr>
            <a:r>
              <a:rPr lang="en-US" b="1" dirty="0"/>
              <a:t>Manage apps</a:t>
            </a:r>
          </a:p>
          <a:p>
            <a:pPr marL="715963" lvl="2" indent="-252413">
              <a:lnSpc>
                <a:spcPct val="100000"/>
              </a:lnSpc>
              <a:spcBef>
                <a:spcPts val="0"/>
              </a:spcBef>
              <a:buFont typeface="Arial" panose="020B0604020202020204" pitchFamily="34" charset="0"/>
              <a:buChar char="•"/>
            </a:pPr>
            <a:r>
              <a:rPr lang="en-US" dirty="0"/>
              <a:t>Create new JTL Cloud Apps</a:t>
            </a:r>
          </a:p>
          <a:p>
            <a:pPr marL="715963" lvl="2" indent="-252413">
              <a:lnSpc>
                <a:spcPct val="100000"/>
              </a:lnSpc>
              <a:spcBef>
                <a:spcPts val="0"/>
              </a:spcBef>
              <a:buFont typeface="Arial" panose="020B0604020202020204" pitchFamily="34" charset="0"/>
              <a:buChar char="•"/>
            </a:pPr>
            <a:r>
              <a:rPr lang="en-US" dirty="0"/>
              <a:t>Edit your JTL Cloud Apps</a:t>
            </a:r>
          </a:p>
          <a:p>
            <a:pPr marL="715963" lvl="2" indent="-252413">
              <a:lnSpc>
                <a:spcPct val="100000"/>
              </a:lnSpc>
              <a:spcBef>
                <a:spcPts val="0"/>
              </a:spcBef>
              <a:buFont typeface="Arial" panose="020B0604020202020204" pitchFamily="34" charset="0"/>
              <a:buChar char="•"/>
            </a:pPr>
            <a:r>
              <a:rPr lang="en-US" dirty="0"/>
              <a:t>Publish JTL Cloud Apps</a:t>
            </a:r>
          </a:p>
        </p:txBody>
      </p:sp>
      <p:sp>
        <p:nvSpPr>
          <p:cNvPr id="11" name="Bildplatzhalter 10">
            <a:extLst>
              <a:ext uri="{FF2B5EF4-FFF2-40B4-BE49-F238E27FC236}">
                <a16:creationId xmlns:a16="http://schemas.microsoft.com/office/drawing/2014/main" id="{BF8C69DE-E755-0755-E5C2-1F02A0BDBB3E}"/>
              </a:ext>
            </a:extLst>
          </p:cNvPr>
          <p:cNvSpPr>
            <a:spLocks noGrp="1"/>
          </p:cNvSpPr>
          <p:nvPr>
            <p:ph type="pic" sz="quarter" idx="21"/>
          </p:nvPr>
        </p:nvSpPr>
        <p:spPr/>
        <p:txBody>
          <a:bodyPr/>
          <a:lstStyle/>
          <a:p>
            <a:r>
              <a:rPr lang="de-DE" dirty="0"/>
              <a:t> </a:t>
            </a:r>
          </a:p>
        </p:txBody>
      </p:sp>
      <p:sp>
        <p:nvSpPr>
          <p:cNvPr id="4" name="Date Placeholder 3">
            <a:extLst>
              <a:ext uri="{FF2B5EF4-FFF2-40B4-BE49-F238E27FC236}">
                <a16:creationId xmlns:a16="http://schemas.microsoft.com/office/drawing/2014/main" id="{1022BD55-0196-CBCC-07CE-79CCB910442F}"/>
              </a:ext>
            </a:extLst>
          </p:cNvPr>
          <p:cNvSpPr>
            <a:spLocks noGrp="1"/>
          </p:cNvSpPr>
          <p:nvPr>
            <p:ph type="dt" sz="half" idx="22"/>
          </p:nvPr>
        </p:nvSpPr>
        <p:spPr/>
        <p:txBody>
          <a:bodyPr/>
          <a:lstStyle/>
          <a:p>
            <a:fld id="{81AE2C9C-3786-417B-8482-079AF5D18F3B}" type="datetime1">
              <a:rPr lang="de-DE" smtClean="0"/>
              <a:t>28.05.26</a:t>
            </a:fld>
            <a:endParaRPr lang="de-DE"/>
          </a:p>
        </p:txBody>
      </p:sp>
      <p:sp>
        <p:nvSpPr>
          <p:cNvPr id="5" name="Footer Placeholder 4">
            <a:extLst>
              <a:ext uri="{FF2B5EF4-FFF2-40B4-BE49-F238E27FC236}">
                <a16:creationId xmlns:a16="http://schemas.microsoft.com/office/drawing/2014/main" id="{A48C2885-7042-55AC-F11E-2A0073DC3D84}"/>
              </a:ext>
            </a:extLst>
          </p:cNvPr>
          <p:cNvSpPr>
            <a:spLocks noGrp="1"/>
          </p:cNvSpPr>
          <p:nvPr>
            <p:ph type="ftr" sz="quarter" idx="23"/>
          </p:nvPr>
        </p:nvSpPr>
        <p:spPr/>
        <p:txBody>
          <a:bodyPr/>
          <a:lstStyle/>
          <a:p>
            <a:r>
              <a:rPr lang="de-DE"/>
              <a:t>Hackathon 2026</a:t>
            </a:r>
          </a:p>
        </p:txBody>
      </p:sp>
      <p:sp>
        <p:nvSpPr>
          <p:cNvPr id="2" name="Text Placeholder 1">
            <a:extLst>
              <a:ext uri="{FF2B5EF4-FFF2-40B4-BE49-F238E27FC236}">
                <a16:creationId xmlns:a16="http://schemas.microsoft.com/office/drawing/2014/main" id="{719957EC-3F33-FF0D-E083-846F31172895}"/>
              </a:ext>
            </a:extLst>
          </p:cNvPr>
          <p:cNvSpPr>
            <a:spLocks noGrp="1"/>
          </p:cNvSpPr>
          <p:nvPr>
            <p:ph type="body" sz="quarter" idx="15"/>
          </p:nvPr>
        </p:nvSpPr>
        <p:spPr/>
        <p:txBody>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15604A60-0405-1A2E-E0F0-D2C45C91C2B4}"/>
              </a:ext>
            </a:extLst>
          </p:cNvPr>
          <p:cNvSpPr>
            <a:spLocks noGrp="1"/>
          </p:cNvSpPr>
          <p:nvPr>
            <p:ph type="body" sz="quarter" idx="14"/>
          </p:nvPr>
        </p:nvSpPr>
        <p:spPr>
          <a:xfrm>
            <a:off x="356835" y="631484"/>
            <a:ext cx="11474803" cy="340093"/>
          </a:xfrm>
        </p:spPr>
        <p:txBody>
          <a:bodyPr>
            <a:spAutoFit/>
          </a:bodyPr>
          <a:lstStyle/>
          <a:p>
            <a:r>
              <a:rPr lang="de-DE" dirty="0"/>
              <a:t>JTL Partner Portal</a:t>
            </a:r>
          </a:p>
        </p:txBody>
      </p:sp>
      <p:pic>
        <p:nvPicPr>
          <p:cNvPr id="9" name="Grafik 8">
            <a:extLst>
              <a:ext uri="{FF2B5EF4-FFF2-40B4-BE49-F238E27FC236}">
                <a16:creationId xmlns:a16="http://schemas.microsoft.com/office/drawing/2014/main" id="{ACC09401-0E08-683F-AA16-41172B4DD2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5981" y="1103543"/>
            <a:ext cx="6855657" cy="5252982"/>
          </a:xfrm>
          <a:prstGeom prst="roundRect">
            <a:avLst>
              <a:gd name="adj" fmla="val 2306"/>
            </a:avLst>
          </a:prstGeom>
        </p:spPr>
      </p:pic>
    </p:spTree>
    <p:extLst>
      <p:ext uri="{BB962C8B-B14F-4D97-AF65-F5344CB8AC3E}">
        <p14:creationId xmlns:p14="http://schemas.microsoft.com/office/powerpoint/2010/main" val="910594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555D8-6D0B-CD75-6319-8F262207D79A}"/>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72C69EE1-CBD1-BD35-C833-CE7222C6C586}"/>
              </a:ext>
            </a:extLst>
          </p:cNvPr>
          <p:cNvSpPr>
            <a:spLocks noGrp="1"/>
          </p:cNvSpPr>
          <p:nvPr>
            <p:ph type="body" sz="quarter" idx="10"/>
          </p:nvPr>
        </p:nvSpPr>
        <p:spPr>
          <a:xfrm>
            <a:off x="370585" y="1428751"/>
            <a:ext cx="3995675" cy="4591050"/>
          </a:xfrm>
        </p:spPr>
        <p:txBody>
          <a:bodyPr/>
          <a:lstStyle/>
          <a:p>
            <a:pPr marL="449263" indent="-449263">
              <a:lnSpc>
                <a:spcPct val="100000"/>
              </a:lnSpc>
              <a:spcBef>
                <a:spcPts val="0"/>
              </a:spcBef>
            </a:pPr>
            <a:r>
              <a:rPr lang="en-US" b="1" dirty="0"/>
              <a:t>Distribution channel for JTL Cloud Apps</a:t>
            </a:r>
          </a:p>
          <a:p>
            <a:pPr marL="0" indent="0">
              <a:lnSpc>
                <a:spcPct val="150000"/>
              </a:lnSpc>
              <a:spcBef>
                <a:spcPts val="0"/>
              </a:spcBef>
              <a:buNone/>
            </a:pPr>
            <a:endParaRPr lang="en-US" b="1" dirty="0"/>
          </a:p>
        </p:txBody>
      </p:sp>
      <p:sp>
        <p:nvSpPr>
          <p:cNvPr id="11" name="Bildplatzhalter 10">
            <a:extLst>
              <a:ext uri="{FF2B5EF4-FFF2-40B4-BE49-F238E27FC236}">
                <a16:creationId xmlns:a16="http://schemas.microsoft.com/office/drawing/2014/main" id="{BAF82F27-9047-C98F-973F-4FE4727AC779}"/>
              </a:ext>
            </a:extLst>
          </p:cNvPr>
          <p:cNvSpPr>
            <a:spLocks noGrp="1"/>
          </p:cNvSpPr>
          <p:nvPr>
            <p:ph type="pic" sz="quarter" idx="21"/>
          </p:nvPr>
        </p:nvSpPr>
        <p:spPr/>
        <p:txBody>
          <a:bodyPr/>
          <a:lstStyle/>
          <a:p>
            <a:r>
              <a:rPr lang="de-DE" dirty="0"/>
              <a:t> </a:t>
            </a:r>
          </a:p>
        </p:txBody>
      </p:sp>
      <p:sp>
        <p:nvSpPr>
          <p:cNvPr id="4" name="Date Placeholder 3">
            <a:extLst>
              <a:ext uri="{FF2B5EF4-FFF2-40B4-BE49-F238E27FC236}">
                <a16:creationId xmlns:a16="http://schemas.microsoft.com/office/drawing/2014/main" id="{2BD28610-4F98-8AAB-945E-B97AF45BE34B}"/>
              </a:ext>
            </a:extLst>
          </p:cNvPr>
          <p:cNvSpPr>
            <a:spLocks noGrp="1"/>
          </p:cNvSpPr>
          <p:nvPr>
            <p:ph type="dt" sz="half" idx="22"/>
          </p:nvPr>
        </p:nvSpPr>
        <p:spPr/>
        <p:txBody>
          <a:bodyPr/>
          <a:lstStyle/>
          <a:p>
            <a:fld id="{81AE2C9C-3786-417B-8482-079AF5D18F3B}" type="datetime1">
              <a:rPr lang="de-DE" smtClean="0"/>
              <a:t>28.05.26</a:t>
            </a:fld>
            <a:endParaRPr lang="de-DE"/>
          </a:p>
        </p:txBody>
      </p:sp>
      <p:sp>
        <p:nvSpPr>
          <p:cNvPr id="5" name="Footer Placeholder 4">
            <a:extLst>
              <a:ext uri="{FF2B5EF4-FFF2-40B4-BE49-F238E27FC236}">
                <a16:creationId xmlns:a16="http://schemas.microsoft.com/office/drawing/2014/main" id="{4817CEFE-4414-9B1F-8E0B-B7144EA0B66E}"/>
              </a:ext>
            </a:extLst>
          </p:cNvPr>
          <p:cNvSpPr>
            <a:spLocks noGrp="1"/>
          </p:cNvSpPr>
          <p:nvPr>
            <p:ph type="ftr" sz="quarter" idx="23"/>
          </p:nvPr>
        </p:nvSpPr>
        <p:spPr/>
        <p:txBody>
          <a:bodyPr/>
          <a:lstStyle/>
          <a:p>
            <a:r>
              <a:rPr lang="de-DE"/>
              <a:t>Hackathon 2026</a:t>
            </a:r>
          </a:p>
        </p:txBody>
      </p:sp>
      <p:sp>
        <p:nvSpPr>
          <p:cNvPr id="2" name="Text Placeholder 1">
            <a:extLst>
              <a:ext uri="{FF2B5EF4-FFF2-40B4-BE49-F238E27FC236}">
                <a16:creationId xmlns:a16="http://schemas.microsoft.com/office/drawing/2014/main" id="{34199092-8292-8FA1-3580-6042C5487469}"/>
              </a:ext>
            </a:extLst>
          </p:cNvPr>
          <p:cNvSpPr>
            <a:spLocks noGrp="1"/>
          </p:cNvSpPr>
          <p:nvPr>
            <p:ph type="body" sz="quarter" idx="15"/>
          </p:nvPr>
        </p:nvSpPr>
        <p:spPr/>
        <p:txBody>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782B6445-E12A-74C3-2F10-4E3B4F94CA7D}"/>
              </a:ext>
            </a:extLst>
          </p:cNvPr>
          <p:cNvSpPr>
            <a:spLocks noGrp="1"/>
          </p:cNvSpPr>
          <p:nvPr>
            <p:ph type="body" sz="quarter" idx="14"/>
          </p:nvPr>
        </p:nvSpPr>
        <p:spPr>
          <a:xfrm>
            <a:off x="356835" y="631484"/>
            <a:ext cx="11474803" cy="340093"/>
          </a:xfrm>
        </p:spPr>
        <p:txBody>
          <a:bodyPr>
            <a:spAutoFit/>
          </a:bodyPr>
          <a:lstStyle/>
          <a:p>
            <a:r>
              <a:rPr lang="de-DE" dirty="0"/>
              <a:t>JTL App Store (</a:t>
            </a:r>
            <a:r>
              <a:rPr lang="de-DE" dirty="0" err="1"/>
              <a:t>coming</a:t>
            </a:r>
            <a:r>
              <a:rPr lang="de-DE" dirty="0"/>
              <a:t> </a:t>
            </a:r>
            <a:r>
              <a:rPr lang="de-DE" dirty="0" err="1"/>
              <a:t>soon</a:t>
            </a:r>
            <a:r>
              <a:rPr lang="de-DE" dirty="0"/>
              <a:t>)</a:t>
            </a:r>
          </a:p>
        </p:txBody>
      </p:sp>
      <p:pic>
        <p:nvPicPr>
          <p:cNvPr id="9" name="Grafik 8">
            <a:extLst>
              <a:ext uri="{FF2B5EF4-FFF2-40B4-BE49-F238E27FC236}">
                <a16:creationId xmlns:a16="http://schemas.microsoft.com/office/drawing/2014/main" id="{EBDE9A2A-97E0-6A0E-C719-1126EB329C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5981" y="1103543"/>
            <a:ext cx="6855657" cy="5252982"/>
          </a:xfrm>
          <a:prstGeom prst="roundRect">
            <a:avLst>
              <a:gd name="adj" fmla="val 2306"/>
            </a:avLst>
          </a:prstGeom>
        </p:spPr>
      </p:pic>
      <p:sp>
        <p:nvSpPr>
          <p:cNvPr id="3" name="Rechteck 2">
            <a:extLst>
              <a:ext uri="{FF2B5EF4-FFF2-40B4-BE49-F238E27FC236}">
                <a16:creationId xmlns:a16="http://schemas.microsoft.com/office/drawing/2014/main" id="{5E545B46-0408-BF35-AEF2-99C9500C523D}"/>
              </a:ext>
            </a:extLst>
          </p:cNvPr>
          <p:cNvSpPr/>
          <p:nvPr/>
        </p:nvSpPr>
        <p:spPr>
          <a:xfrm>
            <a:off x="9154388" y="6535876"/>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6" name="Rechteck 5">
            <a:extLst>
              <a:ext uri="{FF2B5EF4-FFF2-40B4-BE49-F238E27FC236}">
                <a16:creationId xmlns:a16="http://schemas.microsoft.com/office/drawing/2014/main" id="{CCBEA344-CCB6-5A14-C300-004DAF94CA8A}"/>
              </a:ext>
            </a:extLst>
          </p:cNvPr>
          <p:cNvSpPr/>
          <p:nvPr/>
        </p:nvSpPr>
        <p:spPr>
          <a:xfrm>
            <a:off x="9583242" y="6535876"/>
            <a:ext cx="457199" cy="342900"/>
          </a:xfrm>
          <a:prstGeom prst="rect">
            <a:avLst/>
          </a:prstGeom>
          <a:solidFill>
            <a:schemeClr val="bg1"/>
          </a:solidFill>
          <a:ln w="15990" cap="flat">
            <a:noFill/>
            <a:prstDash val="solid"/>
            <a:miter/>
          </a:ln>
        </p:spPr>
        <p:txBody>
          <a:bodyPr rtlCol="0" anchor="ctr"/>
          <a:lstStyle/>
          <a:p>
            <a:pPr algn="l"/>
            <a:endParaRPr lang="de-DE"/>
          </a:p>
        </p:txBody>
      </p:sp>
    </p:spTree>
    <p:extLst>
      <p:ext uri="{BB962C8B-B14F-4D97-AF65-F5344CB8AC3E}">
        <p14:creationId xmlns:p14="http://schemas.microsoft.com/office/powerpoint/2010/main" val="3248724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3BD394-D276-5C21-D451-AB9526C04BCD}"/>
              </a:ext>
            </a:extLst>
          </p:cNvPr>
          <p:cNvSpPr>
            <a:spLocks noGrp="1"/>
          </p:cNvSpPr>
          <p:nvPr>
            <p:ph type="body" sz="quarter" idx="15"/>
          </p:nvPr>
        </p:nvSpPr>
        <p:spPr/>
        <p:txBody>
          <a:bodyPr/>
          <a:lstStyle/>
          <a:p>
            <a:r>
              <a:rPr lang="en-US" dirty="0"/>
              <a:t>Cloud connected Wawi</a:t>
            </a:r>
          </a:p>
        </p:txBody>
      </p:sp>
      <p:sp>
        <p:nvSpPr>
          <p:cNvPr id="3" name="Date Placeholder 2">
            <a:extLst>
              <a:ext uri="{FF2B5EF4-FFF2-40B4-BE49-F238E27FC236}">
                <a16:creationId xmlns:a16="http://schemas.microsoft.com/office/drawing/2014/main" id="{DB076FC9-5E29-5D2C-66FC-650276D59921}"/>
              </a:ext>
            </a:extLst>
          </p:cNvPr>
          <p:cNvSpPr>
            <a:spLocks noGrp="1"/>
          </p:cNvSpPr>
          <p:nvPr>
            <p:ph type="dt" sz="half" idx="16"/>
          </p:nvPr>
        </p:nvSpPr>
        <p:spPr/>
        <p:txBody>
          <a:bodyPr/>
          <a:lstStyle/>
          <a:p>
            <a:fld id="{1AE95FB0-149F-4876-9254-60391737F662}" type="datetime1">
              <a:rPr lang="de-DE" smtClean="0"/>
              <a:t>28.05.26</a:t>
            </a:fld>
            <a:endParaRPr lang="de-DE"/>
          </a:p>
        </p:txBody>
      </p:sp>
      <p:sp>
        <p:nvSpPr>
          <p:cNvPr id="4" name="Footer Placeholder 3">
            <a:extLst>
              <a:ext uri="{FF2B5EF4-FFF2-40B4-BE49-F238E27FC236}">
                <a16:creationId xmlns:a16="http://schemas.microsoft.com/office/drawing/2014/main" id="{E9C852CD-994F-59E2-83ED-16809C9AE54E}"/>
              </a:ext>
            </a:extLst>
          </p:cNvPr>
          <p:cNvSpPr>
            <a:spLocks noGrp="1"/>
          </p:cNvSpPr>
          <p:nvPr>
            <p:ph type="ftr" sz="quarter" idx="17"/>
          </p:nvPr>
        </p:nvSpPr>
        <p:spPr/>
        <p:txBody>
          <a:bodyPr/>
          <a:lstStyle/>
          <a:p>
            <a:r>
              <a:rPr lang="de-DE"/>
              <a:t>Hackathon 2026</a:t>
            </a:r>
          </a:p>
        </p:txBody>
      </p:sp>
      <p:grpSp>
        <p:nvGrpSpPr>
          <p:cNvPr id="18" name="Group 17">
            <a:extLst>
              <a:ext uri="{FF2B5EF4-FFF2-40B4-BE49-F238E27FC236}">
                <a16:creationId xmlns:a16="http://schemas.microsoft.com/office/drawing/2014/main" id="{C5462F21-9E9F-89D5-48C7-CB5A9A1BF0DA}"/>
              </a:ext>
            </a:extLst>
          </p:cNvPr>
          <p:cNvGrpSpPr/>
          <p:nvPr/>
        </p:nvGrpSpPr>
        <p:grpSpPr>
          <a:xfrm>
            <a:off x="1807710" y="1819275"/>
            <a:ext cx="9610003" cy="3219451"/>
            <a:chOff x="2286000" y="2006600"/>
            <a:chExt cx="7876033" cy="2638553"/>
          </a:xfrm>
        </p:grpSpPr>
        <p:sp>
          <p:nvSpPr>
            <p:cNvPr id="6" name="Rounded Rectangle 5">
              <a:extLst>
                <a:ext uri="{FF2B5EF4-FFF2-40B4-BE49-F238E27FC236}">
                  <a16:creationId xmlns:a16="http://schemas.microsoft.com/office/drawing/2014/main" id="{66948715-7584-FD06-FB93-8B67E856DE99}"/>
                </a:ext>
              </a:extLst>
            </p:cNvPr>
            <p:cNvSpPr/>
            <p:nvPr/>
          </p:nvSpPr>
          <p:spPr>
            <a:xfrm>
              <a:off x="2286000" y="2921000"/>
              <a:ext cx="1777515" cy="635000"/>
            </a:xfrm>
            <a:prstGeom prst="roundRect">
              <a:avLst/>
            </a:prstGeom>
            <a:solidFill>
              <a:srgbClr val="0A1A45"/>
            </a:solidFill>
            <a:ln w="15990" cap="flat">
              <a:noFill/>
              <a:prstDash val="solid"/>
              <a:miter/>
            </a:ln>
          </p:spPr>
          <p:txBody>
            <a:bodyPr vertOverflow="clip" horzOverflow="clip" wrap="square" rtlCol="0" anchor="ctr" anchorCtr="0">
              <a:noAutofit/>
            </a:bodyPr>
            <a:lstStyle/>
            <a:p>
              <a:pPr algn="ctr"/>
              <a:r>
                <a:rPr lang="en-US" sz="2000" b="1" dirty="0">
                  <a:solidFill>
                    <a:srgbClr val="FFFFFF"/>
                  </a:solidFill>
                </a:rPr>
                <a:t>JTL Wawi</a:t>
              </a:r>
            </a:p>
          </p:txBody>
        </p:sp>
        <p:sp>
          <p:nvSpPr>
            <p:cNvPr id="7" name="Rounded Rectangle 6">
              <a:extLst>
                <a:ext uri="{FF2B5EF4-FFF2-40B4-BE49-F238E27FC236}">
                  <a16:creationId xmlns:a16="http://schemas.microsoft.com/office/drawing/2014/main" id="{293B0015-D6D4-497F-9F90-CD325EBCD0AF}"/>
                </a:ext>
              </a:extLst>
            </p:cNvPr>
            <p:cNvSpPr/>
            <p:nvPr/>
          </p:nvSpPr>
          <p:spPr>
            <a:xfrm>
              <a:off x="5256672" y="2921000"/>
              <a:ext cx="2023872" cy="635000"/>
            </a:xfrm>
            <a:prstGeom prst="roundRect">
              <a:avLst/>
            </a:prstGeom>
            <a:solidFill>
              <a:srgbClr val="2721F7"/>
            </a:solidFill>
            <a:ln w="15990" cap="flat">
              <a:noFill/>
              <a:prstDash val="solid"/>
              <a:miter/>
            </a:ln>
          </p:spPr>
          <p:txBody>
            <a:bodyPr vertOverflow="clip" horzOverflow="clip" wrap="square" rtlCol="0" anchor="ctr" anchorCtr="0">
              <a:noAutofit/>
            </a:bodyPr>
            <a:lstStyle/>
            <a:p>
              <a:pPr algn="ctr"/>
              <a:r>
                <a:rPr lang="en-US" sz="2000" b="1" dirty="0">
                  <a:solidFill>
                    <a:srgbClr val="FFFFFF"/>
                  </a:solidFill>
                </a:rPr>
                <a:t>JTL Cloud Platform</a:t>
              </a:r>
            </a:p>
          </p:txBody>
        </p:sp>
        <p:sp>
          <p:nvSpPr>
            <p:cNvPr id="8" name="Rounded Rectangle 7">
              <a:extLst>
                <a:ext uri="{FF2B5EF4-FFF2-40B4-BE49-F238E27FC236}">
                  <a16:creationId xmlns:a16="http://schemas.microsoft.com/office/drawing/2014/main" id="{AD15725F-EEE4-C7F8-441E-34A6F3BAAFCD}"/>
                </a:ext>
              </a:extLst>
            </p:cNvPr>
            <p:cNvSpPr/>
            <p:nvPr/>
          </p:nvSpPr>
          <p:spPr>
            <a:xfrm>
              <a:off x="8329801" y="2006600"/>
              <a:ext cx="1832232" cy="812800"/>
            </a:xfrm>
            <a:prstGeom prst="roundRect">
              <a:avLst/>
            </a:prstGeom>
            <a:solidFill>
              <a:srgbClr val="89D2FF"/>
            </a:solidFill>
            <a:ln w="15990" cap="flat">
              <a:noFill/>
              <a:prstDash val="solid"/>
              <a:miter/>
            </a:ln>
          </p:spPr>
          <p:txBody>
            <a:bodyPr vertOverflow="clip" horzOverflow="clip" wrap="square" rtlCol="0" anchor="ctr" anchorCtr="0">
              <a:noAutofit/>
            </a:bodyPr>
            <a:lstStyle/>
            <a:p>
              <a:pPr algn="ctr"/>
              <a:r>
                <a:rPr lang="en-US" sz="2000" b="1" dirty="0">
                  <a:solidFill>
                    <a:srgbClr val="0A1A45"/>
                  </a:solidFill>
                </a:rPr>
                <a:t>JTL Cloud ERP</a:t>
              </a:r>
            </a:p>
          </p:txBody>
        </p:sp>
        <p:cxnSp>
          <p:nvCxnSpPr>
            <p:cNvPr id="10" name="Straight Arrow Connector 9">
              <a:extLst>
                <a:ext uri="{FF2B5EF4-FFF2-40B4-BE49-F238E27FC236}">
                  <a16:creationId xmlns:a16="http://schemas.microsoft.com/office/drawing/2014/main" id="{9397BCD5-9CC3-93DE-CBC7-18C2C17BDBB8}"/>
                </a:ext>
              </a:extLst>
            </p:cNvPr>
            <p:cNvCxnSpPr>
              <a:cxnSpLocks/>
              <a:stCxn id="6" idx="3"/>
              <a:endCxn id="7" idx="1"/>
            </p:cNvCxnSpPr>
            <p:nvPr/>
          </p:nvCxnSpPr>
          <p:spPr>
            <a:xfrm>
              <a:off x="4063515" y="3238500"/>
              <a:ext cx="1193157" cy="0"/>
            </a:xfrm>
            <a:prstGeom prst="straightConnector1">
              <a:avLst/>
            </a:prstGeom>
            <a:ln w="285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1F131A6-9548-D3B3-0656-871675B0EFDC}"/>
                </a:ext>
              </a:extLst>
            </p:cNvPr>
            <p:cNvCxnSpPr>
              <a:cxnSpLocks/>
              <a:stCxn id="8" idx="1"/>
            </p:cNvCxnSpPr>
            <p:nvPr/>
          </p:nvCxnSpPr>
          <p:spPr>
            <a:xfrm flipH="1">
              <a:off x="7280544" y="2413000"/>
              <a:ext cx="1049257" cy="668111"/>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CD57A3F6-EED2-06B1-48D2-39DA805A9252}"/>
                </a:ext>
              </a:extLst>
            </p:cNvPr>
            <p:cNvSpPr/>
            <p:nvPr/>
          </p:nvSpPr>
          <p:spPr>
            <a:xfrm>
              <a:off x="8329801" y="3832353"/>
              <a:ext cx="1832232" cy="812800"/>
            </a:xfrm>
            <a:prstGeom prst="roundRect">
              <a:avLst/>
            </a:prstGeom>
            <a:solidFill>
              <a:srgbClr val="89D2FF"/>
            </a:solidFill>
            <a:ln w="15990" cap="flat">
              <a:noFill/>
              <a:prstDash val="solid"/>
              <a:miter/>
            </a:ln>
          </p:spPr>
          <p:txBody>
            <a:bodyPr vertOverflow="clip" horzOverflow="clip" wrap="square" rtlCol="0" anchor="ctr" anchorCtr="0">
              <a:noAutofit/>
            </a:bodyPr>
            <a:lstStyle/>
            <a:p>
              <a:pPr algn="ctr"/>
              <a:r>
                <a:rPr lang="en-US" sz="2000" b="1" dirty="0">
                  <a:solidFill>
                    <a:srgbClr val="0A1A45"/>
                  </a:solidFill>
                </a:rPr>
                <a:t>JTL Cloud Apps</a:t>
              </a:r>
            </a:p>
          </p:txBody>
        </p:sp>
        <p:cxnSp>
          <p:nvCxnSpPr>
            <p:cNvPr id="15" name="Straight Arrow Connector 14">
              <a:extLst>
                <a:ext uri="{FF2B5EF4-FFF2-40B4-BE49-F238E27FC236}">
                  <a16:creationId xmlns:a16="http://schemas.microsoft.com/office/drawing/2014/main" id="{E54DCAFC-9B89-1B61-7234-83C4C88C8B5E}"/>
                </a:ext>
              </a:extLst>
            </p:cNvPr>
            <p:cNvCxnSpPr>
              <a:cxnSpLocks/>
              <a:stCxn id="13" idx="1"/>
            </p:cNvCxnSpPr>
            <p:nvPr/>
          </p:nvCxnSpPr>
          <p:spPr>
            <a:xfrm flipH="1" flipV="1">
              <a:off x="7280544" y="3388328"/>
              <a:ext cx="1049257" cy="850425"/>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13398381"/>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0E633-426E-53F0-CF9E-FE2B49EB97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97BC4E-91B1-28C6-3120-250947B9F0F5}"/>
              </a:ext>
            </a:extLst>
          </p:cNvPr>
          <p:cNvSpPr>
            <a:spLocks noGrp="1"/>
          </p:cNvSpPr>
          <p:nvPr>
            <p:ph type="body" sz="quarter" idx="15"/>
          </p:nvPr>
        </p:nvSpPr>
        <p:spPr>
          <a:xfrm rot="16200000">
            <a:off x="-2242273" y="2938663"/>
            <a:ext cx="5543146" cy="383370"/>
          </a:xfrm>
        </p:spPr>
        <p:txBody>
          <a:bodyPr/>
          <a:lstStyle/>
          <a:p>
            <a:r>
              <a:rPr lang="en-US" dirty="0"/>
              <a:t>Wawi Cloud Connection Flow</a:t>
            </a:r>
          </a:p>
        </p:txBody>
      </p:sp>
      <p:sp>
        <p:nvSpPr>
          <p:cNvPr id="3" name="Date Placeholder 2">
            <a:extLst>
              <a:ext uri="{FF2B5EF4-FFF2-40B4-BE49-F238E27FC236}">
                <a16:creationId xmlns:a16="http://schemas.microsoft.com/office/drawing/2014/main" id="{DBA98BBD-661E-DB7D-6CCA-431265707F24}"/>
              </a:ext>
            </a:extLst>
          </p:cNvPr>
          <p:cNvSpPr>
            <a:spLocks noGrp="1"/>
          </p:cNvSpPr>
          <p:nvPr>
            <p:ph type="dt" sz="half" idx="16"/>
          </p:nvPr>
        </p:nvSpPr>
        <p:spPr/>
        <p:txBody>
          <a:bodyPr/>
          <a:lstStyle/>
          <a:p>
            <a:fld id="{6E7E44FC-3C13-43BC-B553-54EE2A08D93A}" type="datetime1">
              <a:rPr lang="de-DE" smtClean="0"/>
              <a:t>28.05.26</a:t>
            </a:fld>
            <a:endParaRPr lang="de-DE"/>
          </a:p>
        </p:txBody>
      </p:sp>
      <p:sp>
        <p:nvSpPr>
          <p:cNvPr id="4" name="Footer Placeholder 3">
            <a:extLst>
              <a:ext uri="{FF2B5EF4-FFF2-40B4-BE49-F238E27FC236}">
                <a16:creationId xmlns:a16="http://schemas.microsoft.com/office/drawing/2014/main" id="{5A65C0F1-ABD3-5397-66BF-182DC7F78042}"/>
              </a:ext>
            </a:extLst>
          </p:cNvPr>
          <p:cNvSpPr>
            <a:spLocks noGrp="1"/>
          </p:cNvSpPr>
          <p:nvPr>
            <p:ph type="ftr" sz="quarter" idx="17"/>
          </p:nvPr>
        </p:nvSpPr>
        <p:spPr/>
        <p:txBody>
          <a:bodyPr/>
          <a:lstStyle/>
          <a:p>
            <a:r>
              <a:rPr lang="de-DE"/>
              <a:t>Hackathon 2026</a:t>
            </a:r>
          </a:p>
        </p:txBody>
      </p:sp>
      <p:pic>
        <p:nvPicPr>
          <p:cNvPr id="5" name="Picture 4">
            <a:extLst>
              <a:ext uri="{FF2B5EF4-FFF2-40B4-BE49-F238E27FC236}">
                <a16:creationId xmlns:a16="http://schemas.microsoft.com/office/drawing/2014/main" id="{4BD45303-0E04-D39A-FFA7-780CEDFC2A3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430333" y="556792"/>
            <a:ext cx="7331334" cy="5147111"/>
          </a:xfrm>
          <a:prstGeom prst="rect">
            <a:avLst/>
          </a:prstGeom>
        </p:spPr>
      </p:pic>
    </p:spTree>
    <p:extLst>
      <p:ext uri="{BB962C8B-B14F-4D97-AF65-F5344CB8AC3E}">
        <p14:creationId xmlns:p14="http://schemas.microsoft.com/office/powerpoint/2010/main" val="308734825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A00AC-351F-C535-6092-D0C968164DB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67A3AC-82C9-431B-0FEF-9896E8C9E097}"/>
              </a:ext>
            </a:extLst>
          </p:cNvPr>
          <p:cNvSpPr>
            <a:spLocks noGrp="1"/>
          </p:cNvSpPr>
          <p:nvPr>
            <p:ph type="body" sz="quarter" idx="15"/>
          </p:nvPr>
        </p:nvSpPr>
        <p:spPr>
          <a:xfrm rot="16200000">
            <a:off x="-2242273" y="2938663"/>
            <a:ext cx="5543146" cy="383370"/>
          </a:xfrm>
        </p:spPr>
        <p:txBody>
          <a:bodyPr/>
          <a:lstStyle/>
          <a:p>
            <a:r>
              <a:rPr lang="en-US" dirty="0"/>
              <a:t>Wawi Cloud Connection Flow</a:t>
            </a:r>
          </a:p>
        </p:txBody>
      </p:sp>
      <p:sp>
        <p:nvSpPr>
          <p:cNvPr id="3" name="Date Placeholder 2">
            <a:extLst>
              <a:ext uri="{FF2B5EF4-FFF2-40B4-BE49-F238E27FC236}">
                <a16:creationId xmlns:a16="http://schemas.microsoft.com/office/drawing/2014/main" id="{B1E5A801-7E7F-F7BA-51E8-652BB23A0199}"/>
              </a:ext>
            </a:extLst>
          </p:cNvPr>
          <p:cNvSpPr>
            <a:spLocks noGrp="1"/>
          </p:cNvSpPr>
          <p:nvPr>
            <p:ph type="dt" sz="half" idx="16"/>
          </p:nvPr>
        </p:nvSpPr>
        <p:spPr/>
        <p:txBody>
          <a:bodyPr/>
          <a:lstStyle/>
          <a:p>
            <a:fld id="{6E7E44FC-3C13-43BC-B553-54EE2A08D93A}" type="datetime1">
              <a:rPr lang="de-DE" smtClean="0"/>
              <a:t>28.05.26</a:t>
            </a:fld>
            <a:endParaRPr lang="de-DE"/>
          </a:p>
        </p:txBody>
      </p:sp>
      <p:sp>
        <p:nvSpPr>
          <p:cNvPr id="4" name="Footer Placeholder 3">
            <a:extLst>
              <a:ext uri="{FF2B5EF4-FFF2-40B4-BE49-F238E27FC236}">
                <a16:creationId xmlns:a16="http://schemas.microsoft.com/office/drawing/2014/main" id="{5AFD07FA-8F52-D435-417A-5E44F9D3E8B2}"/>
              </a:ext>
            </a:extLst>
          </p:cNvPr>
          <p:cNvSpPr>
            <a:spLocks noGrp="1"/>
          </p:cNvSpPr>
          <p:nvPr>
            <p:ph type="ftr" sz="quarter" idx="17"/>
          </p:nvPr>
        </p:nvSpPr>
        <p:spPr/>
        <p:txBody>
          <a:bodyPr/>
          <a:lstStyle/>
          <a:p>
            <a:r>
              <a:rPr lang="de-DE"/>
              <a:t>Hackathon 2026</a:t>
            </a:r>
          </a:p>
        </p:txBody>
      </p:sp>
      <p:pic>
        <p:nvPicPr>
          <p:cNvPr id="5" name="Picture 4">
            <a:extLst>
              <a:ext uri="{FF2B5EF4-FFF2-40B4-BE49-F238E27FC236}">
                <a16:creationId xmlns:a16="http://schemas.microsoft.com/office/drawing/2014/main" id="{262DB0CA-654E-32A9-9181-287C0A34308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30333" y="1005277"/>
            <a:ext cx="7331334" cy="4250140"/>
          </a:xfrm>
          <a:prstGeom prst="rect">
            <a:avLst/>
          </a:prstGeom>
        </p:spPr>
      </p:pic>
    </p:spTree>
    <p:extLst>
      <p:ext uri="{BB962C8B-B14F-4D97-AF65-F5344CB8AC3E}">
        <p14:creationId xmlns:p14="http://schemas.microsoft.com/office/powerpoint/2010/main" val="217112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1BF6-9768-7CFF-286B-0C77C55D4E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550AAE-ACB1-D802-C55A-41D098F15842}"/>
              </a:ext>
            </a:extLst>
          </p:cNvPr>
          <p:cNvSpPr>
            <a:spLocks noGrp="1"/>
          </p:cNvSpPr>
          <p:nvPr>
            <p:ph type="body" sz="quarter" idx="15"/>
          </p:nvPr>
        </p:nvSpPr>
        <p:spPr>
          <a:xfrm rot="16200000">
            <a:off x="-2242273" y="2938663"/>
            <a:ext cx="5543146" cy="383370"/>
          </a:xfrm>
        </p:spPr>
        <p:txBody>
          <a:bodyPr/>
          <a:lstStyle/>
          <a:p>
            <a:r>
              <a:rPr lang="en-US" dirty="0"/>
              <a:t>Wawi Cloud Connection Flow</a:t>
            </a:r>
          </a:p>
        </p:txBody>
      </p:sp>
      <p:sp>
        <p:nvSpPr>
          <p:cNvPr id="3" name="Date Placeholder 2">
            <a:extLst>
              <a:ext uri="{FF2B5EF4-FFF2-40B4-BE49-F238E27FC236}">
                <a16:creationId xmlns:a16="http://schemas.microsoft.com/office/drawing/2014/main" id="{35B0D6C1-18F6-E955-BC38-C363AB6CA85E}"/>
              </a:ext>
            </a:extLst>
          </p:cNvPr>
          <p:cNvSpPr>
            <a:spLocks noGrp="1"/>
          </p:cNvSpPr>
          <p:nvPr>
            <p:ph type="dt" sz="half" idx="16"/>
          </p:nvPr>
        </p:nvSpPr>
        <p:spPr/>
        <p:txBody>
          <a:bodyPr/>
          <a:lstStyle/>
          <a:p>
            <a:fld id="{6E7E44FC-3C13-43BC-B553-54EE2A08D93A}" type="datetime1">
              <a:rPr lang="de-DE" smtClean="0"/>
              <a:t>28.05.26</a:t>
            </a:fld>
            <a:endParaRPr lang="de-DE"/>
          </a:p>
        </p:txBody>
      </p:sp>
      <p:sp>
        <p:nvSpPr>
          <p:cNvPr id="4" name="Footer Placeholder 3">
            <a:extLst>
              <a:ext uri="{FF2B5EF4-FFF2-40B4-BE49-F238E27FC236}">
                <a16:creationId xmlns:a16="http://schemas.microsoft.com/office/drawing/2014/main" id="{EC101ADD-D858-6449-8048-AFC7200F4056}"/>
              </a:ext>
            </a:extLst>
          </p:cNvPr>
          <p:cNvSpPr>
            <a:spLocks noGrp="1"/>
          </p:cNvSpPr>
          <p:nvPr>
            <p:ph type="ftr" sz="quarter" idx="17"/>
          </p:nvPr>
        </p:nvSpPr>
        <p:spPr/>
        <p:txBody>
          <a:bodyPr/>
          <a:lstStyle/>
          <a:p>
            <a:r>
              <a:rPr lang="de-DE"/>
              <a:t>Hackathon 2026</a:t>
            </a:r>
          </a:p>
        </p:txBody>
      </p:sp>
      <p:pic>
        <p:nvPicPr>
          <p:cNvPr id="5" name="Picture 4">
            <a:extLst>
              <a:ext uri="{FF2B5EF4-FFF2-40B4-BE49-F238E27FC236}">
                <a16:creationId xmlns:a16="http://schemas.microsoft.com/office/drawing/2014/main" id="{19FE2907-23AB-6188-A418-32285E8F3E6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35673" y="1005277"/>
            <a:ext cx="7120653" cy="4250140"/>
          </a:xfrm>
          <a:prstGeom prst="rect">
            <a:avLst/>
          </a:prstGeom>
        </p:spPr>
      </p:pic>
    </p:spTree>
    <p:extLst>
      <p:ext uri="{BB962C8B-B14F-4D97-AF65-F5344CB8AC3E}">
        <p14:creationId xmlns:p14="http://schemas.microsoft.com/office/powerpoint/2010/main" val="2203516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D87C1-39E4-2861-CDE7-E64065F325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1792825-49DF-79B1-6066-F830F76118FE}"/>
              </a:ext>
            </a:extLst>
          </p:cNvPr>
          <p:cNvSpPr>
            <a:spLocks noGrp="1"/>
          </p:cNvSpPr>
          <p:nvPr>
            <p:ph type="body" sz="quarter" idx="15"/>
          </p:nvPr>
        </p:nvSpPr>
        <p:spPr>
          <a:xfrm rot="16200000">
            <a:off x="-2242273" y="2938663"/>
            <a:ext cx="5543146" cy="383370"/>
          </a:xfrm>
        </p:spPr>
        <p:txBody>
          <a:bodyPr/>
          <a:lstStyle/>
          <a:p>
            <a:r>
              <a:rPr lang="en-US" dirty="0"/>
              <a:t>Wawi Cloud Connection Flow</a:t>
            </a:r>
          </a:p>
        </p:txBody>
      </p:sp>
      <p:sp>
        <p:nvSpPr>
          <p:cNvPr id="3" name="Date Placeholder 2">
            <a:extLst>
              <a:ext uri="{FF2B5EF4-FFF2-40B4-BE49-F238E27FC236}">
                <a16:creationId xmlns:a16="http://schemas.microsoft.com/office/drawing/2014/main" id="{563F28B0-7F48-850A-09BB-69D01007070E}"/>
              </a:ext>
            </a:extLst>
          </p:cNvPr>
          <p:cNvSpPr>
            <a:spLocks noGrp="1"/>
          </p:cNvSpPr>
          <p:nvPr>
            <p:ph type="dt" sz="half" idx="16"/>
          </p:nvPr>
        </p:nvSpPr>
        <p:spPr/>
        <p:txBody>
          <a:bodyPr/>
          <a:lstStyle/>
          <a:p>
            <a:fld id="{6E7E44FC-3C13-43BC-B553-54EE2A08D93A}" type="datetime1">
              <a:rPr lang="de-DE" smtClean="0"/>
              <a:t>28.05.26</a:t>
            </a:fld>
            <a:endParaRPr lang="de-DE"/>
          </a:p>
        </p:txBody>
      </p:sp>
      <p:sp>
        <p:nvSpPr>
          <p:cNvPr id="4" name="Footer Placeholder 3">
            <a:extLst>
              <a:ext uri="{FF2B5EF4-FFF2-40B4-BE49-F238E27FC236}">
                <a16:creationId xmlns:a16="http://schemas.microsoft.com/office/drawing/2014/main" id="{2AF547EC-3662-7D0A-DE10-D9117EF12B11}"/>
              </a:ext>
            </a:extLst>
          </p:cNvPr>
          <p:cNvSpPr>
            <a:spLocks noGrp="1"/>
          </p:cNvSpPr>
          <p:nvPr>
            <p:ph type="ftr" sz="quarter" idx="17"/>
          </p:nvPr>
        </p:nvSpPr>
        <p:spPr/>
        <p:txBody>
          <a:bodyPr/>
          <a:lstStyle/>
          <a:p>
            <a:r>
              <a:rPr lang="de-DE"/>
              <a:t>Hackathon 2026</a:t>
            </a:r>
          </a:p>
        </p:txBody>
      </p:sp>
      <p:pic>
        <p:nvPicPr>
          <p:cNvPr id="5" name="Picture 4">
            <a:extLst>
              <a:ext uri="{FF2B5EF4-FFF2-40B4-BE49-F238E27FC236}">
                <a16:creationId xmlns:a16="http://schemas.microsoft.com/office/drawing/2014/main" id="{B6DCF0F6-C919-77A5-9756-0A4995780DD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35673" y="1005277"/>
            <a:ext cx="7120653" cy="4250139"/>
          </a:xfrm>
          <a:prstGeom prst="rect">
            <a:avLst/>
          </a:prstGeom>
        </p:spPr>
      </p:pic>
    </p:spTree>
    <p:extLst>
      <p:ext uri="{BB962C8B-B14F-4D97-AF65-F5344CB8AC3E}">
        <p14:creationId xmlns:p14="http://schemas.microsoft.com/office/powerpoint/2010/main" val="32606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A58DD-4604-B4B0-4914-447AA7341DC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C28281-123B-0A98-4873-7BD5CFA07E36}"/>
              </a:ext>
            </a:extLst>
          </p:cNvPr>
          <p:cNvSpPr>
            <a:spLocks noGrp="1"/>
          </p:cNvSpPr>
          <p:nvPr>
            <p:ph type="body" sz="quarter" idx="15"/>
          </p:nvPr>
        </p:nvSpPr>
        <p:spPr>
          <a:xfrm rot="16200000">
            <a:off x="-2242273" y="2938663"/>
            <a:ext cx="5543146" cy="383370"/>
          </a:xfrm>
        </p:spPr>
        <p:txBody>
          <a:bodyPr/>
          <a:lstStyle/>
          <a:p>
            <a:r>
              <a:rPr lang="en-US" dirty="0"/>
              <a:t>Wawi Cloud Connection Flow</a:t>
            </a:r>
          </a:p>
        </p:txBody>
      </p:sp>
      <p:sp>
        <p:nvSpPr>
          <p:cNvPr id="3" name="Date Placeholder 2">
            <a:extLst>
              <a:ext uri="{FF2B5EF4-FFF2-40B4-BE49-F238E27FC236}">
                <a16:creationId xmlns:a16="http://schemas.microsoft.com/office/drawing/2014/main" id="{55B5309C-4384-2688-9B3C-D24C35A91CFF}"/>
              </a:ext>
            </a:extLst>
          </p:cNvPr>
          <p:cNvSpPr>
            <a:spLocks noGrp="1"/>
          </p:cNvSpPr>
          <p:nvPr>
            <p:ph type="dt" sz="half" idx="16"/>
          </p:nvPr>
        </p:nvSpPr>
        <p:spPr/>
        <p:txBody>
          <a:bodyPr/>
          <a:lstStyle/>
          <a:p>
            <a:fld id="{6E7E44FC-3C13-43BC-B553-54EE2A08D93A}" type="datetime1">
              <a:rPr lang="de-DE" smtClean="0"/>
              <a:t>28.05.26</a:t>
            </a:fld>
            <a:endParaRPr lang="de-DE"/>
          </a:p>
        </p:txBody>
      </p:sp>
      <p:sp>
        <p:nvSpPr>
          <p:cNvPr id="4" name="Footer Placeholder 3">
            <a:extLst>
              <a:ext uri="{FF2B5EF4-FFF2-40B4-BE49-F238E27FC236}">
                <a16:creationId xmlns:a16="http://schemas.microsoft.com/office/drawing/2014/main" id="{77FBB8F7-8E47-1AA3-7705-260A68081601}"/>
              </a:ext>
            </a:extLst>
          </p:cNvPr>
          <p:cNvSpPr>
            <a:spLocks noGrp="1"/>
          </p:cNvSpPr>
          <p:nvPr>
            <p:ph type="ftr" sz="quarter" idx="17"/>
          </p:nvPr>
        </p:nvSpPr>
        <p:spPr/>
        <p:txBody>
          <a:bodyPr/>
          <a:lstStyle/>
          <a:p>
            <a:r>
              <a:rPr lang="de-DE"/>
              <a:t>Hackathon 2026</a:t>
            </a:r>
          </a:p>
        </p:txBody>
      </p:sp>
      <p:pic>
        <p:nvPicPr>
          <p:cNvPr id="5" name="Picture 4">
            <a:extLst>
              <a:ext uri="{FF2B5EF4-FFF2-40B4-BE49-F238E27FC236}">
                <a16:creationId xmlns:a16="http://schemas.microsoft.com/office/drawing/2014/main" id="{26ED4A3A-A639-8729-8C3E-D8937130EC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35674" y="1005277"/>
            <a:ext cx="7120651" cy="4250139"/>
          </a:xfrm>
          <a:prstGeom prst="rect">
            <a:avLst/>
          </a:prstGeom>
        </p:spPr>
      </p:pic>
    </p:spTree>
    <p:extLst>
      <p:ext uri="{BB962C8B-B14F-4D97-AF65-F5344CB8AC3E}">
        <p14:creationId xmlns:p14="http://schemas.microsoft.com/office/powerpoint/2010/main" val="3943858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D2DC07-1A2B-A521-FFAC-A4E5F38924C4}"/>
              </a:ext>
            </a:extLst>
          </p:cNvPr>
          <p:cNvSpPr>
            <a:spLocks noGrp="1"/>
          </p:cNvSpPr>
          <p:nvPr>
            <p:ph type="body" sz="quarter" idx="20"/>
          </p:nvPr>
        </p:nvSpPr>
        <p:spPr/>
        <p:txBody>
          <a:bodyPr/>
          <a:lstStyle/>
          <a:p>
            <a:r>
              <a:rPr lang="en-US" b="1" dirty="0"/>
              <a:t>JTL Cloud</a:t>
            </a:r>
            <a:r>
              <a:rPr lang="en-US" dirty="0"/>
              <a:t>  The platform itself – umbrella term for all cloud-based services.</a:t>
            </a:r>
          </a:p>
          <a:p>
            <a:endParaRPr lang="en-US" dirty="0"/>
          </a:p>
          <a:p>
            <a:r>
              <a:rPr lang="en-US" b="1" dirty="0"/>
              <a:t>JTL Hub</a:t>
            </a:r>
            <a:r>
              <a:rPr lang="en-US" dirty="0"/>
              <a:t>  Central interface – where merchants install apps and manage organizations.</a:t>
            </a:r>
          </a:p>
          <a:p>
            <a:endParaRPr lang="en-US" dirty="0"/>
          </a:p>
          <a:p>
            <a:r>
              <a:rPr lang="en-US" b="1" dirty="0"/>
              <a:t>JTL ID</a:t>
            </a:r>
            <a:r>
              <a:rPr lang="en-US" dirty="0"/>
              <a:t>  Central user account – SSO and basis for permissions across all cloud services.</a:t>
            </a:r>
          </a:p>
          <a:p>
            <a:endParaRPr lang="en-US" dirty="0"/>
          </a:p>
          <a:p>
            <a:r>
              <a:rPr lang="en-US" b="1" dirty="0"/>
              <a:t>App Store</a:t>
            </a:r>
            <a:r>
              <a:rPr lang="en-US" dirty="0"/>
              <a:t>  Distribution channel – where merchants install your app.</a:t>
            </a:r>
          </a:p>
          <a:p>
            <a:endParaRPr lang="en-US" dirty="0"/>
          </a:p>
        </p:txBody>
      </p:sp>
      <p:sp>
        <p:nvSpPr>
          <p:cNvPr id="3" name="Date Placeholder 2">
            <a:extLst>
              <a:ext uri="{FF2B5EF4-FFF2-40B4-BE49-F238E27FC236}">
                <a16:creationId xmlns:a16="http://schemas.microsoft.com/office/drawing/2014/main" id="{05A93705-6310-E2FF-993D-87078289B727}"/>
              </a:ext>
            </a:extLst>
          </p:cNvPr>
          <p:cNvSpPr>
            <a:spLocks noGrp="1"/>
          </p:cNvSpPr>
          <p:nvPr>
            <p:ph type="dt" sz="half" idx="25"/>
          </p:nvPr>
        </p:nvSpPr>
        <p:spPr/>
        <p:txBody>
          <a:bodyPr/>
          <a:lstStyle/>
          <a:p>
            <a:fld id="{E8A494E0-0A12-4052-9B99-4931184F9E14}" type="datetime1">
              <a:rPr lang="de-DE" smtClean="0"/>
              <a:t>28.05.26</a:t>
            </a:fld>
            <a:endParaRPr lang="de-DE"/>
          </a:p>
        </p:txBody>
      </p:sp>
      <p:sp>
        <p:nvSpPr>
          <p:cNvPr id="4" name="Footer Placeholder 3">
            <a:extLst>
              <a:ext uri="{FF2B5EF4-FFF2-40B4-BE49-F238E27FC236}">
                <a16:creationId xmlns:a16="http://schemas.microsoft.com/office/drawing/2014/main" id="{01C12312-01E5-7A4B-98F5-136DCC6F72F6}"/>
              </a:ext>
            </a:extLst>
          </p:cNvPr>
          <p:cNvSpPr>
            <a:spLocks noGrp="1"/>
          </p:cNvSpPr>
          <p:nvPr>
            <p:ph type="ftr" sz="quarter" idx="26"/>
          </p:nvPr>
        </p:nvSpPr>
        <p:spPr/>
        <p:txBody>
          <a:bodyPr/>
          <a:lstStyle/>
          <a:p>
            <a:r>
              <a:rPr lang="de-DE"/>
              <a:t>Hackathon 2026</a:t>
            </a:r>
          </a:p>
        </p:txBody>
      </p:sp>
      <p:sp>
        <p:nvSpPr>
          <p:cNvPr id="6" name="Text Placeholder 5">
            <a:extLst>
              <a:ext uri="{FF2B5EF4-FFF2-40B4-BE49-F238E27FC236}">
                <a16:creationId xmlns:a16="http://schemas.microsoft.com/office/drawing/2014/main" id="{6908D90F-6C58-1F04-A55C-6D37D90F83AD}"/>
              </a:ext>
            </a:extLst>
          </p:cNvPr>
          <p:cNvSpPr>
            <a:spLocks noGrp="1"/>
          </p:cNvSpPr>
          <p:nvPr>
            <p:ph type="body" sz="quarter" idx="15"/>
          </p:nvPr>
        </p:nvSpPr>
        <p:spPr/>
        <p:txBody>
          <a:bodyPr>
            <a:spAutoFit/>
          </a:bodyPr>
          <a:lstStyle/>
          <a:p>
            <a:r>
              <a:rPr lang="en-US" dirty="0">
                <a:solidFill>
                  <a:schemeClr val="accent1"/>
                </a:solidFill>
              </a:rPr>
              <a:t>CHAPTER 01 </a:t>
            </a:r>
            <a:r>
              <a:rPr lang="en-US" dirty="0"/>
              <a:t>· What is the JTL Cloud Platform?</a:t>
            </a:r>
          </a:p>
        </p:txBody>
      </p:sp>
      <p:sp>
        <p:nvSpPr>
          <p:cNvPr id="7" name="Text Placeholder 6">
            <a:extLst>
              <a:ext uri="{FF2B5EF4-FFF2-40B4-BE49-F238E27FC236}">
                <a16:creationId xmlns:a16="http://schemas.microsoft.com/office/drawing/2014/main" id="{AA605530-82F6-BC3C-957B-92ED2D04DD99}"/>
              </a:ext>
            </a:extLst>
          </p:cNvPr>
          <p:cNvSpPr>
            <a:spLocks noGrp="1"/>
          </p:cNvSpPr>
          <p:nvPr>
            <p:ph type="body" sz="quarter" idx="14"/>
          </p:nvPr>
        </p:nvSpPr>
        <p:spPr/>
        <p:txBody>
          <a:bodyPr/>
          <a:lstStyle/>
          <a:p>
            <a:r>
              <a:rPr lang="en-US" dirty="0"/>
              <a:t>Glossary · the key terms.</a:t>
            </a:r>
          </a:p>
        </p:txBody>
      </p:sp>
      <p:sp>
        <p:nvSpPr>
          <p:cNvPr id="8" name="Text Placeholder 7">
            <a:extLst>
              <a:ext uri="{FF2B5EF4-FFF2-40B4-BE49-F238E27FC236}">
                <a16:creationId xmlns:a16="http://schemas.microsoft.com/office/drawing/2014/main" id="{23B5982C-50C7-A725-327D-4D08F4BB06E9}"/>
              </a:ext>
            </a:extLst>
          </p:cNvPr>
          <p:cNvSpPr>
            <a:spLocks noGrp="1"/>
          </p:cNvSpPr>
          <p:nvPr>
            <p:ph type="body" sz="quarter" idx="28"/>
          </p:nvPr>
        </p:nvSpPr>
        <p:spPr>
          <a:xfrm>
            <a:off x="6201474" y="1287687"/>
            <a:ext cx="5630163" cy="4723814"/>
          </a:xfrm>
        </p:spPr>
        <p:txBody>
          <a:bodyPr/>
          <a:lstStyle/>
          <a:p>
            <a:r>
              <a:rPr lang="en-US" b="1" dirty="0"/>
              <a:t>Platform API</a:t>
            </a:r>
            <a:r>
              <a:rPr lang="en-US" dirty="0"/>
              <a:t>  The APIs your app backend calls to access merchant data.</a:t>
            </a:r>
          </a:p>
          <a:p>
            <a:endParaRPr lang="en-US" dirty="0"/>
          </a:p>
          <a:p>
            <a:r>
              <a:rPr lang="en-US" b="1" dirty="0"/>
              <a:t>App Shell</a:t>
            </a:r>
            <a:r>
              <a:rPr lang="en-US" dirty="0"/>
              <a:t>  The container that hosts your app’s UI. It handles layout, navigation, and communication with the rest of the platform.</a:t>
            </a:r>
          </a:p>
          <a:p>
            <a:endParaRPr lang="en-US" dirty="0"/>
          </a:p>
          <a:p>
            <a:r>
              <a:rPr lang="en-US" b="1" dirty="0"/>
              <a:t>AppBridge</a:t>
            </a:r>
            <a:r>
              <a:rPr lang="en-US" dirty="0"/>
              <a:t>  Communication layer between App Shell and your app – events and lifecycle.</a:t>
            </a:r>
          </a:p>
          <a:p>
            <a:endParaRPr lang="en-US" dirty="0"/>
          </a:p>
        </p:txBody>
      </p:sp>
    </p:spTree>
    <p:extLst>
      <p:ext uri="{BB962C8B-B14F-4D97-AF65-F5344CB8AC3E}">
        <p14:creationId xmlns:p14="http://schemas.microsoft.com/office/powerpoint/2010/main" val="1745450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5A8CC6-A713-64BD-CD53-A33999ABCFDD}"/>
              </a:ext>
            </a:extLst>
          </p:cNvPr>
          <p:cNvSpPr>
            <a:spLocks noGrp="1"/>
          </p:cNvSpPr>
          <p:nvPr>
            <p:ph type="body" sz="quarter" idx="10"/>
          </p:nvPr>
        </p:nvSpPr>
        <p:spPr>
          <a:xfrm>
            <a:off x="1310898" y="2027819"/>
            <a:ext cx="9580940" cy="2759730"/>
          </a:xfrm>
        </p:spPr>
        <p:txBody>
          <a:bodyPr>
            <a:spAutoFit/>
          </a:bodyPr>
          <a:lstStyle/>
          <a:p>
            <a:r>
              <a:rPr lang="en-US" sz="2800" dirty="0"/>
              <a:t>Currently only in production for pilot customers – individual areas are explicitly “in development”.</a:t>
            </a:r>
          </a:p>
          <a:p>
            <a:r>
              <a:rPr lang="en-US" sz="2800" dirty="0"/>
              <a:t>For you, that means: you’re building on the architecture that will be in place for the coming years.</a:t>
            </a:r>
          </a:p>
        </p:txBody>
      </p:sp>
      <p:sp>
        <p:nvSpPr>
          <p:cNvPr id="3" name="Text Placeholder 2">
            <a:extLst>
              <a:ext uri="{FF2B5EF4-FFF2-40B4-BE49-F238E27FC236}">
                <a16:creationId xmlns:a16="http://schemas.microsoft.com/office/drawing/2014/main" id="{9F827A0B-AE09-C367-B5FE-9072D3E3577B}"/>
              </a:ext>
            </a:extLst>
          </p:cNvPr>
          <p:cNvSpPr>
            <a:spLocks noGrp="1"/>
          </p:cNvSpPr>
          <p:nvPr>
            <p:ph type="body" sz="quarter" idx="16"/>
          </p:nvPr>
        </p:nvSpPr>
        <p:spPr>
          <a:xfrm>
            <a:off x="1310898" y="1612529"/>
            <a:ext cx="9580940" cy="377190"/>
          </a:xfrm>
        </p:spPr>
        <p:txBody>
          <a:bodyPr/>
          <a:lstStyle/>
          <a:p>
            <a:r>
              <a:rPr lang="en-US" dirty="0"/>
              <a:t>Early stage, lots of room to shape it</a:t>
            </a:r>
          </a:p>
        </p:txBody>
      </p:sp>
      <p:sp>
        <p:nvSpPr>
          <p:cNvPr id="4" name="Date Placeholder 3">
            <a:extLst>
              <a:ext uri="{FF2B5EF4-FFF2-40B4-BE49-F238E27FC236}">
                <a16:creationId xmlns:a16="http://schemas.microsoft.com/office/drawing/2014/main" id="{3549676E-AA47-3123-0A11-04F385EAF1B3}"/>
              </a:ext>
            </a:extLst>
          </p:cNvPr>
          <p:cNvSpPr>
            <a:spLocks noGrp="1"/>
          </p:cNvSpPr>
          <p:nvPr>
            <p:ph type="dt" sz="half" idx="17"/>
          </p:nvPr>
        </p:nvSpPr>
        <p:spPr/>
        <p:txBody>
          <a:bodyPr/>
          <a:lstStyle/>
          <a:p>
            <a:fld id="{A537DBDD-97BD-429F-A9EE-6DBEF8248525}" type="datetime1">
              <a:rPr lang="de-DE" smtClean="0"/>
              <a:t>28.05.26</a:t>
            </a:fld>
            <a:endParaRPr lang="de-DE"/>
          </a:p>
        </p:txBody>
      </p:sp>
      <p:sp>
        <p:nvSpPr>
          <p:cNvPr id="5" name="Footer Placeholder 4">
            <a:extLst>
              <a:ext uri="{FF2B5EF4-FFF2-40B4-BE49-F238E27FC236}">
                <a16:creationId xmlns:a16="http://schemas.microsoft.com/office/drawing/2014/main" id="{944EBDB5-DA38-5B0F-8D4A-DD132CDBA15B}"/>
              </a:ext>
            </a:extLst>
          </p:cNvPr>
          <p:cNvSpPr>
            <a:spLocks noGrp="1"/>
          </p:cNvSpPr>
          <p:nvPr>
            <p:ph type="ftr" sz="quarter" idx="18"/>
          </p:nvPr>
        </p:nvSpPr>
        <p:spPr/>
        <p:txBody>
          <a:bodyPr/>
          <a:lstStyle/>
          <a:p>
            <a:r>
              <a:rPr lang="de-DE"/>
              <a:t>Hackathon 2026</a:t>
            </a:r>
          </a:p>
        </p:txBody>
      </p:sp>
      <p:sp>
        <p:nvSpPr>
          <p:cNvPr id="7" name="Text Placeholder 6">
            <a:extLst>
              <a:ext uri="{FF2B5EF4-FFF2-40B4-BE49-F238E27FC236}">
                <a16:creationId xmlns:a16="http://schemas.microsoft.com/office/drawing/2014/main" id="{502C9DD9-E656-E5E9-AC2A-78E6187D67DE}"/>
              </a:ext>
            </a:extLst>
          </p:cNvPr>
          <p:cNvSpPr>
            <a:spLocks noGrp="1"/>
          </p:cNvSpPr>
          <p:nvPr>
            <p:ph type="body" sz="quarter" idx="15"/>
          </p:nvPr>
        </p:nvSpPr>
        <p:spPr/>
        <p:txBody>
          <a:bodyPr>
            <a:spAutoFit/>
          </a:bodyPr>
          <a:lstStyle/>
          <a:p>
            <a:r>
              <a:rPr lang="en-US" dirty="0">
                <a:solidFill>
                  <a:schemeClr val="accent1"/>
                </a:solidFill>
              </a:rPr>
              <a:t>CHAPTER 01 </a:t>
            </a:r>
            <a:r>
              <a:rPr lang="en-US" dirty="0"/>
              <a:t>· What is the JTL Cloud Platform?</a:t>
            </a:r>
          </a:p>
        </p:txBody>
      </p:sp>
      <p:sp>
        <p:nvSpPr>
          <p:cNvPr id="8" name="Text Placeholder 7">
            <a:extLst>
              <a:ext uri="{FF2B5EF4-FFF2-40B4-BE49-F238E27FC236}">
                <a16:creationId xmlns:a16="http://schemas.microsoft.com/office/drawing/2014/main" id="{07F6E9A0-85A4-13CC-CED1-7260EA520586}"/>
              </a:ext>
            </a:extLst>
          </p:cNvPr>
          <p:cNvSpPr>
            <a:spLocks noGrp="1"/>
          </p:cNvSpPr>
          <p:nvPr>
            <p:ph type="body" sz="quarter" idx="14"/>
          </p:nvPr>
        </p:nvSpPr>
        <p:spPr/>
        <p:txBody>
          <a:bodyPr/>
          <a:lstStyle/>
          <a:p>
            <a:r>
              <a:rPr lang="en-US" dirty="0"/>
              <a:t>Status · Beta.</a:t>
            </a:r>
          </a:p>
        </p:txBody>
      </p:sp>
    </p:spTree>
    <p:extLst>
      <p:ext uri="{BB962C8B-B14F-4D97-AF65-F5344CB8AC3E}">
        <p14:creationId xmlns:p14="http://schemas.microsoft.com/office/powerpoint/2010/main" val="2318373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0E163-87F7-8661-BD7D-408FD611159F}"/>
              </a:ext>
            </a:extLst>
          </p:cNvPr>
          <p:cNvSpPr>
            <a:spLocks noGrp="1"/>
          </p:cNvSpPr>
          <p:nvPr>
            <p:ph type="dt" sz="half" idx="12"/>
          </p:nvPr>
        </p:nvSpPr>
        <p:spPr/>
        <p:txBody>
          <a:bodyPr/>
          <a:lstStyle/>
          <a:p>
            <a:fld id="{6A77AD8F-DADF-473E-B58E-80A31BDD74F7}" type="datetime1">
              <a:rPr lang="de-DE" smtClean="0"/>
              <a:t>28.05.26</a:t>
            </a:fld>
            <a:endParaRPr lang="de-DE">
              <a:solidFill>
                <a:schemeClr val="bg1"/>
              </a:solidFill>
            </a:endParaRPr>
          </a:p>
        </p:txBody>
      </p:sp>
      <p:sp>
        <p:nvSpPr>
          <p:cNvPr id="3" name="Footer Placeholder 2">
            <a:extLst>
              <a:ext uri="{FF2B5EF4-FFF2-40B4-BE49-F238E27FC236}">
                <a16:creationId xmlns:a16="http://schemas.microsoft.com/office/drawing/2014/main" id="{70E5C9A7-A61F-B322-10E1-A5BA00A4B2F8}"/>
              </a:ext>
            </a:extLst>
          </p:cNvPr>
          <p:cNvSpPr>
            <a:spLocks noGrp="1"/>
          </p:cNvSpPr>
          <p:nvPr>
            <p:ph type="ftr" sz="quarter" idx="13"/>
          </p:nvPr>
        </p:nvSpPr>
        <p:spPr/>
        <p:txBody>
          <a:bodyPr/>
          <a:lstStyle/>
          <a:p>
            <a:r>
              <a:rPr lang="de-DE"/>
              <a:t>Hackathon 2026</a:t>
            </a:r>
          </a:p>
        </p:txBody>
      </p:sp>
      <p:sp>
        <p:nvSpPr>
          <p:cNvPr id="5" name="Text Placeholder 4">
            <a:extLst>
              <a:ext uri="{FF2B5EF4-FFF2-40B4-BE49-F238E27FC236}">
                <a16:creationId xmlns:a16="http://schemas.microsoft.com/office/drawing/2014/main" id="{C204FA29-7EE8-93E7-FE8D-F806C8AC6E62}"/>
              </a:ext>
            </a:extLst>
          </p:cNvPr>
          <p:cNvSpPr>
            <a:spLocks noGrp="1"/>
          </p:cNvSpPr>
          <p:nvPr>
            <p:ph type="body" sz="quarter" idx="10"/>
          </p:nvPr>
        </p:nvSpPr>
        <p:spPr>
          <a:xfrm>
            <a:off x="358775" y="2270764"/>
            <a:ext cx="7676271" cy="2262158"/>
          </a:xfrm>
        </p:spPr>
        <p:txBody>
          <a:bodyPr wrap="square">
            <a:spAutoFit/>
          </a:bodyPr>
          <a:lstStyle/>
          <a:p>
            <a:pPr>
              <a:lnSpc>
                <a:spcPct val="100000"/>
              </a:lnSpc>
            </a:pPr>
            <a:r>
              <a:rPr lang="en-US" sz="4800" dirty="0"/>
              <a:t>Architecture &amp; components of a JTL Cloud App</a:t>
            </a:r>
          </a:p>
        </p:txBody>
      </p:sp>
      <p:sp>
        <p:nvSpPr>
          <p:cNvPr id="6" name="Text Placeholder 5">
            <a:extLst>
              <a:ext uri="{FF2B5EF4-FFF2-40B4-BE49-F238E27FC236}">
                <a16:creationId xmlns:a16="http://schemas.microsoft.com/office/drawing/2014/main" id="{11FA70EE-483F-8FBB-A5F8-5F3FC75CA311}"/>
              </a:ext>
            </a:extLst>
          </p:cNvPr>
          <p:cNvSpPr>
            <a:spLocks noGrp="1"/>
          </p:cNvSpPr>
          <p:nvPr>
            <p:ph type="body" sz="quarter" idx="11"/>
          </p:nvPr>
        </p:nvSpPr>
        <p:spPr>
          <a:xfrm>
            <a:off x="358775" y="1896226"/>
            <a:ext cx="7010401" cy="360767"/>
          </a:xfrm>
        </p:spPr>
        <p:txBody>
          <a:bodyPr/>
          <a:lstStyle/>
          <a:p>
            <a:r>
              <a:rPr lang="en-US" dirty="0"/>
              <a:t>CHAPTER 02</a:t>
            </a:r>
          </a:p>
        </p:txBody>
      </p:sp>
      <p:sp>
        <p:nvSpPr>
          <p:cNvPr id="7" name="Rechteck 6">
            <a:extLst>
              <a:ext uri="{FF2B5EF4-FFF2-40B4-BE49-F238E27FC236}">
                <a16:creationId xmlns:a16="http://schemas.microsoft.com/office/drawing/2014/main" id="{599C7E3B-B4E0-F1BE-0BD9-4C8FC30F39D7}"/>
              </a:ext>
            </a:extLst>
          </p:cNvPr>
          <p:cNvSpPr/>
          <p:nvPr/>
        </p:nvSpPr>
        <p:spPr>
          <a:xfrm>
            <a:off x="9062948" y="2743200"/>
            <a:ext cx="638175" cy="342900"/>
          </a:xfrm>
          <a:prstGeom prst="rect">
            <a:avLst/>
          </a:prstGeom>
          <a:solidFill>
            <a:schemeClr val="accent2"/>
          </a:solidFill>
          <a:ln w="15990" cap="flat">
            <a:noFill/>
            <a:prstDash val="solid"/>
            <a:miter/>
          </a:ln>
        </p:spPr>
        <p:txBody>
          <a:bodyPr rtlCol="0" anchor="ctr"/>
          <a:lstStyle/>
          <a:p>
            <a:pPr algn="l"/>
            <a:endParaRPr lang="de-DE"/>
          </a:p>
        </p:txBody>
      </p:sp>
      <p:sp>
        <p:nvSpPr>
          <p:cNvPr id="8" name="Rechteck 7">
            <a:extLst>
              <a:ext uri="{FF2B5EF4-FFF2-40B4-BE49-F238E27FC236}">
                <a16:creationId xmlns:a16="http://schemas.microsoft.com/office/drawing/2014/main" id="{FFC40BEF-5511-9B6D-6559-1B97F76AE8D9}"/>
              </a:ext>
            </a:extLst>
          </p:cNvPr>
          <p:cNvSpPr/>
          <p:nvPr/>
        </p:nvSpPr>
        <p:spPr>
          <a:xfrm>
            <a:off x="9491802" y="2743200"/>
            <a:ext cx="457199" cy="342900"/>
          </a:xfrm>
          <a:prstGeom prst="rect">
            <a:avLst/>
          </a:prstGeom>
          <a:solidFill>
            <a:schemeClr val="bg1"/>
          </a:solidFill>
          <a:ln w="15990" cap="flat">
            <a:noFill/>
            <a:prstDash val="solid"/>
            <a:miter/>
          </a:ln>
        </p:spPr>
        <p:txBody>
          <a:bodyPr rtlCol="0" anchor="ctr"/>
          <a:lstStyle/>
          <a:p>
            <a:pPr algn="l"/>
            <a:endParaRPr lang="de-DE"/>
          </a:p>
        </p:txBody>
      </p:sp>
      <p:pic>
        <p:nvPicPr>
          <p:cNvPr id="12" name="Grafik 11">
            <a:extLst>
              <a:ext uri="{FF2B5EF4-FFF2-40B4-BE49-F238E27FC236}">
                <a16:creationId xmlns:a16="http://schemas.microsoft.com/office/drawing/2014/main" id="{F8197C94-2757-8A60-F631-EE5D7098D3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7855" y="-439546"/>
            <a:ext cx="3516860" cy="3868546"/>
          </a:xfrm>
          <a:prstGeom prst="rect">
            <a:avLst/>
          </a:prstGeom>
        </p:spPr>
      </p:pic>
    </p:spTree>
    <p:extLst>
      <p:ext uri="{BB962C8B-B14F-4D97-AF65-F5344CB8AC3E}">
        <p14:creationId xmlns:p14="http://schemas.microsoft.com/office/powerpoint/2010/main" val="1746472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A24E6-577C-2467-9B41-8B6E4E8BE75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F24068-A2C6-1A82-6833-3CFD52DC6E9E}"/>
              </a:ext>
            </a:extLst>
          </p:cNvPr>
          <p:cNvSpPr>
            <a:spLocks noGrp="1"/>
          </p:cNvSpPr>
          <p:nvPr>
            <p:ph type="dt" sz="half" idx="17"/>
          </p:nvPr>
        </p:nvSpPr>
        <p:spPr/>
        <p:txBody>
          <a:bodyPr/>
          <a:lstStyle/>
          <a:p>
            <a:fld id="{A537DBDD-97BD-429F-A9EE-6DBEF8248525}" type="datetime1">
              <a:rPr lang="de-DE" smtClean="0"/>
              <a:t>28.05.26</a:t>
            </a:fld>
            <a:endParaRPr lang="de-DE"/>
          </a:p>
        </p:txBody>
      </p:sp>
      <p:sp>
        <p:nvSpPr>
          <p:cNvPr id="5" name="Footer Placeholder 4">
            <a:extLst>
              <a:ext uri="{FF2B5EF4-FFF2-40B4-BE49-F238E27FC236}">
                <a16:creationId xmlns:a16="http://schemas.microsoft.com/office/drawing/2014/main" id="{DDC0F00F-AA51-37E2-C028-9A8B59EB13A5}"/>
              </a:ext>
            </a:extLst>
          </p:cNvPr>
          <p:cNvSpPr>
            <a:spLocks noGrp="1"/>
          </p:cNvSpPr>
          <p:nvPr>
            <p:ph type="ftr" sz="quarter" idx="18"/>
          </p:nvPr>
        </p:nvSpPr>
        <p:spPr/>
        <p:txBody>
          <a:bodyPr/>
          <a:lstStyle/>
          <a:p>
            <a:r>
              <a:rPr lang="de-DE"/>
              <a:t>Hackathon 2026</a:t>
            </a:r>
          </a:p>
        </p:txBody>
      </p:sp>
      <p:sp>
        <p:nvSpPr>
          <p:cNvPr id="12" name="Text Placeholder 4">
            <a:extLst>
              <a:ext uri="{FF2B5EF4-FFF2-40B4-BE49-F238E27FC236}">
                <a16:creationId xmlns:a16="http://schemas.microsoft.com/office/drawing/2014/main" id="{D8510B63-32EC-B42A-AA9D-A4FCFDE9BC81}"/>
              </a:ext>
            </a:extLst>
          </p:cNvPr>
          <p:cNvSpPr>
            <a:spLocks noGrp="1"/>
          </p:cNvSpPr>
          <p:nvPr>
            <p:ph type="body" sz="quarter" idx="15"/>
          </p:nvPr>
        </p:nvSpPr>
        <p:spPr>
          <a:xfrm>
            <a:off x="370585" y="330122"/>
            <a:ext cx="11461053" cy="256989"/>
          </a:xfrm>
        </p:spPr>
        <p:txBody>
          <a:bodyPr>
            <a:spAutoFit/>
          </a:bodyPr>
          <a:lstStyle/>
          <a:p>
            <a:r>
              <a:rPr lang="en-US" dirty="0">
                <a:solidFill>
                  <a:schemeClr val="accent1"/>
                </a:solidFill>
              </a:rPr>
              <a:t>CHAPTER 02 </a:t>
            </a:r>
            <a:r>
              <a:rPr lang="en-US" dirty="0"/>
              <a:t>· Architecture &amp; Components</a:t>
            </a:r>
          </a:p>
        </p:txBody>
      </p:sp>
      <p:sp>
        <p:nvSpPr>
          <p:cNvPr id="13" name="Text Placeholder 5">
            <a:extLst>
              <a:ext uri="{FF2B5EF4-FFF2-40B4-BE49-F238E27FC236}">
                <a16:creationId xmlns:a16="http://schemas.microsoft.com/office/drawing/2014/main" id="{E1682F13-6842-1B03-0368-AFFD022DCD41}"/>
              </a:ext>
            </a:extLst>
          </p:cNvPr>
          <p:cNvSpPr>
            <a:spLocks noGrp="1"/>
          </p:cNvSpPr>
          <p:nvPr>
            <p:ph type="body" sz="quarter" idx="14"/>
          </p:nvPr>
        </p:nvSpPr>
        <p:spPr>
          <a:xfrm>
            <a:off x="356835" y="631484"/>
            <a:ext cx="11474803" cy="297769"/>
          </a:xfrm>
        </p:spPr>
        <p:txBody>
          <a:bodyPr/>
          <a:lstStyle/>
          <a:p>
            <a:r>
              <a:rPr lang="en-US" dirty="0"/>
              <a:t>The four integration types (more coming soon)</a:t>
            </a:r>
          </a:p>
        </p:txBody>
      </p:sp>
      <p:grpSp>
        <p:nvGrpSpPr>
          <p:cNvPr id="23" name="Gruppieren 22">
            <a:extLst>
              <a:ext uri="{FF2B5EF4-FFF2-40B4-BE49-F238E27FC236}">
                <a16:creationId xmlns:a16="http://schemas.microsoft.com/office/drawing/2014/main" id="{B1BB4876-7A0D-5E7A-DBC3-FB270A9E7236}"/>
              </a:ext>
            </a:extLst>
          </p:cNvPr>
          <p:cNvGrpSpPr/>
          <p:nvPr/>
        </p:nvGrpSpPr>
        <p:grpSpPr>
          <a:xfrm>
            <a:off x="362742" y="1348740"/>
            <a:ext cx="11457783" cy="4797471"/>
            <a:chOff x="362742" y="1696576"/>
            <a:chExt cx="11457783" cy="2794129"/>
          </a:xfrm>
        </p:grpSpPr>
        <p:sp>
          <p:nvSpPr>
            <p:cNvPr id="18" name="Rechteck: abgerundete Ecken 17">
              <a:extLst>
                <a:ext uri="{FF2B5EF4-FFF2-40B4-BE49-F238E27FC236}">
                  <a16:creationId xmlns:a16="http://schemas.microsoft.com/office/drawing/2014/main" id="{F5BF640D-C32C-54FD-9A6F-F523E11163E4}"/>
                </a:ext>
              </a:extLst>
            </p:cNvPr>
            <p:cNvSpPr/>
            <p:nvPr/>
          </p:nvSpPr>
          <p:spPr>
            <a:xfrm>
              <a:off x="362742" y="1696576"/>
              <a:ext cx="5633245" cy="1341439"/>
            </a:xfrm>
            <a:prstGeom prst="roundRect">
              <a:avLst/>
            </a:prstGeom>
            <a:solidFill>
              <a:schemeClr val="bg2"/>
            </a:solidFill>
            <a:ln w="15990" cap="flat">
              <a:noFill/>
              <a:prstDash val="solid"/>
              <a:miter/>
            </a:ln>
          </p:spPr>
          <p:txBody>
            <a:bodyPr lIns="972000" rIns="108000" rtlCol="0" anchor="ctr"/>
            <a:lstStyle/>
            <a:p>
              <a:pPr>
                <a:spcAft>
                  <a:spcPts val="1200"/>
                </a:spcAft>
              </a:pPr>
              <a:r>
                <a:rPr lang="en-US" b="1" dirty="0"/>
                <a:t>Cloud App with UI in the Hub</a:t>
              </a:r>
            </a:p>
            <a:p>
              <a:r>
                <a:rPr lang="en-US" dirty="0"/>
                <a:t>Your app as part of the Hub App Dashboard.</a:t>
              </a:r>
            </a:p>
          </p:txBody>
        </p:sp>
        <p:sp>
          <p:nvSpPr>
            <p:cNvPr id="20" name="Rechteck: abgerundete Ecken 19">
              <a:extLst>
                <a:ext uri="{FF2B5EF4-FFF2-40B4-BE49-F238E27FC236}">
                  <a16:creationId xmlns:a16="http://schemas.microsoft.com/office/drawing/2014/main" id="{DFB9B4D0-B332-ECB4-9A14-78305C649F31}"/>
                </a:ext>
              </a:extLst>
            </p:cNvPr>
            <p:cNvSpPr/>
            <p:nvPr/>
          </p:nvSpPr>
          <p:spPr>
            <a:xfrm>
              <a:off x="362742" y="3149266"/>
              <a:ext cx="5633245" cy="1341439"/>
            </a:xfrm>
            <a:prstGeom prst="roundRect">
              <a:avLst/>
            </a:prstGeom>
            <a:solidFill>
              <a:schemeClr val="bg2"/>
            </a:solidFill>
            <a:ln w="15990" cap="flat">
              <a:noFill/>
              <a:prstDash val="solid"/>
              <a:miter/>
            </a:ln>
          </p:spPr>
          <p:txBody>
            <a:bodyPr lIns="972000" rIns="108000" rtlCol="0" anchor="ctr"/>
            <a:lstStyle/>
            <a:p>
              <a:pPr>
                <a:spcAft>
                  <a:spcPts val="1200"/>
                </a:spcAft>
              </a:pPr>
              <a:r>
                <a:rPr lang="en-US" b="1" dirty="0"/>
                <a:t>Headless integration</a:t>
              </a:r>
            </a:p>
            <a:p>
              <a:r>
                <a:rPr lang="en-US" dirty="0"/>
                <a:t>Backend service without UI. Listens to events and calls APIs — e.g. a webhook handler.</a:t>
              </a:r>
            </a:p>
          </p:txBody>
        </p:sp>
        <p:sp>
          <p:nvSpPr>
            <p:cNvPr id="21" name="Rechteck: abgerundete Ecken 20">
              <a:extLst>
                <a:ext uri="{FF2B5EF4-FFF2-40B4-BE49-F238E27FC236}">
                  <a16:creationId xmlns:a16="http://schemas.microsoft.com/office/drawing/2014/main" id="{3F75DD24-C9FD-6EAE-4DE8-3BF75487D617}"/>
                </a:ext>
              </a:extLst>
            </p:cNvPr>
            <p:cNvSpPr/>
            <p:nvPr/>
          </p:nvSpPr>
          <p:spPr>
            <a:xfrm>
              <a:off x="6187280" y="1696576"/>
              <a:ext cx="5633245" cy="1341439"/>
            </a:xfrm>
            <a:prstGeom prst="roundRect">
              <a:avLst/>
            </a:prstGeom>
            <a:solidFill>
              <a:schemeClr val="bg2"/>
            </a:solidFill>
            <a:ln w="15990" cap="flat">
              <a:noFill/>
              <a:prstDash val="solid"/>
              <a:miter/>
            </a:ln>
          </p:spPr>
          <p:txBody>
            <a:bodyPr lIns="972000" rIns="108000" rtlCol="0" anchor="ctr"/>
            <a:lstStyle/>
            <a:p>
              <a:pPr>
                <a:spcAft>
                  <a:spcPts val="1200"/>
                </a:spcAft>
              </a:pPr>
              <a:r>
                <a:rPr lang="en-US" b="1" dirty="0"/>
                <a:t>Cloud ERP Menu item</a:t>
              </a:r>
            </a:p>
            <a:p>
              <a:r>
                <a:rPr lang="en-US" dirty="0"/>
                <a:t>Extend the Cloud ERP Menu with your app</a:t>
              </a:r>
            </a:p>
          </p:txBody>
        </p:sp>
        <p:sp>
          <p:nvSpPr>
            <p:cNvPr id="22" name="Rechteck: abgerundete Ecken 21">
              <a:extLst>
                <a:ext uri="{FF2B5EF4-FFF2-40B4-BE49-F238E27FC236}">
                  <a16:creationId xmlns:a16="http://schemas.microsoft.com/office/drawing/2014/main" id="{94611AAA-EC28-B481-0C8F-F3E8636D23D8}"/>
                </a:ext>
              </a:extLst>
            </p:cNvPr>
            <p:cNvSpPr/>
            <p:nvPr/>
          </p:nvSpPr>
          <p:spPr>
            <a:xfrm>
              <a:off x="6187280" y="3149265"/>
              <a:ext cx="5633245" cy="1341439"/>
            </a:xfrm>
            <a:prstGeom prst="roundRect">
              <a:avLst/>
            </a:prstGeom>
            <a:solidFill>
              <a:schemeClr val="bg2"/>
            </a:solidFill>
            <a:ln w="15990" cap="flat">
              <a:noFill/>
              <a:prstDash val="solid"/>
              <a:miter/>
            </a:ln>
          </p:spPr>
          <p:txBody>
            <a:bodyPr lIns="972000" rIns="108000" rtlCol="0" anchor="ctr"/>
            <a:lstStyle/>
            <a:p>
              <a:pPr>
                <a:spcAft>
                  <a:spcPts val="1200"/>
                </a:spcAft>
              </a:pPr>
              <a:r>
                <a:rPr lang="en-US" b="1" dirty="0"/>
                <a:t>Cloud ERP Panel integration</a:t>
              </a:r>
            </a:p>
            <a:p>
              <a:pPr>
                <a:spcAft>
                  <a:spcPts val="1200"/>
                </a:spcAft>
              </a:pPr>
              <a:r>
                <a:rPr lang="en-US" dirty="0"/>
                <a:t>Enhance the context of the Cloud ERP with your app specialized to the active context.</a:t>
              </a:r>
            </a:p>
          </p:txBody>
        </p:sp>
      </p:grpSp>
    </p:spTree>
    <p:extLst>
      <p:ext uri="{BB962C8B-B14F-4D97-AF65-F5344CB8AC3E}">
        <p14:creationId xmlns:p14="http://schemas.microsoft.com/office/powerpoint/2010/main" val="1760607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BFC"/>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382C65-6292-BC35-78AF-6748696B5970}"/>
              </a:ext>
            </a:extLst>
          </p:cNvPr>
          <p:cNvSpPr>
            <a:spLocks noGrp="1"/>
          </p:cNvSpPr>
          <p:nvPr>
            <p:ph type="body" sz="quarter" idx="10"/>
          </p:nvPr>
        </p:nvSpPr>
        <p:spPr/>
        <p:txBody>
          <a:bodyPr anchor="t"/>
          <a:lstStyle/>
          <a:p>
            <a:pPr>
              <a:buNone/>
            </a:pPr>
            <a:r>
              <a:rPr lang="en-US" dirty="0"/>
              <a:t> </a:t>
            </a:r>
          </a:p>
        </p:txBody>
      </p:sp>
      <p:sp>
        <p:nvSpPr>
          <p:cNvPr id="3" name="Date Placeholder 2">
            <a:extLst>
              <a:ext uri="{FF2B5EF4-FFF2-40B4-BE49-F238E27FC236}">
                <a16:creationId xmlns:a16="http://schemas.microsoft.com/office/drawing/2014/main" id="{6E5114F5-D458-E5DB-29B2-75EE61D97815}"/>
              </a:ext>
            </a:extLst>
          </p:cNvPr>
          <p:cNvSpPr>
            <a:spLocks noGrp="1"/>
          </p:cNvSpPr>
          <p:nvPr>
            <p:ph type="dt" sz="half" idx="16"/>
          </p:nvPr>
        </p:nvSpPr>
        <p:spPr/>
        <p:txBody>
          <a:bodyPr/>
          <a:lstStyle/>
          <a:p>
            <a:fld id="{8622B495-2FCF-4F16-A286-2D1E5DDE7EA4}" type="datetime1">
              <a:rPr lang="de-DE" smtClean="0"/>
              <a:t>28.05.26</a:t>
            </a:fld>
            <a:endParaRPr lang="de-DE"/>
          </a:p>
        </p:txBody>
      </p:sp>
      <p:sp>
        <p:nvSpPr>
          <p:cNvPr id="4" name="Footer Placeholder 3">
            <a:extLst>
              <a:ext uri="{FF2B5EF4-FFF2-40B4-BE49-F238E27FC236}">
                <a16:creationId xmlns:a16="http://schemas.microsoft.com/office/drawing/2014/main" id="{B07FAC19-2F6D-A6EA-7FA3-0402DB591274}"/>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B2B4F85A-F20D-D089-8720-D6B13787CC97}"/>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532B42DB-4CEA-E51E-4A7D-8B158F92DEC5}"/>
              </a:ext>
            </a:extLst>
          </p:cNvPr>
          <p:cNvSpPr>
            <a:spLocks noGrp="1"/>
          </p:cNvSpPr>
          <p:nvPr>
            <p:ph type="body" sz="quarter" idx="14"/>
          </p:nvPr>
        </p:nvSpPr>
        <p:spPr/>
        <p:txBody>
          <a:bodyPr/>
          <a:lstStyle/>
          <a:p>
            <a:r>
              <a:rPr lang="en-US" dirty="0"/>
              <a:t>Cloud App capabilities: Hub Link</a:t>
            </a:r>
          </a:p>
        </p:txBody>
      </p:sp>
      <p:pic>
        <p:nvPicPr>
          <p:cNvPr id="8" name="Picture 7">
            <a:extLst>
              <a:ext uri="{FF2B5EF4-FFF2-40B4-BE49-F238E27FC236}">
                <a16:creationId xmlns:a16="http://schemas.microsoft.com/office/drawing/2014/main" id="{DD4F4F13-5138-C607-622C-988538EA749F}"/>
              </a:ext>
            </a:extLst>
          </p:cNvPr>
          <p:cNvPicPr>
            <a:picLocks noChangeAspect="1"/>
          </p:cNvPicPr>
          <p:nvPr/>
        </p:nvPicPr>
        <p:blipFill>
          <a:blip r:embed="rId2"/>
          <a:stretch>
            <a:fillRect/>
          </a:stretch>
        </p:blipFill>
        <p:spPr>
          <a:xfrm>
            <a:off x="1104626" y="1378473"/>
            <a:ext cx="9977986" cy="4067458"/>
          </a:xfrm>
          <a:prstGeom prst="rect">
            <a:avLst/>
          </a:prstGeom>
        </p:spPr>
      </p:pic>
      <p:sp>
        <p:nvSpPr>
          <p:cNvPr id="11" name="Textfeld 10">
            <a:extLst>
              <a:ext uri="{FF2B5EF4-FFF2-40B4-BE49-F238E27FC236}">
                <a16:creationId xmlns:a16="http://schemas.microsoft.com/office/drawing/2014/main" id="{5DFB7BCC-B4C1-B2DF-9D08-2D808D1D8575}"/>
              </a:ext>
            </a:extLst>
          </p:cNvPr>
          <p:cNvSpPr txBox="1"/>
          <p:nvPr/>
        </p:nvSpPr>
        <p:spPr>
          <a:xfrm>
            <a:off x="3048000" y="5582579"/>
            <a:ext cx="6096000" cy="369332"/>
          </a:xfrm>
          <a:prstGeom prst="rect">
            <a:avLst/>
          </a:prstGeom>
          <a:noFill/>
        </p:spPr>
        <p:txBody>
          <a:bodyPr wrap="square">
            <a:spAutoFit/>
          </a:bodyPr>
          <a:lstStyle/>
          <a:p>
            <a:pPr algn="ctr">
              <a:buNone/>
            </a:pPr>
            <a:r>
              <a:rPr lang="en-US" b="1" dirty="0"/>
              <a:t>Your app as part of the JTL Hub App Dashboard.</a:t>
            </a:r>
          </a:p>
        </p:txBody>
      </p:sp>
      <p:sp>
        <p:nvSpPr>
          <p:cNvPr id="12" name="Rechteck: abgerundete Ecken 11">
            <a:extLst>
              <a:ext uri="{FF2B5EF4-FFF2-40B4-BE49-F238E27FC236}">
                <a16:creationId xmlns:a16="http://schemas.microsoft.com/office/drawing/2014/main" id="{82825FFA-895B-B4A3-80B1-D2BA416C8C5E}"/>
              </a:ext>
            </a:extLst>
          </p:cNvPr>
          <p:cNvSpPr/>
          <p:nvPr/>
        </p:nvSpPr>
        <p:spPr>
          <a:xfrm>
            <a:off x="4543425" y="4133851"/>
            <a:ext cx="3057525" cy="1094338"/>
          </a:xfrm>
          <a:prstGeom prst="roundRect">
            <a:avLst>
              <a:gd name="adj" fmla="val 10658"/>
            </a:avLst>
          </a:prstGeom>
          <a:solidFill>
            <a:schemeClr val="accent1"/>
          </a:solidFill>
          <a:ln w="15990" cap="flat">
            <a:noFill/>
            <a:prstDash val="solid"/>
            <a:miter/>
          </a:ln>
        </p:spPr>
        <p:txBody>
          <a:bodyPr rtlCol="0" anchor="ctr"/>
          <a:lstStyle/>
          <a:p>
            <a:pPr algn="l"/>
            <a:endParaRPr lang="de-DE"/>
          </a:p>
        </p:txBody>
      </p:sp>
      <p:pic>
        <p:nvPicPr>
          <p:cNvPr id="14" name="Grafik 13">
            <a:extLst>
              <a:ext uri="{FF2B5EF4-FFF2-40B4-BE49-F238E27FC236}">
                <a16:creationId xmlns:a16="http://schemas.microsoft.com/office/drawing/2014/main" id="{F0C4C607-7136-BBFE-B8CF-749D4B9B28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15025" y="4486877"/>
            <a:ext cx="361950" cy="361950"/>
          </a:xfrm>
          <a:prstGeom prst="rect">
            <a:avLst/>
          </a:prstGeom>
        </p:spPr>
      </p:pic>
    </p:spTree>
    <p:extLst>
      <p:ext uri="{BB962C8B-B14F-4D97-AF65-F5344CB8AC3E}">
        <p14:creationId xmlns:p14="http://schemas.microsoft.com/office/powerpoint/2010/main" val="954924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7B85E5-EBCE-47B7-0245-4EAE74E6F46E}"/>
              </a:ext>
            </a:extLst>
          </p:cNvPr>
          <p:cNvSpPr>
            <a:spLocks noGrp="1"/>
          </p:cNvSpPr>
          <p:nvPr>
            <p:ph type="body" sz="quarter" idx="10"/>
          </p:nvPr>
        </p:nvSpPr>
        <p:spPr>
          <a:xfrm>
            <a:off x="356835" y="2221923"/>
            <a:ext cx="5211907" cy="2444634"/>
          </a:xfrm>
        </p:spPr>
        <p:txBody>
          <a:bodyPr anchor="ctr"/>
          <a:lstStyle/>
          <a:p>
            <a:pPr marL="0" indent="0">
              <a:buNone/>
            </a:pPr>
            <a:r>
              <a:rPr lang="en-US" sz="2600" b="1" u="sng" dirty="0">
                <a:solidFill>
                  <a:schemeClr val="accent1"/>
                </a:solidFill>
              </a:rPr>
              <a:t>Extend</a:t>
            </a:r>
            <a:r>
              <a:rPr lang="en-US" sz="2600" b="1" dirty="0"/>
              <a:t> the Cloud ERP main menu with your own entry.</a:t>
            </a:r>
            <a:r>
              <a:rPr lang="en-US" sz="2600" dirty="0"/>
              <a:t> </a:t>
            </a:r>
          </a:p>
        </p:txBody>
      </p:sp>
      <p:sp>
        <p:nvSpPr>
          <p:cNvPr id="3" name="Date Placeholder 2">
            <a:extLst>
              <a:ext uri="{FF2B5EF4-FFF2-40B4-BE49-F238E27FC236}">
                <a16:creationId xmlns:a16="http://schemas.microsoft.com/office/drawing/2014/main" id="{7092686C-6EF6-A49D-3729-1AD4AF20577E}"/>
              </a:ext>
            </a:extLst>
          </p:cNvPr>
          <p:cNvSpPr>
            <a:spLocks noGrp="1"/>
          </p:cNvSpPr>
          <p:nvPr>
            <p:ph type="dt" sz="half" idx="16"/>
          </p:nvPr>
        </p:nvSpPr>
        <p:spPr/>
        <p:txBody>
          <a:bodyPr/>
          <a:lstStyle/>
          <a:p>
            <a:fld id="{0914165A-5216-4170-AAB3-02F15CFF755B}" type="datetime1">
              <a:rPr lang="de-DE" smtClean="0"/>
              <a:t>28.05.26</a:t>
            </a:fld>
            <a:endParaRPr lang="de-DE"/>
          </a:p>
        </p:txBody>
      </p:sp>
      <p:sp>
        <p:nvSpPr>
          <p:cNvPr id="4" name="Footer Placeholder 3">
            <a:extLst>
              <a:ext uri="{FF2B5EF4-FFF2-40B4-BE49-F238E27FC236}">
                <a16:creationId xmlns:a16="http://schemas.microsoft.com/office/drawing/2014/main" id="{2AFA29AA-1ADF-9230-D843-706346752038}"/>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49155EDA-0E74-65F6-9047-B7A98E12B9BA}"/>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7CB7003D-1D17-5320-92F0-DBB82BF9139E}"/>
              </a:ext>
            </a:extLst>
          </p:cNvPr>
          <p:cNvSpPr>
            <a:spLocks noGrp="1"/>
          </p:cNvSpPr>
          <p:nvPr>
            <p:ph type="body" sz="quarter" idx="14"/>
          </p:nvPr>
        </p:nvSpPr>
        <p:spPr/>
        <p:txBody>
          <a:bodyPr/>
          <a:lstStyle/>
          <a:p>
            <a:r>
              <a:rPr lang="en-US" dirty="0"/>
              <a:t>Cloud ERP Menu item.</a:t>
            </a:r>
          </a:p>
        </p:txBody>
      </p:sp>
      <p:pic>
        <p:nvPicPr>
          <p:cNvPr id="10" name="Grafik 9" descr="Ein Bild, das Text, Screenshot, Zahl, Schrift enthält.&#10;&#10;KI-generierte Inhalte können fehlerhaft sein.">
            <a:extLst>
              <a:ext uri="{FF2B5EF4-FFF2-40B4-BE49-F238E27FC236}">
                <a16:creationId xmlns:a16="http://schemas.microsoft.com/office/drawing/2014/main" id="{ABD60B11-90FA-01AC-76CE-9C42B1C07537}"/>
              </a:ext>
            </a:extLst>
          </p:cNvPr>
          <p:cNvPicPr>
            <a:picLocks noChangeAspect="1"/>
          </p:cNvPicPr>
          <p:nvPr/>
        </p:nvPicPr>
        <p:blipFill>
          <a:blip r:embed="rId3">
            <a:extLst>
              <a:ext uri="{28A0092B-C50C-407E-A947-70E740481C1C}">
                <a14:useLocalDpi xmlns:a14="http://schemas.microsoft.com/office/drawing/2010/main" val="0"/>
              </a:ext>
            </a:extLst>
          </a:blip>
          <a:srcRect t="549" r="15187" b="705"/>
          <a:stretch>
            <a:fillRect/>
          </a:stretch>
        </p:blipFill>
        <p:spPr>
          <a:xfrm>
            <a:off x="6799941" y="0"/>
            <a:ext cx="5392060" cy="6858000"/>
          </a:xfrm>
          <a:prstGeom prst="rect">
            <a:avLst/>
          </a:prstGeom>
          <a:effectLst>
            <a:outerShdw blurRad="355600" dist="38100" dir="10800000" algn="r" rotWithShape="0">
              <a:prstClr val="black">
                <a:alpha val="10000"/>
              </a:prstClr>
            </a:outerShdw>
          </a:effectLst>
        </p:spPr>
      </p:pic>
    </p:spTree>
    <p:extLst>
      <p:ext uri="{BB962C8B-B14F-4D97-AF65-F5344CB8AC3E}">
        <p14:creationId xmlns:p14="http://schemas.microsoft.com/office/powerpoint/2010/main" val="2495066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A15C4-124A-FCC4-D325-C822349EC5B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5E2624-E87D-4C2E-6015-FA1AF95D6BBF}"/>
              </a:ext>
            </a:extLst>
          </p:cNvPr>
          <p:cNvSpPr>
            <a:spLocks noGrp="1"/>
          </p:cNvSpPr>
          <p:nvPr>
            <p:ph type="body" sz="quarter" idx="10"/>
          </p:nvPr>
        </p:nvSpPr>
        <p:spPr>
          <a:xfrm>
            <a:off x="356835" y="2674621"/>
            <a:ext cx="5211907" cy="1562100"/>
          </a:xfrm>
        </p:spPr>
        <p:txBody>
          <a:bodyPr anchor="ctr"/>
          <a:lstStyle/>
          <a:p>
            <a:pPr marL="0" indent="0">
              <a:buNone/>
            </a:pPr>
            <a:r>
              <a:rPr lang="en-US" sz="2600" b="1" u="sng" dirty="0">
                <a:solidFill>
                  <a:schemeClr val="accent1"/>
                </a:solidFill>
              </a:rPr>
              <a:t>Embed</a:t>
            </a:r>
            <a:r>
              <a:rPr lang="en-US" sz="2600" b="1" dirty="0"/>
              <a:t> your app right </a:t>
            </a:r>
            <a:br>
              <a:rPr lang="en-US" sz="2600" b="1" dirty="0"/>
            </a:br>
            <a:r>
              <a:rPr lang="en-US" sz="2600" b="1" dirty="0"/>
              <a:t>inside an existing Cloud ERP screen.</a:t>
            </a:r>
          </a:p>
        </p:txBody>
      </p:sp>
      <p:sp>
        <p:nvSpPr>
          <p:cNvPr id="3" name="Date Placeholder 2">
            <a:extLst>
              <a:ext uri="{FF2B5EF4-FFF2-40B4-BE49-F238E27FC236}">
                <a16:creationId xmlns:a16="http://schemas.microsoft.com/office/drawing/2014/main" id="{F4E075FE-6CEF-36FC-DFF5-9B6047A51B9B}"/>
              </a:ext>
            </a:extLst>
          </p:cNvPr>
          <p:cNvSpPr>
            <a:spLocks noGrp="1"/>
          </p:cNvSpPr>
          <p:nvPr>
            <p:ph type="dt" sz="half" idx="16"/>
          </p:nvPr>
        </p:nvSpPr>
        <p:spPr/>
        <p:txBody>
          <a:bodyPr/>
          <a:lstStyle/>
          <a:p>
            <a:fld id="{0914165A-5216-4170-AAB3-02F15CFF755B}" type="datetime1">
              <a:rPr lang="de-DE" smtClean="0"/>
              <a:t>28.05.26</a:t>
            </a:fld>
            <a:endParaRPr lang="de-DE"/>
          </a:p>
        </p:txBody>
      </p:sp>
      <p:sp>
        <p:nvSpPr>
          <p:cNvPr id="4" name="Footer Placeholder 3">
            <a:extLst>
              <a:ext uri="{FF2B5EF4-FFF2-40B4-BE49-F238E27FC236}">
                <a16:creationId xmlns:a16="http://schemas.microsoft.com/office/drawing/2014/main" id="{DFCC3D65-62C2-3904-F095-4E832E49D947}"/>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67345150-4700-F17A-44B6-B5C3AA5BA408}"/>
              </a:ext>
            </a:extLst>
          </p:cNvPr>
          <p:cNvSpPr>
            <a:spLocks noGrp="1"/>
          </p:cNvSpPr>
          <p:nvPr>
            <p:ph type="body" sz="quarter" idx="15"/>
          </p:nvPr>
        </p:nvSpPr>
        <p:spPr/>
        <p:txBody>
          <a:bodyPr>
            <a:spAutoFit/>
          </a:bodyPr>
          <a:lstStyle/>
          <a:p>
            <a:r>
              <a:rPr lang="en-US">
                <a:solidFill>
                  <a:schemeClr val="accent1"/>
                </a:solidFill>
              </a:rPr>
              <a:t>CHAPTER 02 </a:t>
            </a:r>
            <a:r>
              <a:rPr lang="en-US"/>
              <a:t>· Architecture &amp; Components</a:t>
            </a:r>
            <a:endParaRPr lang="en-US" dirty="0"/>
          </a:p>
        </p:txBody>
      </p:sp>
      <p:sp>
        <p:nvSpPr>
          <p:cNvPr id="7" name="Text Placeholder 6">
            <a:extLst>
              <a:ext uri="{FF2B5EF4-FFF2-40B4-BE49-F238E27FC236}">
                <a16:creationId xmlns:a16="http://schemas.microsoft.com/office/drawing/2014/main" id="{0EC6E1A6-675B-A061-C9AA-4E7105034091}"/>
              </a:ext>
            </a:extLst>
          </p:cNvPr>
          <p:cNvSpPr>
            <a:spLocks noGrp="1"/>
          </p:cNvSpPr>
          <p:nvPr>
            <p:ph type="body" sz="quarter" idx="14"/>
          </p:nvPr>
        </p:nvSpPr>
        <p:spPr/>
        <p:txBody>
          <a:bodyPr/>
          <a:lstStyle/>
          <a:p>
            <a:r>
              <a:rPr lang="en-US"/>
              <a:t>Cloud ERP Panel integration.</a:t>
            </a:r>
            <a:endParaRPr lang="en-US" dirty="0"/>
          </a:p>
        </p:txBody>
      </p:sp>
      <p:pic>
        <p:nvPicPr>
          <p:cNvPr id="8" name="Picture 7" descr="Pane">
            <a:extLst>
              <a:ext uri="{FF2B5EF4-FFF2-40B4-BE49-F238E27FC236}">
                <a16:creationId xmlns:a16="http://schemas.microsoft.com/office/drawing/2014/main" id="{B9EC6993-3601-D0BE-6391-E3070605E4E2}"/>
              </a:ext>
            </a:extLst>
          </p:cNvPr>
          <p:cNvPicPr>
            <a:picLocks noChangeAspect="1"/>
          </p:cNvPicPr>
          <p:nvPr/>
        </p:nvPicPr>
        <p:blipFill>
          <a:blip r:embed="rId3"/>
          <a:stretch>
            <a:fillRect/>
          </a:stretch>
        </p:blipFill>
        <p:spPr>
          <a:xfrm>
            <a:off x="4241844" y="1659787"/>
            <a:ext cx="7772400" cy="3538425"/>
          </a:xfrm>
          <a:prstGeom prst="rect">
            <a:avLst/>
          </a:prstGeom>
        </p:spPr>
      </p:pic>
    </p:spTree>
    <p:extLst>
      <p:ext uri="{BB962C8B-B14F-4D97-AF65-F5344CB8AC3E}">
        <p14:creationId xmlns:p14="http://schemas.microsoft.com/office/powerpoint/2010/main" val="3792185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F4B8B-D1E2-A09F-D990-65ABE42782E2}"/>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454EC043-4E17-FF6B-0BDF-60BC1D6AEDE6}"/>
              </a:ext>
            </a:extLst>
          </p:cNvPr>
          <p:cNvSpPr>
            <a:spLocks noGrp="1"/>
          </p:cNvSpPr>
          <p:nvPr>
            <p:ph type="dt" sz="half" idx="16"/>
          </p:nvPr>
        </p:nvSpPr>
        <p:spPr/>
        <p:txBody>
          <a:bodyPr/>
          <a:lstStyle/>
          <a:p>
            <a:fld id="{41444005-5A55-439C-9EA3-80D0E9256081}" type="datetime1">
              <a:rPr lang="de-DE" smtClean="0"/>
              <a:t>28.05.26</a:t>
            </a:fld>
            <a:endParaRPr lang="de-DE"/>
          </a:p>
        </p:txBody>
      </p:sp>
      <p:sp>
        <p:nvSpPr>
          <p:cNvPr id="4" name="Footer Placeholder 3">
            <a:extLst>
              <a:ext uri="{FF2B5EF4-FFF2-40B4-BE49-F238E27FC236}">
                <a16:creationId xmlns:a16="http://schemas.microsoft.com/office/drawing/2014/main" id="{B79A5729-BACB-A683-197F-0046AFB43234}"/>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24C5740B-A6A2-2F83-C437-96049D44E3C1}"/>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4F330FFB-2FC6-801F-E8AD-29DAEBF45061}"/>
              </a:ext>
            </a:extLst>
          </p:cNvPr>
          <p:cNvSpPr>
            <a:spLocks noGrp="1"/>
          </p:cNvSpPr>
          <p:nvPr>
            <p:ph type="body" sz="quarter" idx="14"/>
          </p:nvPr>
        </p:nvSpPr>
        <p:spPr/>
        <p:txBody>
          <a:bodyPr/>
          <a:lstStyle/>
          <a:p>
            <a:r>
              <a:rPr lang="en-US" dirty="0"/>
              <a:t>Your app as part of the JTL Cloud</a:t>
            </a:r>
          </a:p>
        </p:txBody>
      </p:sp>
      <p:pic>
        <p:nvPicPr>
          <p:cNvPr id="8" name="Picture 7">
            <a:extLst>
              <a:ext uri="{FF2B5EF4-FFF2-40B4-BE49-F238E27FC236}">
                <a16:creationId xmlns:a16="http://schemas.microsoft.com/office/drawing/2014/main" id="{11D782A9-B4B6-E03F-74FD-0BCE17BD7D21}"/>
              </a:ext>
            </a:extLst>
          </p:cNvPr>
          <p:cNvPicPr>
            <a:picLocks noChangeAspect="1"/>
          </p:cNvPicPr>
          <p:nvPr/>
        </p:nvPicPr>
        <p:blipFill>
          <a:blip r:embed="rId3"/>
          <a:stretch>
            <a:fillRect/>
          </a:stretch>
        </p:blipFill>
        <p:spPr>
          <a:xfrm>
            <a:off x="12724262" y="2811016"/>
            <a:ext cx="9198664" cy="3515412"/>
          </a:xfrm>
          <a:prstGeom prst="rect">
            <a:avLst/>
          </a:prstGeom>
        </p:spPr>
      </p:pic>
      <p:pic>
        <p:nvPicPr>
          <p:cNvPr id="5" name="Picture 4">
            <a:extLst>
              <a:ext uri="{FF2B5EF4-FFF2-40B4-BE49-F238E27FC236}">
                <a16:creationId xmlns:a16="http://schemas.microsoft.com/office/drawing/2014/main" id="{7A16368D-BA67-30B7-9BEF-06DACC73D3C1}"/>
              </a:ext>
            </a:extLst>
          </p:cNvPr>
          <p:cNvPicPr>
            <a:picLocks noChangeAspect="1"/>
          </p:cNvPicPr>
          <p:nvPr/>
        </p:nvPicPr>
        <p:blipFill>
          <a:blip r:embed="rId4"/>
          <a:stretch>
            <a:fillRect/>
          </a:stretch>
        </p:blipFill>
        <p:spPr>
          <a:xfrm>
            <a:off x="1105003" y="1565218"/>
            <a:ext cx="9981993" cy="4580993"/>
          </a:xfrm>
          <a:prstGeom prst="rect">
            <a:avLst/>
          </a:prstGeom>
        </p:spPr>
      </p:pic>
    </p:spTree>
    <p:extLst>
      <p:ext uri="{BB962C8B-B14F-4D97-AF65-F5344CB8AC3E}">
        <p14:creationId xmlns:p14="http://schemas.microsoft.com/office/powerpoint/2010/main" val="3793881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CA0A22-2454-B1B3-B86B-3C064D33811B}"/>
              </a:ext>
            </a:extLst>
          </p:cNvPr>
          <p:cNvSpPr>
            <a:spLocks noGrp="1"/>
          </p:cNvSpPr>
          <p:nvPr>
            <p:ph type="body" sz="quarter" idx="10"/>
          </p:nvPr>
        </p:nvSpPr>
        <p:spPr>
          <a:xfrm>
            <a:off x="1295400" y="1343025"/>
            <a:ext cx="9596438" cy="447675"/>
          </a:xfrm>
        </p:spPr>
        <p:txBody>
          <a:bodyPr anchor="t"/>
          <a:lstStyle/>
          <a:p>
            <a:pPr algn="ctr">
              <a:buNone/>
            </a:pPr>
            <a:r>
              <a:rPr lang="en-US" b="1" dirty="0"/>
              <a:t>The JSON that defines your JTL Cloud App</a:t>
            </a:r>
          </a:p>
          <a:p>
            <a:pPr algn="ctr">
              <a:buNone/>
            </a:pPr>
            <a:r>
              <a:rPr lang="en-US" dirty="0"/>
              <a:t> </a:t>
            </a:r>
          </a:p>
        </p:txBody>
      </p:sp>
      <p:sp>
        <p:nvSpPr>
          <p:cNvPr id="3" name="Date Placeholder 2">
            <a:extLst>
              <a:ext uri="{FF2B5EF4-FFF2-40B4-BE49-F238E27FC236}">
                <a16:creationId xmlns:a16="http://schemas.microsoft.com/office/drawing/2014/main" id="{36C5311B-98F9-F9E4-BF9A-B741DC7D708B}"/>
              </a:ext>
            </a:extLst>
          </p:cNvPr>
          <p:cNvSpPr>
            <a:spLocks noGrp="1"/>
          </p:cNvSpPr>
          <p:nvPr>
            <p:ph type="dt" sz="half" idx="16"/>
          </p:nvPr>
        </p:nvSpPr>
        <p:spPr/>
        <p:txBody>
          <a:bodyPr/>
          <a:lstStyle/>
          <a:p>
            <a:fld id="{41444005-5A55-439C-9EA3-80D0E9256081}" type="datetime1">
              <a:rPr lang="de-DE" smtClean="0"/>
              <a:t>28.05.26</a:t>
            </a:fld>
            <a:endParaRPr lang="de-DE"/>
          </a:p>
        </p:txBody>
      </p:sp>
      <p:sp>
        <p:nvSpPr>
          <p:cNvPr id="4" name="Footer Placeholder 3">
            <a:extLst>
              <a:ext uri="{FF2B5EF4-FFF2-40B4-BE49-F238E27FC236}">
                <a16:creationId xmlns:a16="http://schemas.microsoft.com/office/drawing/2014/main" id="{8F25E966-7A4F-476C-C6A9-29AD23B579C1}"/>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789DD52F-EC49-AA40-13CC-A8D7C1D4B6BD}"/>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67A6D07E-441C-BAE2-AA9C-16786D24DF06}"/>
              </a:ext>
            </a:extLst>
          </p:cNvPr>
          <p:cNvSpPr>
            <a:spLocks noGrp="1"/>
          </p:cNvSpPr>
          <p:nvPr>
            <p:ph type="body" sz="quarter" idx="14"/>
          </p:nvPr>
        </p:nvSpPr>
        <p:spPr/>
        <p:txBody>
          <a:bodyPr/>
          <a:lstStyle/>
          <a:p>
            <a:r>
              <a:rPr lang="en-US" dirty="0"/>
              <a:t>App Manifest</a:t>
            </a:r>
          </a:p>
        </p:txBody>
      </p:sp>
      <p:pic>
        <p:nvPicPr>
          <p:cNvPr id="8" name="Picture 7">
            <a:extLst>
              <a:ext uri="{FF2B5EF4-FFF2-40B4-BE49-F238E27FC236}">
                <a16:creationId xmlns:a16="http://schemas.microsoft.com/office/drawing/2014/main" id="{84D8C288-3523-8CAA-AAA7-D3578B3FC1F3}"/>
              </a:ext>
            </a:extLst>
          </p:cNvPr>
          <p:cNvPicPr>
            <a:picLocks noChangeAspect="1"/>
          </p:cNvPicPr>
          <p:nvPr/>
        </p:nvPicPr>
        <p:blipFill>
          <a:blip r:embed="rId3"/>
          <a:stretch>
            <a:fillRect/>
          </a:stretch>
        </p:blipFill>
        <p:spPr>
          <a:xfrm>
            <a:off x="12724262" y="2811016"/>
            <a:ext cx="9198664" cy="3515412"/>
          </a:xfrm>
          <a:prstGeom prst="rect">
            <a:avLst/>
          </a:prstGeom>
        </p:spPr>
      </p:pic>
      <p:grpSp>
        <p:nvGrpSpPr>
          <p:cNvPr id="30" name="Gruppieren 29">
            <a:extLst>
              <a:ext uri="{FF2B5EF4-FFF2-40B4-BE49-F238E27FC236}">
                <a16:creationId xmlns:a16="http://schemas.microsoft.com/office/drawing/2014/main" id="{B7B5113A-C253-93F3-91A7-F51569A8A40F}"/>
              </a:ext>
            </a:extLst>
          </p:cNvPr>
          <p:cNvGrpSpPr/>
          <p:nvPr/>
        </p:nvGrpSpPr>
        <p:grpSpPr>
          <a:xfrm>
            <a:off x="619124" y="1995488"/>
            <a:ext cx="10953752" cy="3556000"/>
            <a:chOff x="635000" y="1995488"/>
            <a:chExt cx="10795000" cy="3556000"/>
          </a:xfrm>
        </p:grpSpPr>
        <p:sp>
          <p:nvSpPr>
            <p:cNvPr id="9" name="Rechteck: abgerundete Ecken 8">
              <a:extLst>
                <a:ext uri="{FF2B5EF4-FFF2-40B4-BE49-F238E27FC236}">
                  <a16:creationId xmlns:a16="http://schemas.microsoft.com/office/drawing/2014/main" id="{A49606BA-8C3E-A6FA-7383-7BD69939F9DF}"/>
                </a:ext>
              </a:extLst>
            </p:cNvPr>
            <p:cNvSpPr/>
            <p:nvPr/>
          </p:nvSpPr>
          <p:spPr>
            <a:xfrm>
              <a:off x="635000" y="3392488"/>
              <a:ext cx="2032000" cy="711200"/>
            </a:xfrm>
            <a:prstGeom prst="roundRect">
              <a:avLst/>
            </a:prstGeom>
            <a:solidFill>
              <a:schemeClr val="accent3"/>
            </a:solidFill>
            <a:ln w="25400"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chemeClr val="bg2"/>
                  </a:solidFill>
                </a:rPr>
                <a:t>App Manifest</a:t>
              </a:r>
            </a:p>
          </p:txBody>
        </p:sp>
        <p:sp>
          <p:nvSpPr>
            <p:cNvPr id="10" name="Rechteck: abgerundete Ecken 9">
              <a:extLst>
                <a:ext uri="{FF2B5EF4-FFF2-40B4-BE49-F238E27FC236}">
                  <a16:creationId xmlns:a16="http://schemas.microsoft.com/office/drawing/2014/main" id="{0D970846-92F0-9F5B-BD72-15496A64E932}"/>
                </a:ext>
              </a:extLst>
            </p:cNvPr>
            <p:cNvSpPr/>
            <p:nvPr/>
          </p:nvSpPr>
          <p:spPr>
            <a:xfrm>
              <a:off x="3556000" y="2249488"/>
              <a:ext cx="2540000" cy="1016000"/>
            </a:xfrm>
            <a:prstGeom prst="roundRect">
              <a:avLst/>
            </a:prstGeom>
            <a:solidFill>
              <a:srgbClr val="FFFFFF"/>
            </a:solidFill>
            <a:ln w="25400" cap="flat" cmpd="sng" algn="ctr">
              <a:solidFill>
                <a:srgbClr val="F0866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rgbClr val="2E3554"/>
                  </a:solidFill>
                </a:rPr>
                <a:t>manifest section
(technical runtime)</a:t>
              </a:r>
            </a:p>
          </p:txBody>
        </p:sp>
        <p:sp>
          <p:nvSpPr>
            <p:cNvPr id="11" name="Rechteck: abgerundete Ecken 10">
              <a:extLst>
                <a:ext uri="{FF2B5EF4-FFF2-40B4-BE49-F238E27FC236}">
                  <a16:creationId xmlns:a16="http://schemas.microsoft.com/office/drawing/2014/main" id="{660B6228-82C0-5DD2-98E4-2FCBA6346FEE}"/>
                </a:ext>
              </a:extLst>
            </p:cNvPr>
            <p:cNvSpPr/>
            <p:nvPr/>
          </p:nvSpPr>
          <p:spPr>
            <a:xfrm>
              <a:off x="3556000" y="4281488"/>
              <a:ext cx="2540000" cy="1016000"/>
            </a:xfrm>
            <a:prstGeom prst="roundRect">
              <a:avLst/>
            </a:prstGeom>
            <a:solidFill>
              <a:srgbClr val="FFFFFF"/>
            </a:solidFill>
            <a:ln w="25400" cap="flat" cmpd="sng" algn="ctr">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rgbClr val="2E3554"/>
                  </a:solidFill>
                </a:rPr>
                <a:t>listing section
(marketing &amp; UI)</a:t>
              </a:r>
            </a:p>
          </p:txBody>
        </p:sp>
        <p:sp>
          <p:nvSpPr>
            <p:cNvPr id="12" name="Rechteck: abgerundete Ecken 11">
              <a:extLst>
                <a:ext uri="{FF2B5EF4-FFF2-40B4-BE49-F238E27FC236}">
                  <a16:creationId xmlns:a16="http://schemas.microsoft.com/office/drawing/2014/main" id="{EEFD17CC-DCFC-A5E1-8B09-A7D77874F603}"/>
                </a:ext>
              </a:extLst>
            </p:cNvPr>
            <p:cNvSpPr/>
            <p:nvPr/>
          </p:nvSpPr>
          <p:spPr>
            <a:xfrm>
              <a:off x="6985000" y="3265488"/>
              <a:ext cx="2032000" cy="965200"/>
            </a:xfrm>
            <a:prstGeom prst="roundRect">
              <a:avLst/>
            </a:prstGeom>
            <a:solidFill>
              <a:schemeClr val="tx1"/>
            </a:solidFill>
            <a:ln w="2540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dirty="0">
                  <a:solidFill>
                    <a:schemeClr val="bg2"/>
                  </a:solidFill>
                </a:rPr>
                <a:t>JTL </a:t>
              </a:r>
              <a:r>
                <a:rPr lang="de-DE" b="1" dirty="0" err="1">
                  <a:solidFill>
                    <a:schemeClr val="bg2"/>
                  </a:solidFill>
                </a:rPr>
                <a:t>Platform</a:t>
              </a:r>
              <a:endParaRPr lang="de-DE" b="1" dirty="0">
                <a:solidFill>
                  <a:schemeClr val="bg2"/>
                </a:solidFill>
              </a:endParaRPr>
            </a:p>
          </p:txBody>
        </p:sp>
        <p:sp>
          <p:nvSpPr>
            <p:cNvPr id="13" name="Rechteck: abgerundete Ecken 12">
              <a:extLst>
                <a:ext uri="{FF2B5EF4-FFF2-40B4-BE49-F238E27FC236}">
                  <a16:creationId xmlns:a16="http://schemas.microsoft.com/office/drawing/2014/main" id="{ED11A794-02B1-FD85-57DE-6D32B22C3E4D}"/>
                </a:ext>
              </a:extLst>
            </p:cNvPr>
            <p:cNvSpPr/>
            <p:nvPr/>
          </p:nvSpPr>
          <p:spPr>
            <a:xfrm>
              <a:off x="9652000" y="1995488"/>
              <a:ext cx="1778000" cy="635000"/>
            </a:xfrm>
            <a:prstGeom prst="roundRect">
              <a:avLst/>
            </a:prstGeom>
            <a:solidFill>
              <a:schemeClr val="accent1"/>
            </a:solidFill>
            <a:ln w="254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chemeClr val="bg2"/>
                  </a:solidFill>
                </a:rPr>
                <a:t>JTL Hub</a:t>
              </a:r>
            </a:p>
          </p:txBody>
        </p:sp>
        <p:sp>
          <p:nvSpPr>
            <p:cNvPr id="14" name="Rechteck: abgerundete Ecken 13">
              <a:extLst>
                <a:ext uri="{FF2B5EF4-FFF2-40B4-BE49-F238E27FC236}">
                  <a16:creationId xmlns:a16="http://schemas.microsoft.com/office/drawing/2014/main" id="{544C7467-2466-0EDA-5903-69C6FA8F3EF2}"/>
                </a:ext>
              </a:extLst>
            </p:cNvPr>
            <p:cNvSpPr/>
            <p:nvPr/>
          </p:nvSpPr>
          <p:spPr>
            <a:xfrm>
              <a:off x="9652000" y="3428280"/>
              <a:ext cx="1778000" cy="635000"/>
            </a:xfrm>
            <a:prstGeom prst="roundRect">
              <a:avLst/>
            </a:prstGeom>
            <a:solidFill>
              <a:schemeClr val="accent1"/>
            </a:solidFill>
            <a:ln w="254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chemeClr val="bg2"/>
                  </a:solidFill>
                </a:rPr>
                <a:t>JTL ERP</a:t>
              </a:r>
            </a:p>
          </p:txBody>
        </p:sp>
        <p:sp>
          <p:nvSpPr>
            <p:cNvPr id="15" name="Rechteck: abgerundete Ecken 14">
              <a:extLst>
                <a:ext uri="{FF2B5EF4-FFF2-40B4-BE49-F238E27FC236}">
                  <a16:creationId xmlns:a16="http://schemas.microsoft.com/office/drawing/2014/main" id="{8CBCB3CE-1632-3C17-059F-F7183E71C8AB}"/>
                </a:ext>
              </a:extLst>
            </p:cNvPr>
            <p:cNvSpPr/>
            <p:nvPr/>
          </p:nvSpPr>
          <p:spPr>
            <a:xfrm>
              <a:off x="9652000" y="4916488"/>
              <a:ext cx="1778000" cy="635000"/>
            </a:xfrm>
            <a:prstGeom prst="roundRect">
              <a:avLst/>
            </a:prstGeom>
            <a:solidFill>
              <a:schemeClr val="accent1"/>
            </a:solidFill>
            <a:ln w="254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b="1">
                  <a:solidFill>
                    <a:schemeClr val="bg2"/>
                  </a:solidFill>
                </a:rPr>
                <a:t>App Store</a:t>
              </a:r>
            </a:p>
          </p:txBody>
        </p:sp>
        <p:cxnSp>
          <p:nvCxnSpPr>
            <p:cNvPr id="16" name="Verbinder: gekrümmt 15">
              <a:extLst>
                <a:ext uri="{FF2B5EF4-FFF2-40B4-BE49-F238E27FC236}">
                  <a16:creationId xmlns:a16="http://schemas.microsoft.com/office/drawing/2014/main" id="{4FE65556-013E-CC46-E43E-DD5CC93EBDB9}"/>
                </a:ext>
              </a:extLst>
            </p:cNvPr>
            <p:cNvCxnSpPr>
              <a:cxnSpLocks/>
            </p:cNvCxnSpPr>
            <p:nvPr/>
          </p:nvCxnSpPr>
          <p:spPr>
            <a:xfrm flipV="1">
              <a:off x="2667000" y="2757488"/>
              <a:ext cx="889000" cy="990600"/>
            </a:xfrm>
            <a:prstGeom prst="curvedConnector3">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Verbinder: gekrümmt 16">
              <a:extLst>
                <a:ext uri="{FF2B5EF4-FFF2-40B4-BE49-F238E27FC236}">
                  <a16:creationId xmlns:a16="http://schemas.microsoft.com/office/drawing/2014/main" id="{501C3BB3-6312-D159-0922-FA1C14E604AE}"/>
                </a:ext>
              </a:extLst>
            </p:cNvPr>
            <p:cNvCxnSpPr>
              <a:cxnSpLocks/>
            </p:cNvCxnSpPr>
            <p:nvPr/>
          </p:nvCxnSpPr>
          <p:spPr>
            <a:xfrm>
              <a:off x="2667000" y="3748088"/>
              <a:ext cx="889000" cy="1041400"/>
            </a:xfrm>
            <a:prstGeom prst="curvedConnector3">
              <a:avLst>
                <a:gd name="adj1" fmla="val 50000"/>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Verbinder: gekrümmt 17">
              <a:extLst>
                <a:ext uri="{FF2B5EF4-FFF2-40B4-BE49-F238E27FC236}">
                  <a16:creationId xmlns:a16="http://schemas.microsoft.com/office/drawing/2014/main" id="{3D71A3F8-84C9-F675-09AE-5BFB57605F67}"/>
                </a:ext>
              </a:extLst>
            </p:cNvPr>
            <p:cNvCxnSpPr>
              <a:cxnSpLocks/>
            </p:cNvCxnSpPr>
            <p:nvPr/>
          </p:nvCxnSpPr>
          <p:spPr>
            <a:xfrm>
              <a:off x="6096000" y="2757488"/>
              <a:ext cx="889000" cy="990600"/>
            </a:xfrm>
            <a:prstGeom prst="curvedConnector3">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Verbinder: gekrümmt 18">
              <a:extLst>
                <a:ext uri="{FF2B5EF4-FFF2-40B4-BE49-F238E27FC236}">
                  <a16:creationId xmlns:a16="http://schemas.microsoft.com/office/drawing/2014/main" id="{FC4174C6-2B89-EFB4-A942-833D8DDE0D50}"/>
                </a:ext>
              </a:extLst>
            </p:cNvPr>
            <p:cNvCxnSpPr>
              <a:cxnSpLocks/>
            </p:cNvCxnSpPr>
            <p:nvPr/>
          </p:nvCxnSpPr>
          <p:spPr>
            <a:xfrm flipV="1">
              <a:off x="9017000" y="2312988"/>
              <a:ext cx="635000" cy="14351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Verbinder: gekrümmt 19">
              <a:extLst>
                <a:ext uri="{FF2B5EF4-FFF2-40B4-BE49-F238E27FC236}">
                  <a16:creationId xmlns:a16="http://schemas.microsoft.com/office/drawing/2014/main" id="{C1811D53-C189-3304-E802-BE7183E3513C}"/>
                </a:ext>
              </a:extLst>
            </p:cNvPr>
            <p:cNvCxnSpPr>
              <a:cxnSpLocks/>
            </p:cNvCxnSpPr>
            <p:nvPr/>
          </p:nvCxnSpPr>
          <p:spPr>
            <a:xfrm flipV="1">
              <a:off x="9017000" y="3745780"/>
              <a:ext cx="635000" cy="2308"/>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Verbinder: gekrümmt 20">
              <a:extLst>
                <a:ext uri="{FF2B5EF4-FFF2-40B4-BE49-F238E27FC236}">
                  <a16:creationId xmlns:a16="http://schemas.microsoft.com/office/drawing/2014/main" id="{6CA8F70E-3D68-D8EA-8ACE-BE0BC7E510C7}"/>
                </a:ext>
              </a:extLst>
            </p:cNvPr>
            <p:cNvCxnSpPr>
              <a:cxnSpLocks/>
            </p:cNvCxnSpPr>
            <p:nvPr/>
          </p:nvCxnSpPr>
          <p:spPr>
            <a:xfrm>
              <a:off x="9017000" y="3748088"/>
              <a:ext cx="635000" cy="14859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Verbinder: gekrümmt 21">
              <a:extLst>
                <a:ext uri="{FF2B5EF4-FFF2-40B4-BE49-F238E27FC236}">
                  <a16:creationId xmlns:a16="http://schemas.microsoft.com/office/drawing/2014/main" id="{0F99A025-0697-8F73-DCC0-67034A9172FD}"/>
                </a:ext>
              </a:extLst>
            </p:cNvPr>
            <p:cNvCxnSpPr>
              <a:cxnSpLocks/>
            </p:cNvCxnSpPr>
            <p:nvPr/>
          </p:nvCxnSpPr>
          <p:spPr>
            <a:xfrm flipV="1">
              <a:off x="6096000" y="3748088"/>
              <a:ext cx="889000" cy="10414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8477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C1AE-356D-1EF1-13F9-E5A37C20019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8E0684-2D31-53C3-96A0-48C10E60AADE}"/>
              </a:ext>
            </a:extLst>
          </p:cNvPr>
          <p:cNvSpPr>
            <a:spLocks noGrp="1"/>
          </p:cNvSpPr>
          <p:nvPr>
            <p:ph type="body" sz="quarter" idx="10"/>
          </p:nvPr>
        </p:nvSpPr>
        <p:spPr>
          <a:xfrm>
            <a:off x="1435100" y="6003638"/>
            <a:ext cx="9596438" cy="549563"/>
          </a:xfrm>
        </p:spPr>
        <p:txBody>
          <a:bodyPr anchor="t"/>
          <a:lstStyle/>
          <a:p>
            <a:pPr algn="ctr">
              <a:buNone/>
            </a:pPr>
            <a:r>
              <a:rPr lang="en-US" b="1" dirty="0"/>
              <a:t>The thin layer that makes embedded apps feel native.</a:t>
            </a:r>
          </a:p>
          <a:p>
            <a:pPr algn="ctr">
              <a:buNone/>
            </a:pPr>
            <a:r>
              <a:rPr lang="en-US" dirty="0"/>
              <a:t> </a:t>
            </a:r>
          </a:p>
        </p:txBody>
      </p:sp>
      <p:sp>
        <p:nvSpPr>
          <p:cNvPr id="3" name="Date Placeholder 2">
            <a:extLst>
              <a:ext uri="{FF2B5EF4-FFF2-40B4-BE49-F238E27FC236}">
                <a16:creationId xmlns:a16="http://schemas.microsoft.com/office/drawing/2014/main" id="{B4F38CAC-F63B-6AE6-5532-A29A9BF562CC}"/>
              </a:ext>
            </a:extLst>
          </p:cNvPr>
          <p:cNvSpPr>
            <a:spLocks noGrp="1"/>
          </p:cNvSpPr>
          <p:nvPr>
            <p:ph type="dt" sz="half" idx="16"/>
          </p:nvPr>
        </p:nvSpPr>
        <p:spPr/>
        <p:txBody>
          <a:bodyPr/>
          <a:lstStyle/>
          <a:p>
            <a:fld id="{E534DC3B-D99D-4AAB-A741-8BB0757A1176}" type="datetime1">
              <a:rPr lang="de-DE" smtClean="0"/>
              <a:t>28.05.26</a:t>
            </a:fld>
            <a:endParaRPr lang="de-DE"/>
          </a:p>
        </p:txBody>
      </p:sp>
      <p:sp>
        <p:nvSpPr>
          <p:cNvPr id="4" name="Footer Placeholder 3">
            <a:extLst>
              <a:ext uri="{FF2B5EF4-FFF2-40B4-BE49-F238E27FC236}">
                <a16:creationId xmlns:a16="http://schemas.microsoft.com/office/drawing/2014/main" id="{D31BBE6F-5634-247C-BED7-53F4103B9275}"/>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3CC7B7ED-6155-2A56-C98F-A5CE0124DB41}"/>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449D2BD4-AA75-159C-AF86-803090512428}"/>
              </a:ext>
            </a:extLst>
          </p:cNvPr>
          <p:cNvSpPr>
            <a:spLocks noGrp="1"/>
          </p:cNvSpPr>
          <p:nvPr>
            <p:ph type="body" sz="quarter" idx="14"/>
          </p:nvPr>
        </p:nvSpPr>
        <p:spPr/>
        <p:txBody>
          <a:bodyPr/>
          <a:lstStyle/>
          <a:p>
            <a:r>
              <a:rPr lang="en-US" dirty="0"/>
              <a:t>AppBridge.</a:t>
            </a:r>
          </a:p>
        </p:txBody>
      </p:sp>
      <p:pic>
        <p:nvPicPr>
          <p:cNvPr id="8" name="Picture 7">
            <a:extLst>
              <a:ext uri="{FF2B5EF4-FFF2-40B4-BE49-F238E27FC236}">
                <a16:creationId xmlns:a16="http://schemas.microsoft.com/office/drawing/2014/main" id="{EB6FEA6C-E15B-D071-04C8-A5C5BAC12225}"/>
              </a:ext>
            </a:extLst>
          </p:cNvPr>
          <p:cNvPicPr>
            <a:picLocks noChangeAspect="1"/>
          </p:cNvPicPr>
          <p:nvPr/>
        </p:nvPicPr>
        <p:blipFill>
          <a:blip r:embed="rId3"/>
          <a:stretch>
            <a:fillRect/>
          </a:stretch>
        </p:blipFill>
        <p:spPr>
          <a:xfrm>
            <a:off x="13462000" y="1409732"/>
            <a:ext cx="6210300" cy="4622800"/>
          </a:xfrm>
          <a:prstGeom prst="rect">
            <a:avLst/>
          </a:prstGeom>
        </p:spPr>
      </p:pic>
      <p:grpSp>
        <p:nvGrpSpPr>
          <p:cNvPr id="43" name="Gruppieren 42">
            <a:extLst>
              <a:ext uri="{FF2B5EF4-FFF2-40B4-BE49-F238E27FC236}">
                <a16:creationId xmlns:a16="http://schemas.microsoft.com/office/drawing/2014/main" id="{4FE1C3C8-2B94-F91D-6160-29921D0C288C}"/>
              </a:ext>
            </a:extLst>
          </p:cNvPr>
          <p:cNvGrpSpPr/>
          <p:nvPr/>
        </p:nvGrpSpPr>
        <p:grpSpPr>
          <a:xfrm>
            <a:off x="508000" y="1150620"/>
            <a:ext cx="11176000" cy="4526280"/>
            <a:chOff x="508000" y="1150620"/>
            <a:chExt cx="11176000" cy="5075896"/>
          </a:xfrm>
        </p:grpSpPr>
        <p:sp>
          <p:nvSpPr>
            <p:cNvPr id="9" name="Rechteck: abgerundete Ecken 8">
              <a:extLst>
                <a:ext uri="{FF2B5EF4-FFF2-40B4-BE49-F238E27FC236}">
                  <a16:creationId xmlns:a16="http://schemas.microsoft.com/office/drawing/2014/main" id="{B165A037-E6E3-5529-A2C9-80038FD6A72B}"/>
                </a:ext>
              </a:extLst>
            </p:cNvPr>
            <p:cNvSpPr/>
            <p:nvPr/>
          </p:nvSpPr>
          <p:spPr>
            <a:xfrm>
              <a:off x="1130300" y="1150620"/>
              <a:ext cx="23114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 Frontend (iframe)</a:t>
              </a:r>
            </a:p>
          </p:txBody>
        </p:sp>
        <p:sp>
          <p:nvSpPr>
            <p:cNvPr id="10" name="Rechteck: abgerundete Ecken 9">
              <a:extLst>
                <a:ext uri="{FF2B5EF4-FFF2-40B4-BE49-F238E27FC236}">
                  <a16:creationId xmlns:a16="http://schemas.microsoft.com/office/drawing/2014/main" id="{2FFBAD13-AB32-8EC9-0826-03A6675906D3}"/>
                </a:ext>
              </a:extLst>
            </p:cNvPr>
            <p:cNvSpPr/>
            <p:nvPr/>
          </p:nvSpPr>
          <p:spPr>
            <a:xfrm>
              <a:off x="1130300" y="5838549"/>
              <a:ext cx="23114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dirty="0">
                  <a:solidFill>
                    <a:schemeClr val="bg2"/>
                  </a:solidFill>
                </a:rPr>
                <a:t>App Frontend (</a:t>
              </a:r>
              <a:r>
                <a:rPr lang="de-DE" sz="1400" b="1" dirty="0" err="1">
                  <a:solidFill>
                    <a:schemeClr val="bg2"/>
                  </a:solidFill>
                </a:rPr>
                <a:t>iframe</a:t>
              </a:r>
              <a:r>
                <a:rPr lang="de-DE" sz="1400" b="1" dirty="0">
                  <a:solidFill>
                    <a:schemeClr val="bg2"/>
                  </a:solidFill>
                </a:rPr>
                <a:t>)</a:t>
              </a:r>
            </a:p>
          </p:txBody>
        </p:sp>
        <p:sp>
          <p:nvSpPr>
            <p:cNvPr id="11" name="Rechteck: abgerundete Ecken 10">
              <a:extLst>
                <a:ext uri="{FF2B5EF4-FFF2-40B4-BE49-F238E27FC236}">
                  <a16:creationId xmlns:a16="http://schemas.microsoft.com/office/drawing/2014/main" id="{B6146B52-4E33-AB79-3CFD-2C0F86DFC0F9}"/>
                </a:ext>
              </a:extLst>
            </p:cNvPr>
            <p:cNvSpPr/>
            <p:nvPr/>
          </p:nvSpPr>
          <p:spPr>
            <a:xfrm>
              <a:off x="406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appBridge</a:t>
              </a:r>
            </a:p>
          </p:txBody>
        </p:sp>
        <p:sp>
          <p:nvSpPr>
            <p:cNvPr id="12" name="Rechteck: abgerundete Ecken 11">
              <a:extLst>
                <a:ext uri="{FF2B5EF4-FFF2-40B4-BE49-F238E27FC236}">
                  <a16:creationId xmlns:a16="http://schemas.microsoft.com/office/drawing/2014/main" id="{72328B94-D321-9CA1-F0DF-726FFEE0C4D1}"/>
                </a:ext>
              </a:extLst>
            </p:cNvPr>
            <p:cNvSpPr/>
            <p:nvPr/>
          </p:nvSpPr>
          <p:spPr>
            <a:xfrm>
              <a:off x="406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appBridge</a:t>
              </a:r>
            </a:p>
          </p:txBody>
        </p:sp>
        <p:sp>
          <p:nvSpPr>
            <p:cNvPr id="13" name="Rechteck: abgerundete Ecken 12">
              <a:extLst>
                <a:ext uri="{FF2B5EF4-FFF2-40B4-BE49-F238E27FC236}">
                  <a16:creationId xmlns:a16="http://schemas.microsoft.com/office/drawing/2014/main" id="{5FE97333-84E9-FBBE-6658-CDFFB0E6A2B8}"/>
                </a:ext>
              </a:extLst>
            </p:cNvPr>
            <p:cNvSpPr/>
            <p:nvPr/>
          </p:nvSpPr>
          <p:spPr>
            <a:xfrm>
              <a:off x="660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hostAppBridge</a:t>
              </a:r>
            </a:p>
          </p:txBody>
        </p:sp>
        <p:sp>
          <p:nvSpPr>
            <p:cNvPr id="14" name="Rechteck: abgerundete Ecken 13">
              <a:extLst>
                <a:ext uri="{FF2B5EF4-FFF2-40B4-BE49-F238E27FC236}">
                  <a16:creationId xmlns:a16="http://schemas.microsoft.com/office/drawing/2014/main" id="{B64C52DA-3EF3-C376-5658-65CB0B0C98C4}"/>
                </a:ext>
              </a:extLst>
            </p:cNvPr>
            <p:cNvSpPr/>
            <p:nvPr/>
          </p:nvSpPr>
          <p:spPr>
            <a:xfrm>
              <a:off x="660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hostAppBridge</a:t>
              </a:r>
            </a:p>
          </p:txBody>
        </p:sp>
        <p:sp>
          <p:nvSpPr>
            <p:cNvPr id="15" name="Rechteck: abgerundete Ecken 14">
              <a:extLst>
                <a:ext uri="{FF2B5EF4-FFF2-40B4-BE49-F238E27FC236}">
                  <a16:creationId xmlns:a16="http://schemas.microsoft.com/office/drawing/2014/main" id="{F6D8EAEB-2D1D-7796-C69A-FBFD31DDB377}"/>
                </a:ext>
              </a:extLst>
            </p:cNvPr>
            <p:cNvSpPr/>
            <p:nvPr/>
          </p:nvSpPr>
          <p:spPr>
            <a:xfrm>
              <a:off x="914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JTL Cloud Service</a:t>
              </a:r>
            </a:p>
          </p:txBody>
        </p:sp>
        <p:sp>
          <p:nvSpPr>
            <p:cNvPr id="16" name="Rechteck: abgerundete Ecken 15">
              <a:extLst>
                <a:ext uri="{FF2B5EF4-FFF2-40B4-BE49-F238E27FC236}">
                  <a16:creationId xmlns:a16="http://schemas.microsoft.com/office/drawing/2014/main" id="{3B07A1E5-71DE-3C2A-4E32-187C56F0E071}"/>
                </a:ext>
              </a:extLst>
            </p:cNvPr>
            <p:cNvSpPr/>
            <p:nvPr/>
          </p:nvSpPr>
          <p:spPr>
            <a:xfrm>
              <a:off x="914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dirty="0">
                  <a:solidFill>
                    <a:schemeClr val="bg2"/>
                  </a:solidFill>
                </a:rPr>
                <a:t>JTL Cloud Service</a:t>
              </a:r>
            </a:p>
          </p:txBody>
        </p:sp>
        <p:cxnSp>
          <p:nvCxnSpPr>
            <p:cNvPr id="17" name="Gerade Verbindung mit Pfeil 16">
              <a:extLst>
                <a:ext uri="{FF2B5EF4-FFF2-40B4-BE49-F238E27FC236}">
                  <a16:creationId xmlns:a16="http://schemas.microsoft.com/office/drawing/2014/main" id="{C248A4C9-0C21-0306-480F-26C13E73F1B9}"/>
                </a:ext>
              </a:extLst>
            </p:cNvPr>
            <p:cNvCxnSpPr/>
            <p:nvPr/>
          </p:nvCxnSpPr>
          <p:spPr>
            <a:xfrm>
              <a:off x="2286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8EB62EF9-D3D9-F732-5CB7-10944D03DEA9}"/>
                </a:ext>
              </a:extLst>
            </p:cNvPr>
            <p:cNvCxnSpPr/>
            <p:nvPr/>
          </p:nvCxnSpPr>
          <p:spPr>
            <a:xfrm>
              <a:off x="508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9" name="Gerade Verbindung mit Pfeil 18">
              <a:extLst>
                <a:ext uri="{FF2B5EF4-FFF2-40B4-BE49-F238E27FC236}">
                  <a16:creationId xmlns:a16="http://schemas.microsoft.com/office/drawing/2014/main" id="{C535F2A0-8286-F630-6C22-07F70F94120C}"/>
                </a:ext>
              </a:extLst>
            </p:cNvPr>
            <p:cNvCxnSpPr/>
            <p:nvPr/>
          </p:nvCxnSpPr>
          <p:spPr>
            <a:xfrm>
              <a:off x="762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0" name="Gerade Verbindung mit Pfeil 19">
              <a:extLst>
                <a:ext uri="{FF2B5EF4-FFF2-40B4-BE49-F238E27FC236}">
                  <a16:creationId xmlns:a16="http://schemas.microsoft.com/office/drawing/2014/main" id="{59203255-CBB9-528F-BF75-77140CC6768F}"/>
                </a:ext>
              </a:extLst>
            </p:cNvPr>
            <p:cNvCxnSpPr/>
            <p:nvPr/>
          </p:nvCxnSpPr>
          <p:spPr>
            <a:xfrm>
              <a:off x="1016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1" name="Gerade Verbindung mit Pfeil 20">
              <a:extLst>
                <a:ext uri="{FF2B5EF4-FFF2-40B4-BE49-F238E27FC236}">
                  <a16:creationId xmlns:a16="http://schemas.microsoft.com/office/drawing/2014/main" id="{851A91C5-F326-B6AA-5EA2-824F189E5A2E}"/>
                </a:ext>
              </a:extLst>
            </p:cNvPr>
            <p:cNvCxnSpPr/>
            <p:nvPr/>
          </p:nvCxnSpPr>
          <p:spPr>
            <a:xfrm>
              <a:off x="2286000" y="1958884"/>
              <a:ext cx="2794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2" name="Textfeld 21">
              <a:extLst>
                <a:ext uri="{FF2B5EF4-FFF2-40B4-BE49-F238E27FC236}">
                  <a16:creationId xmlns:a16="http://schemas.microsoft.com/office/drawing/2014/main" id="{8CEE3ED8-E313-E1BB-5A0E-FCAE26E66F9C}"/>
                </a:ext>
              </a:extLst>
            </p:cNvPr>
            <p:cNvSpPr txBox="1"/>
            <p:nvPr/>
          </p:nvSpPr>
          <p:spPr>
            <a:xfrm>
              <a:off x="1651000" y="1700239"/>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Initialize (createAppBridge())</a:t>
              </a:r>
            </a:p>
          </p:txBody>
        </p:sp>
        <p:cxnSp>
          <p:nvCxnSpPr>
            <p:cNvPr id="23" name="Gerade Verbindung mit Pfeil 22">
              <a:extLst>
                <a:ext uri="{FF2B5EF4-FFF2-40B4-BE49-F238E27FC236}">
                  <a16:creationId xmlns:a16="http://schemas.microsoft.com/office/drawing/2014/main" id="{D11C478F-C008-C74D-3881-A45E9E10616D}"/>
                </a:ext>
              </a:extLst>
            </p:cNvPr>
            <p:cNvCxnSpPr/>
            <p:nvPr/>
          </p:nvCxnSpPr>
          <p:spPr>
            <a:xfrm>
              <a:off x="5080000" y="2389958"/>
              <a:ext cx="2540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4" name="Textfeld 23">
              <a:extLst>
                <a:ext uri="{FF2B5EF4-FFF2-40B4-BE49-F238E27FC236}">
                  <a16:creationId xmlns:a16="http://schemas.microsoft.com/office/drawing/2014/main" id="{7B8D2DC1-886D-BE43-8F86-35D1FA86B2FE}"/>
                </a:ext>
              </a:extLst>
            </p:cNvPr>
            <p:cNvSpPr txBox="1"/>
            <p:nvPr/>
          </p:nvSpPr>
          <p:spPr>
            <a:xfrm>
              <a:off x="4318000" y="213131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Establish connection</a:t>
              </a:r>
            </a:p>
          </p:txBody>
        </p:sp>
        <p:cxnSp>
          <p:nvCxnSpPr>
            <p:cNvPr id="25" name="Gerade Verbindung mit Pfeil 24">
              <a:extLst>
                <a:ext uri="{FF2B5EF4-FFF2-40B4-BE49-F238E27FC236}">
                  <a16:creationId xmlns:a16="http://schemas.microsoft.com/office/drawing/2014/main" id="{AA73F9CA-91B1-B963-F5FA-C9EBD48139A7}"/>
                </a:ext>
              </a:extLst>
            </p:cNvPr>
            <p:cNvCxnSpPr/>
            <p:nvPr/>
          </p:nvCxnSpPr>
          <p:spPr>
            <a:xfrm>
              <a:off x="5080000" y="2767147"/>
              <a:ext cx="2540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6" name="Textfeld 25">
              <a:extLst>
                <a:ext uri="{FF2B5EF4-FFF2-40B4-BE49-F238E27FC236}">
                  <a16:creationId xmlns:a16="http://schemas.microsoft.com/office/drawing/2014/main" id="{F44C7B11-2469-C0E9-9A2F-BEC49DC90675}"/>
                </a:ext>
              </a:extLst>
            </p:cNvPr>
            <p:cNvSpPr txBox="1"/>
            <p:nvPr/>
          </p:nvSpPr>
          <p:spPr>
            <a:xfrm>
              <a:off x="4318000" y="250850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Connection ready</a:t>
              </a:r>
            </a:p>
          </p:txBody>
        </p:sp>
        <p:cxnSp>
          <p:nvCxnSpPr>
            <p:cNvPr id="27" name="Gerade Verbindung mit Pfeil 26">
              <a:extLst>
                <a:ext uri="{FF2B5EF4-FFF2-40B4-BE49-F238E27FC236}">
                  <a16:creationId xmlns:a16="http://schemas.microsoft.com/office/drawing/2014/main" id="{B1B00559-AA5A-6866-0B58-82B49659F57B}"/>
                </a:ext>
              </a:extLst>
            </p:cNvPr>
            <p:cNvCxnSpPr/>
            <p:nvPr/>
          </p:nvCxnSpPr>
          <p:spPr>
            <a:xfrm>
              <a:off x="2286000" y="3144337"/>
              <a:ext cx="2794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8" name="Textfeld 27">
              <a:extLst>
                <a:ext uri="{FF2B5EF4-FFF2-40B4-BE49-F238E27FC236}">
                  <a16:creationId xmlns:a16="http://schemas.microsoft.com/office/drawing/2014/main" id="{B395C26E-25E6-B78D-5303-AA061F22BBEE}"/>
                </a:ext>
              </a:extLst>
            </p:cNvPr>
            <p:cNvSpPr txBox="1"/>
            <p:nvPr/>
          </p:nvSpPr>
          <p:spPr>
            <a:xfrm>
              <a:off x="1651000" y="288569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Bridge instance ready</a:t>
              </a:r>
            </a:p>
          </p:txBody>
        </p:sp>
        <p:cxnSp>
          <p:nvCxnSpPr>
            <p:cNvPr id="29" name="Gerade Verbindung mit Pfeil 28">
              <a:extLst>
                <a:ext uri="{FF2B5EF4-FFF2-40B4-BE49-F238E27FC236}">
                  <a16:creationId xmlns:a16="http://schemas.microsoft.com/office/drawing/2014/main" id="{2142BB84-CDC3-EFD6-D849-290A60EE628F}"/>
                </a:ext>
              </a:extLst>
            </p:cNvPr>
            <p:cNvCxnSpPr/>
            <p:nvPr/>
          </p:nvCxnSpPr>
          <p:spPr>
            <a:xfrm>
              <a:off x="2286000" y="4128157"/>
              <a:ext cx="2794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0" name="Textfeld 29">
              <a:extLst>
                <a:ext uri="{FF2B5EF4-FFF2-40B4-BE49-F238E27FC236}">
                  <a16:creationId xmlns:a16="http://schemas.microsoft.com/office/drawing/2014/main" id="{BA8CD37E-8997-9FF4-C0C7-65FCECCE40BB}"/>
                </a:ext>
              </a:extLst>
            </p:cNvPr>
            <p:cNvSpPr txBox="1"/>
            <p:nvPr/>
          </p:nvSpPr>
          <p:spPr>
            <a:xfrm>
              <a:off x="1651000" y="3854211"/>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method.call("getSessionToken")</a:t>
              </a:r>
            </a:p>
          </p:txBody>
        </p:sp>
        <p:cxnSp>
          <p:nvCxnSpPr>
            <p:cNvPr id="31" name="Gerade Verbindung mit Pfeil 30">
              <a:extLst>
                <a:ext uri="{FF2B5EF4-FFF2-40B4-BE49-F238E27FC236}">
                  <a16:creationId xmlns:a16="http://schemas.microsoft.com/office/drawing/2014/main" id="{D1484102-7D3B-6EF5-8BA3-EB9E80E9EE61}"/>
                </a:ext>
              </a:extLst>
            </p:cNvPr>
            <p:cNvCxnSpPr/>
            <p:nvPr/>
          </p:nvCxnSpPr>
          <p:spPr>
            <a:xfrm>
              <a:off x="5080000" y="4383675"/>
              <a:ext cx="2540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2" name="Textfeld 31">
              <a:extLst>
                <a:ext uri="{FF2B5EF4-FFF2-40B4-BE49-F238E27FC236}">
                  <a16:creationId xmlns:a16="http://schemas.microsoft.com/office/drawing/2014/main" id="{F88BF3F1-C887-9175-681C-C32146B5995E}"/>
                </a:ext>
              </a:extLst>
            </p:cNvPr>
            <p:cNvSpPr txBox="1"/>
            <p:nvPr/>
          </p:nvSpPr>
          <p:spPr>
            <a:xfrm>
              <a:off x="4318000" y="4125030"/>
              <a:ext cx="4064000" cy="215537"/>
            </a:xfrm>
            <a:prstGeom prst="rect">
              <a:avLst/>
            </a:prstGeom>
            <a:noFill/>
            <a:ln>
              <a:noFill/>
            </a:ln>
          </p:spPr>
          <p:txBody>
            <a:bodyPr vertOverflow="overflow" vert="horz" wrap="square" rtlCol="0" anchor="ctr" anchorCtr="0">
              <a:noAutofit/>
            </a:bodyPr>
            <a:lstStyle/>
            <a:p>
              <a:pPr algn="ctr"/>
              <a:r>
                <a:rPr lang="de-DE" sz="1300" dirty="0" err="1">
                  <a:solidFill>
                    <a:srgbClr val="1F1F1F"/>
                  </a:solidFill>
                </a:rPr>
                <a:t>Invoke</a:t>
              </a:r>
              <a:r>
                <a:rPr lang="de-DE" sz="1300" dirty="0">
                  <a:solidFill>
                    <a:srgbClr val="1F1F1F"/>
                  </a:solidFill>
                </a:rPr>
                <a:t> </a:t>
              </a:r>
              <a:r>
                <a:rPr lang="de-DE" sz="1300" dirty="0" err="1">
                  <a:solidFill>
                    <a:srgbClr val="1F1F1F"/>
                  </a:solidFill>
                </a:rPr>
                <a:t>getSessionToken</a:t>
              </a:r>
              <a:r>
                <a:rPr lang="de-DE" sz="1300" dirty="0">
                  <a:solidFill>
                    <a:srgbClr val="1F1F1F"/>
                  </a:solidFill>
                </a:rPr>
                <a:t>()</a:t>
              </a:r>
            </a:p>
          </p:txBody>
        </p:sp>
        <p:cxnSp>
          <p:nvCxnSpPr>
            <p:cNvPr id="33" name="Gerade Verbindung mit Pfeil 32">
              <a:extLst>
                <a:ext uri="{FF2B5EF4-FFF2-40B4-BE49-F238E27FC236}">
                  <a16:creationId xmlns:a16="http://schemas.microsoft.com/office/drawing/2014/main" id="{56D0A54A-FC53-D42A-3CA7-9D4730509634}"/>
                </a:ext>
              </a:extLst>
            </p:cNvPr>
            <p:cNvCxnSpPr/>
            <p:nvPr/>
          </p:nvCxnSpPr>
          <p:spPr>
            <a:xfrm>
              <a:off x="7620000" y="4760865"/>
              <a:ext cx="2540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4" name="Textfeld 33">
              <a:extLst>
                <a:ext uri="{FF2B5EF4-FFF2-40B4-BE49-F238E27FC236}">
                  <a16:creationId xmlns:a16="http://schemas.microsoft.com/office/drawing/2014/main" id="{EC5738CB-B336-99AC-4C22-7F0F875FC756}"/>
                </a:ext>
              </a:extLst>
            </p:cNvPr>
            <p:cNvSpPr txBox="1"/>
            <p:nvPr/>
          </p:nvSpPr>
          <p:spPr>
            <a:xfrm>
              <a:off x="6858000" y="4502220"/>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Execute host logic</a:t>
              </a:r>
            </a:p>
          </p:txBody>
        </p:sp>
        <p:cxnSp>
          <p:nvCxnSpPr>
            <p:cNvPr id="35" name="Gerade Verbindung mit Pfeil 34">
              <a:extLst>
                <a:ext uri="{FF2B5EF4-FFF2-40B4-BE49-F238E27FC236}">
                  <a16:creationId xmlns:a16="http://schemas.microsoft.com/office/drawing/2014/main" id="{6440222C-EAC4-39DB-B282-798D72F07B8E}"/>
                </a:ext>
              </a:extLst>
            </p:cNvPr>
            <p:cNvCxnSpPr/>
            <p:nvPr/>
          </p:nvCxnSpPr>
          <p:spPr>
            <a:xfrm>
              <a:off x="7620000" y="5084170"/>
              <a:ext cx="2540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36" name="Textfeld 35">
              <a:extLst>
                <a:ext uri="{FF2B5EF4-FFF2-40B4-BE49-F238E27FC236}">
                  <a16:creationId xmlns:a16="http://schemas.microsoft.com/office/drawing/2014/main" id="{BB0AE78B-3092-39B5-C7D9-5C574D0B4B21}"/>
                </a:ext>
              </a:extLst>
            </p:cNvPr>
            <p:cNvSpPr txBox="1"/>
            <p:nvPr/>
          </p:nvSpPr>
          <p:spPr>
            <a:xfrm>
              <a:off x="6858000" y="4825526"/>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Return result</a:t>
              </a:r>
            </a:p>
          </p:txBody>
        </p:sp>
        <p:cxnSp>
          <p:nvCxnSpPr>
            <p:cNvPr id="37" name="Gerade Verbindung mit Pfeil 36">
              <a:extLst>
                <a:ext uri="{FF2B5EF4-FFF2-40B4-BE49-F238E27FC236}">
                  <a16:creationId xmlns:a16="http://schemas.microsoft.com/office/drawing/2014/main" id="{639C80E3-BE90-CE4B-E666-571FFB94089E}"/>
                </a:ext>
              </a:extLst>
            </p:cNvPr>
            <p:cNvCxnSpPr/>
            <p:nvPr/>
          </p:nvCxnSpPr>
          <p:spPr>
            <a:xfrm>
              <a:off x="5080000" y="5407475"/>
              <a:ext cx="2540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38" name="Textfeld 37">
              <a:extLst>
                <a:ext uri="{FF2B5EF4-FFF2-40B4-BE49-F238E27FC236}">
                  <a16:creationId xmlns:a16="http://schemas.microsoft.com/office/drawing/2014/main" id="{B67EAE3B-8823-D299-084F-9C58A76573A2}"/>
                </a:ext>
              </a:extLst>
            </p:cNvPr>
            <p:cNvSpPr txBox="1"/>
            <p:nvPr/>
          </p:nvSpPr>
          <p:spPr>
            <a:xfrm>
              <a:off x="4318000" y="5148831"/>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Forward result</a:t>
              </a:r>
            </a:p>
          </p:txBody>
        </p:sp>
        <p:cxnSp>
          <p:nvCxnSpPr>
            <p:cNvPr id="39" name="Gerade Verbindung mit Pfeil 38">
              <a:extLst>
                <a:ext uri="{FF2B5EF4-FFF2-40B4-BE49-F238E27FC236}">
                  <a16:creationId xmlns:a16="http://schemas.microsoft.com/office/drawing/2014/main" id="{C01EFBA9-A06E-D6A4-69C0-BDF094A98251}"/>
                </a:ext>
              </a:extLst>
            </p:cNvPr>
            <p:cNvCxnSpPr/>
            <p:nvPr/>
          </p:nvCxnSpPr>
          <p:spPr>
            <a:xfrm>
              <a:off x="2286000" y="5676897"/>
              <a:ext cx="2794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40" name="Textfeld 39">
              <a:extLst>
                <a:ext uri="{FF2B5EF4-FFF2-40B4-BE49-F238E27FC236}">
                  <a16:creationId xmlns:a16="http://schemas.microsoft.com/office/drawing/2014/main" id="{9B09E10F-EE57-B4E5-1697-8FAB992A9DB8}"/>
                </a:ext>
              </a:extLst>
            </p:cNvPr>
            <p:cNvSpPr txBox="1"/>
            <p:nvPr/>
          </p:nvSpPr>
          <p:spPr>
            <a:xfrm>
              <a:off x="1651000" y="5418252"/>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Return session token</a:t>
              </a:r>
            </a:p>
          </p:txBody>
        </p:sp>
        <p:sp>
          <p:nvSpPr>
            <p:cNvPr id="41" name="Rechteck 40">
              <a:extLst>
                <a:ext uri="{FF2B5EF4-FFF2-40B4-BE49-F238E27FC236}">
                  <a16:creationId xmlns:a16="http://schemas.microsoft.com/office/drawing/2014/main" id="{7499B8AC-5DF8-894D-A41C-6F54D74DACC1}"/>
                </a:ext>
              </a:extLst>
            </p:cNvPr>
            <p:cNvSpPr/>
            <p:nvPr/>
          </p:nvSpPr>
          <p:spPr>
            <a:xfrm>
              <a:off x="508000" y="3521527"/>
              <a:ext cx="11176000" cy="258644"/>
            </a:xfrm>
            <a:prstGeom prst="rect">
              <a:avLst/>
            </a:prstGeom>
            <a:solidFill>
              <a:schemeClr val="accent3"/>
            </a:solidFill>
            <a:ln w="12700"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400" b="1">
                  <a:solidFill>
                    <a:schemeClr val="bg2"/>
                  </a:solidFill>
                </a:rPr>
                <a:t>Runtime interactions</a:t>
              </a:r>
            </a:p>
          </p:txBody>
        </p:sp>
      </p:grpSp>
    </p:spTree>
    <p:extLst>
      <p:ext uri="{BB962C8B-B14F-4D97-AF65-F5344CB8AC3E}">
        <p14:creationId xmlns:p14="http://schemas.microsoft.com/office/powerpoint/2010/main" val="1778472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D89CC-DE72-4C9F-B594-293782CF6BC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A87FA9-2517-9FE9-333F-89F5CFAFF335}"/>
              </a:ext>
            </a:extLst>
          </p:cNvPr>
          <p:cNvSpPr>
            <a:spLocks noGrp="1"/>
          </p:cNvSpPr>
          <p:nvPr>
            <p:ph type="body" sz="quarter" idx="10"/>
          </p:nvPr>
        </p:nvSpPr>
        <p:spPr>
          <a:xfrm>
            <a:off x="1435100" y="6003638"/>
            <a:ext cx="9596438" cy="549563"/>
          </a:xfrm>
        </p:spPr>
        <p:txBody>
          <a:bodyPr anchor="t"/>
          <a:lstStyle/>
          <a:p>
            <a:pPr algn="ctr">
              <a:buNone/>
            </a:pPr>
            <a:r>
              <a:rPr lang="en-US" b="1" dirty="0"/>
              <a:t>The thin layer that makes embedded apps feel native.</a:t>
            </a:r>
          </a:p>
          <a:p>
            <a:pPr algn="ctr">
              <a:buNone/>
            </a:pPr>
            <a:r>
              <a:rPr lang="en-US" dirty="0"/>
              <a:t> </a:t>
            </a:r>
          </a:p>
        </p:txBody>
      </p:sp>
      <p:sp>
        <p:nvSpPr>
          <p:cNvPr id="3" name="Date Placeholder 2">
            <a:extLst>
              <a:ext uri="{FF2B5EF4-FFF2-40B4-BE49-F238E27FC236}">
                <a16:creationId xmlns:a16="http://schemas.microsoft.com/office/drawing/2014/main" id="{E09642C0-B6BE-BF37-38E7-EC545966593A}"/>
              </a:ext>
            </a:extLst>
          </p:cNvPr>
          <p:cNvSpPr>
            <a:spLocks noGrp="1"/>
          </p:cNvSpPr>
          <p:nvPr>
            <p:ph type="dt" sz="half" idx="16"/>
          </p:nvPr>
        </p:nvSpPr>
        <p:spPr/>
        <p:txBody>
          <a:bodyPr/>
          <a:lstStyle/>
          <a:p>
            <a:fld id="{E534DC3B-D99D-4AAB-A741-8BB0757A1176}" type="datetime1">
              <a:rPr lang="de-DE" smtClean="0"/>
              <a:t>28.05.26</a:t>
            </a:fld>
            <a:endParaRPr lang="de-DE"/>
          </a:p>
        </p:txBody>
      </p:sp>
      <p:sp>
        <p:nvSpPr>
          <p:cNvPr id="4" name="Footer Placeholder 3">
            <a:extLst>
              <a:ext uri="{FF2B5EF4-FFF2-40B4-BE49-F238E27FC236}">
                <a16:creationId xmlns:a16="http://schemas.microsoft.com/office/drawing/2014/main" id="{830C15B1-676C-A538-FBB8-FA6ABA54B0C6}"/>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185D0FB1-3E3E-83EB-2423-57DA17AFBAF2}"/>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B56AD8A6-93AD-51AE-267F-CDF1E5B5B71E}"/>
              </a:ext>
            </a:extLst>
          </p:cNvPr>
          <p:cNvSpPr>
            <a:spLocks noGrp="1"/>
          </p:cNvSpPr>
          <p:nvPr>
            <p:ph type="body" sz="quarter" idx="14"/>
          </p:nvPr>
        </p:nvSpPr>
        <p:spPr/>
        <p:txBody>
          <a:bodyPr/>
          <a:lstStyle/>
          <a:p>
            <a:r>
              <a:rPr lang="en-US" dirty="0"/>
              <a:t>AppBridge.</a:t>
            </a:r>
          </a:p>
        </p:txBody>
      </p:sp>
      <p:pic>
        <p:nvPicPr>
          <p:cNvPr id="8" name="Picture 7">
            <a:extLst>
              <a:ext uri="{FF2B5EF4-FFF2-40B4-BE49-F238E27FC236}">
                <a16:creationId xmlns:a16="http://schemas.microsoft.com/office/drawing/2014/main" id="{0C3D1395-AE76-F3C6-4501-3F4FE0D0CC3A}"/>
              </a:ext>
            </a:extLst>
          </p:cNvPr>
          <p:cNvPicPr>
            <a:picLocks noChangeAspect="1"/>
          </p:cNvPicPr>
          <p:nvPr/>
        </p:nvPicPr>
        <p:blipFill>
          <a:blip r:embed="rId3"/>
          <a:stretch>
            <a:fillRect/>
          </a:stretch>
        </p:blipFill>
        <p:spPr>
          <a:xfrm>
            <a:off x="13462000" y="1409732"/>
            <a:ext cx="6210300" cy="4622800"/>
          </a:xfrm>
          <a:prstGeom prst="rect">
            <a:avLst/>
          </a:prstGeom>
        </p:spPr>
      </p:pic>
      <p:grpSp>
        <p:nvGrpSpPr>
          <p:cNvPr id="43" name="Gruppieren 42">
            <a:extLst>
              <a:ext uri="{FF2B5EF4-FFF2-40B4-BE49-F238E27FC236}">
                <a16:creationId xmlns:a16="http://schemas.microsoft.com/office/drawing/2014/main" id="{6D52E607-B561-390D-87C8-B95C5DF04BD5}"/>
              </a:ext>
            </a:extLst>
          </p:cNvPr>
          <p:cNvGrpSpPr/>
          <p:nvPr/>
        </p:nvGrpSpPr>
        <p:grpSpPr>
          <a:xfrm>
            <a:off x="508000" y="1150620"/>
            <a:ext cx="11176000" cy="4526280"/>
            <a:chOff x="508000" y="1150620"/>
            <a:chExt cx="11176000" cy="5075896"/>
          </a:xfrm>
        </p:grpSpPr>
        <p:sp>
          <p:nvSpPr>
            <p:cNvPr id="9" name="Rechteck: abgerundete Ecken 8">
              <a:extLst>
                <a:ext uri="{FF2B5EF4-FFF2-40B4-BE49-F238E27FC236}">
                  <a16:creationId xmlns:a16="http://schemas.microsoft.com/office/drawing/2014/main" id="{31C63004-D82A-D861-0368-7EDB81F6DF97}"/>
                </a:ext>
              </a:extLst>
            </p:cNvPr>
            <p:cNvSpPr/>
            <p:nvPr/>
          </p:nvSpPr>
          <p:spPr>
            <a:xfrm>
              <a:off x="1130300" y="1150620"/>
              <a:ext cx="23114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 Frontend (iframe)</a:t>
              </a:r>
            </a:p>
          </p:txBody>
        </p:sp>
        <p:sp>
          <p:nvSpPr>
            <p:cNvPr id="10" name="Rechteck: abgerundete Ecken 9">
              <a:extLst>
                <a:ext uri="{FF2B5EF4-FFF2-40B4-BE49-F238E27FC236}">
                  <a16:creationId xmlns:a16="http://schemas.microsoft.com/office/drawing/2014/main" id="{3CDE93C6-1FB3-0667-BB3D-3B5CBF2D9B76}"/>
                </a:ext>
              </a:extLst>
            </p:cNvPr>
            <p:cNvSpPr/>
            <p:nvPr/>
          </p:nvSpPr>
          <p:spPr>
            <a:xfrm>
              <a:off x="1130300" y="5838549"/>
              <a:ext cx="23114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dirty="0">
                  <a:solidFill>
                    <a:schemeClr val="bg2"/>
                  </a:solidFill>
                </a:rPr>
                <a:t>App Frontend (</a:t>
              </a:r>
              <a:r>
                <a:rPr lang="de-DE" sz="1400" b="1" dirty="0" err="1">
                  <a:solidFill>
                    <a:schemeClr val="bg2"/>
                  </a:solidFill>
                </a:rPr>
                <a:t>iframe</a:t>
              </a:r>
              <a:r>
                <a:rPr lang="de-DE" sz="1400" b="1" dirty="0">
                  <a:solidFill>
                    <a:schemeClr val="bg2"/>
                  </a:solidFill>
                </a:rPr>
                <a:t>)</a:t>
              </a:r>
            </a:p>
          </p:txBody>
        </p:sp>
        <p:sp>
          <p:nvSpPr>
            <p:cNvPr id="11" name="Rechteck: abgerundete Ecken 10">
              <a:extLst>
                <a:ext uri="{FF2B5EF4-FFF2-40B4-BE49-F238E27FC236}">
                  <a16:creationId xmlns:a16="http://schemas.microsoft.com/office/drawing/2014/main" id="{3AC572F1-6475-9979-9AE7-37D09D019260}"/>
                </a:ext>
              </a:extLst>
            </p:cNvPr>
            <p:cNvSpPr/>
            <p:nvPr/>
          </p:nvSpPr>
          <p:spPr>
            <a:xfrm>
              <a:off x="406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appBridge</a:t>
              </a:r>
            </a:p>
          </p:txBody>
        </p:sp>
        <p:sp>
          <p:nvSpPr>
            <p:cNvPr id="12" name="Rechteck: abgerundete Ecken 11">
              <a:extLst>
                <a:ext uri="{FF2B5EF4-FFF2-40B4-BE49-F238E27FC236}">
                  <a16:creationId xmlns:a16="http://schemas.microsoft.com/office/drawing/2014/main" id="{3E722559-92BE-26A7-8F7A-0AABFCA89F91}"/>
                </a:ext>
              </a:extLst>
            </p:cNvPr>
            <p:cNvSpPr/>
            <p:nvPr/>
          </p:nvSpPr>
          <p:spPr>
            <a:xfrm>
              <a:off x="406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appBridge</a:t>
              </a:r>
            </a:p>
          </p:txBody>
        </p:sp>
        <p:sp>
          <p:nvSpPr>
            <p:cNvPr id="13" name="Rechteck: abgerundete Ecken 12">
              <a:extLst>
                <a:ext uri="{FF2B5EF4-FFF2-40B4-BE49-F238E27FC236}">
                  <a16:creationId xmlns:a16="http://schemas.microsoft.com/office/drawing/2014/main" id="{A2090D08-03D9-675B-F394-E7F386312123}"/>
                </a:ext>
              </a:extLst>
            </p:cNvPr>
            <p:cNvSpPr/>
            <p:nvPr/>
          </p:nvSpPr>
          <p:spPr>
            <a:xfrm>
              <a:off x="660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hostAppBridge</a:t>
              </a:r>
            </a:p>
          </p:txBody>
        </p:sp>
        <p:sp>
          <p:nvSpPr>
            <p:cNvPr id="14" name="Rechteck: abgerundete Ecken 13">
              <a:extLst>
                <a:ext uri="{FF2B5EF4-FFF2-40B4-BE49-F238E27FC236}">
                  <a16:creationId xmlns:a16="http://schemas.microsoft.com/office/drawing/2014/main" id="{6699FB0A-9B9A-9137-E6B4-B84F49A1C4F4}"/>
                </a:ext>
              </a:extLst>
            </p:cNvPr>
            <p:cNvSpPr/>
            <p:nvPr/>
          </p:nvSpPr>
          <p:spPr>
            <a:xfrm>
              <a:off x="660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hostAppBridge</a:t>
              </a:r>
            </a:p>
          </p:txBody>
        </p:sp>
        <p:sp>
          <p:nvSpPr>
            <p:cNvPr id="15" name="Rechteck: abgerundete Ecken 14">
              <a:extLst>
                <a:ext uri="{FF2B5EF4-FFF2-40B4-BE49-F238E27FC236}">
                  <a16:creationId xmlns:a16="http://schemas.microsoft.com/office/drawing/2014/main" id="{AEB05161-9C7D-E707-9CDD-2E6EB9087BBD}"/>
                </a:ext>
              </a:extLst>
            </p:cNvPr>
            <p:cNvSpPr/>
            <p:nvPr/>
          </p:nvSpPr>
          <p:spPr>
            <a:xfrm>
              <a:off x="9144000" y="1150620"/>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a:solidFill>
                    <a:schemeClr val="bg2"/>
                  </a:solidFill>
                </a:rPr>
                <a:t>JTL Cloud Service</a:t>
              </a:r>
            </a:p>
          </p:txBody>
        </p:sp>
        <p:sp>
          <p:nvSpPr>
            <p:cNvPr id="16" name="Rechteck: abgerundete Ecken 15">
              <a:extLst>
                <a:ext uri="{FF2B5EF4-FFF2-40B4-BE49-F238E27FC236}">
                  <a16:creationId xmlns:a16="http://schemas.microsoft.com/office/drawing/2014/main" id="{D30FA27B-D148-29CD-699E-C0F0ACE21A17}"/>
                </a:ext>
              </a:extLst>
            </p:cNvPr>
            <p:cNvSpPr/>
            <p:nvPr/>
          </p:nvSpPr>
          <p:spPr>
            <a:xfrm>
              <a:off x="9144000" y="5838549"/>
              <a:ext cx="2032000" cy="387967"/>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400" b="1" dirty="0">
                  <a:solidFill>
                    <a:schemeClr val="bg2"/>
                  </a:solidFill>
                </a:rPr>
                <a:t>JTL Cloud Service</a:t>
              </a:r>
            </a:p>
          </p:txBody>
        </p:sp>
        <p:cxnSp>
          <p:nvCxnSpPr>
            <p:cNvPr id="17" name="Gerade Verbindung mit Pfeil 16">
              <a:extLst>
                <a:ext uri="{FF2B5EF4-FFF2-40B4-BE49-F238E27FC236}">
                  <a16:creationId xmlns:a16="http://schemas.microsoft.com/office/drawing/2014/main" id="{2F5035EC-914A-94F9-2745-1FF8F768EB2A}"/>
                </a:ext>
              </a:extLst>
            </p:cNvPr>
            <p:cNvCxnSpPr/>
            <p:nvPr/>
          </p:nvCxnSpPr>
          <p:spPr>
            <a:xfrm>
              <a:off x="2286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DF71CF5F-9ACE-3EF6-237F-D8E1EF972C7C}"/>
                </a:ext>
              </a:extLst>
            </p:cNvPr>
            <p:cNvCxnSpPr/>
            <p:nvPr/>
          </p:nvCxnSpPr>
          <p:spPr>
            <a:xfrm>
              <a:off x="508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9" name="Gerade Verbindung mit Pfeil 18">
              <a:extLst>
                <a:ext uri="{FF2B5EF4-FFF2-40B4-BE49-F238E27FC236}">
                  <a16:creationId xmlns:a16="http://schemas.microsoft.com/office/drawing/2014/main" id="{2B96107E-6844-BA4B-91E3-AD4111AEFAB3}"/>
                </a:ext>
              </a:extLst>
            </p:cNvPr>
            <p:cNvCxnSpPr/>
            <p:nvPr/>
          </p:nvCxnSpPr>
          <p:spPr>
            <a:xfrm>
              <a:off x="762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0" name="Gerade Verbindung mit Pfeil 19">
              <a:extLst>
                <a:ext uri="{FF2B5EF4-FFF2-40B4-BE49-F238E27FC236}">
                  <a16:creationId xmlns:a16="http://schemas.microsoft.com/office/drawing/2014/main" id="{D252AAF1-B4A8-CFE6-76F6-31FEA5717A1B}"/>
                </a:ext>
              </a:extLst>
            </p:cNvPr>
            <p:cNvCxnSpPr/>
            <p:nvPr/>
          </p:nvCxnSpPr>
          <p:spPr>
            <a:xfrm>
              <a:off x="10160000" y="1538587"/>
              <a:ext cx="12700" cy="4299963"/>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1" name="Gerade Verbindung mit Pfeil 20">
              <a:extLst>
                <a:ext uri="{FF2B5EF4-FFF2-40B4-BE49-F238E27FC236}">
                  <a16:creationId xmlns:a16="http://schemas.microsoft.com/office/drawing/2014/main" id="{241B1E8E-6CDC-20F7-39CF-DDED3ECF5C69}"/>
                </a:ext>
              </a:extLst>
            </p:cNvPr>
            <p:cNvCxnSpPr/>
            <p:nvPr/>
          </p:nvCxnSpPr>
          <p:spPr>
            <a:xfrm>
              <a:off x="2286000" y="1958884"/>
              <a:ext cx="2794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2" name="Textfeld 21">
              <a:extLst>
                <a:ext uri="{FF2B5EF4-FFF2-40B4-BE49-F238E27FC236}">
                  <a16:creationId xmlns:a16="http://schemas.microsoft.com/office/drawing/2014/main" id="{6DE7BE33-C1B4-C58C-CDA0-FF68A4147441}"/>
                </a:ext>
              </a:extLst>
            </p:cNvPr>
            <p:cNvSpPr txBox="1"/>
            <p:nvPr/>
          </p:nvSpPr>
          <p:spPr>
            <a:xfrm>
              <a:off x="1651000" y="1700239"/>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Initialize (createAppBridge())</a:t>
              </a:r>
            </a:p>
          </p:txBody>
        </p:sp>
        <p:cxnSp>
          <p:nvCxnSpPr>
            <p:cNvPr id="23" name="Gerade Verbindung mit Pfeil 22">
              <a:extLst>
                <a:ext uri="{FF2B5EF4-FFF2-40B4-BE49-F238E27FC236}">
                  <a16:creationId xmlns:a16="http://schemas.microsoft.com/office/drawing/2014/main" id="{4A2827D3-490B-F791-108E-89AF03BD13D8}"/>
                </a:ext>
              </a:extLst>
            </p:cNvPr>
            <p:cNvCxnSpPr/>
            <p:nvPr/>
          </p:nvCxnSpPr>
          <p:spPr>
            <a:xfrm>
              <a:off x="5080000" y="2389958"/>
              <a:ext cx="2540000" cy="1077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4" name="Textfeld 23">
              <a:extLst>
                <a:ext uri="{FF2B5EF4-FFF2-40B4-BE49-F238E27FC236}">
                  <a16:creationId xmlns:a16="http://schemas.microsoft.com/office/drawing/2014/main" id="{AC86D511-D374-F9B7-1C1B-069DF47E5FF2}"/>
                </a:ext>
              </a:extLst>
            </p:cNvPr>
            <p:cNvSpPr txBox="1"/>
            <p:nvPr/>
          </p:nvSpPr>
          <p:spPr>
            <a:xfrm>
              <a:off x="4318000" y="213131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Establish connection</a:t>
              </a:r>
            </a:p>
          </p:txBody>
        </p:sp>
        <p:cxnSp>
          <p:nvCxnSpPr>
            <p:cNvPr id="25" name="Gerade Verbindung mit Pfeil 24">
              <a:extLst>
                <a:ext uri="{FF2B5EF4-FFF2-40B4-BE49-F238E27FC236}">
                  <a16:creationId xmlns:a16="http://schemas.microsoft.com/office/drawing/2014/main" id="{FB577F1F-193E-672A-21B8-3F91DD83B722}"/>
                </a:ext>
              </a:extLst>
            </p:cNvPr>
            <p:cNvCxnSpPr/>
            <p:nvPr/>
          </p:nvCxnSpPr>
          <p:spPr>
            <a:xfrm>
              <a:off x="5080000" y="2767147"/>
              <a:ext cx="2540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6" name="Textfeld 25">
              <a:extLst>
                <a:ext uri="{FF2B5EF4-FFF2-40B4-BE49-F238E27FC236}">
                  <a16:creationId xmlns:a16="http://schemas.microsoft.com/office/drawing/2014/main" id="{9FB2535A-527B-41DC-09A1-8EE64C1331E6}"/>
                </a:ext>
              </a:extLst>
            </p:cNvPr>
            <p:cNvSpPr txBox="1"/>
            <p:nvPr/>
          </p:nvSpPr>
          <p:spPr>
            <a:xfrm>
              <a:off x="4318000" y="250850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Connection ready</a:t>
              </a:r>
            </a:p>
          </p:txBody>
        </p:sp>
        <p:cxnSp>
          <p:nvCxnSpPr>
            <p:cNvPr id="27" name="Gerade Verbindung mit Pfeil 26">
              <a:extLst>
                <a:ext uri="{FF2B5EF4-FFF2-40B4-BE49-F238E27FC236}">
                  <a16:creationId xmlns:a16="http://schemas.microsoft.com/office/drawing/2014/main" id="{10B92C11-A27A-E38C-60EB-F91F6CE097A9}"/>
                </a:ext>
              </a:extLst>
            </p:cNvPr>
            <p:cNvCxnSpPr/>
            <p:nvPr/>
          </p:nvCxnSpPr>
          <p:spPr>
            <a:xfrm>
              <a:off x="2286000" y="3144337"/>
              <a:ext cx="2794000" cy="10777"/>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8" name="Textfeld 27">
              <a:extLst>
                <a:ext uri="{FF2B5EF4-FFF2-40B4-BE49-F238E27FC236}">
                  <a16:creationId xmlns:a16="http://schemas.microsoft.com/office/drawing/2014/main" id="{3306389E-95D9-B966-C1B7-F57736756489}"/>
                </a:ext>
              </a:extLst>
            </p:cNvPr>
            <p:cNvSpPr txBox="1"/>
            <p:nvPr/>
          </p:nvSpPr>
          <p:spPr>
            <a:xfrm>
              <a:off x="1651000" y="2885693"/>
              <a:ext cx="4064000" cy="215537"/>
            </a:xfrm>
            <a:prstGeom prst="rect">
              <a:avLst/>
            </a:prstGeom>
            <a:noFill/>
            <a:ln>
              <a:noFill/>
            </a:ln>
          </p:spPr>
          <p:txBody>
            <a:bodyPr vertOverflow="overflow" vert="horz" wrap="square" rtlCol="0" anchor="ctr" anchorCtr="0">
              <a:noAutofit/>
            </a:bodyPr>
            <a:lstStyle/>
            <a:p>
              <a:pPr algn="ctr"/>
              <a:r>
                <a:rPr lang="de-DE" sz="1300">
                  <a:solidFill>
                    <a:srgbClr val="1F1F1F"/>
                  </a:solidFill>
                </a:rPr>
                <a:t>Bridge instance ready</a:t>
              </a:r>
            </a:p>
          </p:txBody>
        </p:sp>
        <p:cxnSp>
          <p:nvCxnSpPr>
            <p:cNvPr id="29" name="Gerade Verbindung mit Pfeil 28">
              <a:extLst>
                <a:ext uri="{FF2B5EF4-FFF2-40B4-BE49-F238E27FC236}">
                  <a16:creationId xmlns:a16="http://schemas.microsoft.com/office/drawing/2014/main" id="{7F0F7F7B-47E3-9B1C-13C3-30E5E95A52CE}"/>
                </a:ext>
              </a:extLst>
            </p:cNvPr>
            <p:cNvCxnSpPr/>
            <p:nvPr/>
          </p:nvCxnSpPr>
          <p:spPr>
            <a:xfrm>
              <a:off x="2286000" y="4128157"/>
              <a:ext cx="2794000" cy="10777"/>
            </a:xfrm>
            <a:prstGeom prst="straightConnector1">
              <a:avLst/>
            </a:prstGeom>
            <a:ln w="15875" cap="flat" cmpd="sng" algn="ctr">
              <a:solidFill>
                <a:srgbClr val="1F1F1F"/>
              </a:solidFill>
              <a:prstDash val="solid"/>
              <a:miter lim="800000"/>
              <a:headEnd type="none"/>
              <a:tailEnd type="triangle"/>
            </a:ln>
          </p:spPr>
          <p:style>
            <a:lnRef idx="2">
              <a:schemeClr val="accent1"/>
            </a:lnRef>
            <a:fillRef idx="0">
              <a:schemeClr val="accent1"/>
            </a:fillRef>
            <a:effectRef idx="1">
              <a:schemeClr val="accent1"/>
            </a:effectRef>
            <a:fontRef idx="minor">
              <a:schemeClr val="tx1"/>
            </a:fontRef>
          </p:style>
        </p:cxnSp>
        <p:sp>
          <p:nvSpPr>
            <p:cNvPr id="30" name="Textfeld 29">
              <a:extLst>
                <a:ext uri="{FF2B5EF4-FFF2-40B4-BE49-F238E27FC236}">
                  <a16:creationId xmlns:a16="http://schemas.microsoft.com/office/drawing/2014/main" id="{6AA05BAD-8C32-B049-F246-023E76FB9722}"/>
                </a:ext>
              </a:extLst>
            </p:cNvPr>
            <p:cNvSpPr txBox="1"/>
            <p:nvPr/>
          </p:nvSpPr>
          <p:spPr>
            <a:xfrm>
              <a:off x="1651000" y="3854211"/>
              <a:ext cx="4064000" cy="215537"/>
            </a:xfrm>
            <a:prstGeom prst="rect">
              <a:avLst/>
            </a:prstGeom>
            <a:noFill/>
            <a:ln>
              <a:noFill/>
            </a:ln>
          </p:spPr>
          <p:txBody>
            <a:bodyPr vertOverflow="overflow" vert="horz" wrap="square" rtlCol="0" anchor="ctr" anchorCtr="0">
              <a:noAutofit/>
            </a:bodyPr>
            <a:lstStyle/>
            <a:p>
              <a:pPr algn="ctr"/>
              <a:r>
                <a:rPr lang="de-DE" sz="1300" dirty="0" err="1">
                  <a:solidFill>
                    <a:srgbClr val="1F1F1F"/>
                  </a:solidFill>
                </a:rPr>
                <a:t>event</a:t>
              </a:r>
              <a:r>
                <a:rPr lang="de-DE" sz="1300" dirty="0">
                  <a:solidFill>
                    <a:srgbClr val="1F1F1F"/>
                  </a:solidFill>
                </a:rPr>
                <a:t>. </a:t>
              </a:r>
              <a:r>
                <a:rPr lang="de-DE" sz="1300" dirty="0" err="1">
                  <a:solidFill>
                    <a:srgbClr val="1F1F1F"/>
                  </a:solidFill>
                </a:rPr>
                <a:t>subscripe</a:t>
              </a:r>
              <a:r>
                <a:rPr lang="de-DE" sz="1300" dirty="0">
                  <a:solidFill>
                    <a:srgbClr val="1F1F1F"/>
                  </a:solidFill>
                </a:rPr>
                <a:t>(“</a:t>
              </a:r>
              <a:r>
                <a:rPr lang="de-DE" sz="1300" dirty="0" err="1">
                  <a:solidFill>
                    <a:srgbClr val="1F1F1F"/>
                  </a:solidFill>
                </a:rPr>
                <a:t>CustomerChanged</a:t>
              </a:r>
              <a:r>
                <a:rPr lang="de-DE" sz="1300" dirty="0">
                  <a:solidFill>
                    <a:srgbClr val="1F1F1F"/>
                  </a:solidFill>
                </a:rPr>
                <a:t>")</a:t>
              </a:r>
            </a:p>
          </p:txBody>
        </p:sp>
        <p:cxnSp>
          <p:nvCxnSpPr>
            <p:cNvPr id="33" name="Gerade Verbindung mit Pfeil 32">
              <a:extLst>
                <a:ext uri="{FF2B5EF4-FFF2-40B4-BE49-F238E27FC236}">
                  <a16:creationId xmlns:a16="http://schemas.microsoft.com/office/drawing/2014/main" id="{AA1613F5-C9E9-34D7-5F75-3BF5AB726793}"/>
                </a:ext>
              </a:extLst>
            </p:cNvPr>
            <p:cNvCxnSpPr>
              <a:cxnSpLocks/>
            </p:cNvCxnSpPr>
            <p:nvPr/>
          </p:nvCxnSpPr>
          <p:spPr>
            <a:xfrm>
              <a:off x="2301551" y="4633105"/>
              <a:ext cx="2784799" cy="9215"/>
            </a:xfrm>
            <a:prstGeom prst="straightConnector1">
              <a:avLst/>
            </a:prstGeom>
            <a:ln w="15875" cap="flat" cmpd="sng" algn="ctr">
              <a:solidFill>
                <a:srgbClr val="1F1F1F"/>
              </a:solidFill>
              <a:prstDash val="solid"/>
              <a:miter lim="800000"/>
              <a:headEnd type="triangle"/>
            </a:ln>
          </p:spPr>
          <p:style>
            <a:lnRef idx="2">
              <a:schemeClr val="accent1"/>
            </a:lnRef>
            <a:fillRef idx="0">
              <a:schemeClr val="accent1"/>
            </a:fillRef>
            <a:effectRef idx="1">
              <a:schemeClr val="accent1"/>
            </a:effectRef>
            <a:fontRef idx="minor">
              <a:schemeClr val="tx1"/>
            </a:fontRef>
          </p:style>
        </p:cxnSp>
        <p:sp>
          <p:nvSpPr>
            <p:cNvPr id="34" name="Textfeld 33">
              <a:extLst>
                <a:ext uri="{FF2B5EF4-FFF2-40B4-BE49-F238E27FC236}">
                  <a16:creationId xmlns:a16="http://schemas.microsoft.com/office/drawing/2014/main" id="{E9DCD6B3-FEB4-D2E4-D339-F92354B4AAB8}"/>
                </a:ext>
              </a:extLst>
            </p:cNvPr>
            <p:cNvSpPr txBox="1"/>
            <p:nvPr/>
          </p:nvSpPr>
          <p:spPr>
            <a:xfrm>
              <a:off x="1539551" y="4374460"/>
              <a:ext cx="4064000" cy="215537"/>
            </a:xfrm>
            <a:prstGeom prst="rect">
              <a:avLst/>
            </a:prstGeom>
            <a:noFill/>
            <a:ln>
              <a:noFill/>
            </a:ln>
          </p:spPr>
          <p:txBody>
            <a:bodyPr vertOverflow="overflow" vert="horz" wrap="square" rtlCol="0" anchor="ctr" anchorCtr="0">
              <a:noAutofit/>
            </a:bodyPr>
            <a:lstStyle/>
            <a:p>
              <a:pPr algn="ctr"/>
              <a:r>
                <a:rPr lang="de-DE" sz="1300" dirty="0" err="1">
                  <a:solidFill>
                    <a:srgbClr val="1F1F1F"/>
                  </a:solidFill>
                </a:rPr>
                <a:t>Changed</a:t>
              </a:r>
              <a:r>
                <a:rPr lang="de-DE" sz="1300" dirty="0">
                  <a:solidFill>
                    <a:srgbClr val="1F1F1F"/>
                  </a:solidFill>
                </a:rPr>
                <a:t> Event 1</a:t>
              </a:r>
            </a:p>
          </p:txBody>
        </p:sp>
        <p:sp>
          <p:nvSpPr>
            <p:cNvPr id="41" name="Rechteck 40">
              <a:extLst>
                <a:ext uri="{FF2B5EF4-FFF2-40B4-BE49-F238E27FC236}">
                  <a16:creationId xmlns:a16="http://schemas.microsoft.com/office/drawing/2014/main" id="{D4E31C32-E8F5-7FA9-8796-4C222A761D54}"/>
                </a:ext>
              </a:extLst>
            </p:cNvPr>
            <p:cNvSpPr/>
            <p:nvPr/>
          </p:nvSpPr>
          <p:spPr>
            <a:xfrm>
              <a:off x="508000" y="3521527"/>
              <a:ext cx="11176000" cy="258644"/>
            </a:xfrm>
            <a:prstGeom prst="rect">
              <a:avLst/>
            </a:prstGeom>
            <a:solidFill>
              <a:schemeClr val="accent3"/>
            </a:solidFill>
            <a:ln w="12700" cap="flat" cmpd="sng" algn="ctr">
              <a:solidFill>
                <a:schemeClr val="accent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400" b="1">
                  <a:solidFill>
                    <a:schemeClr val="bg2"/>
                  </a:solidFill>
                </a:rPr>
                <a:t>Runtime interactions</a:t>
              </a:r>
            </a:p>
          </p:txBody>
        </p:sp>
      </p:grpSp>
      <p:cxnSp>
        <p:nvCxnSpPr>
          <p:cNvPr id="42" name="Gerade Verbindung mit Pfeil 32">
            <a:extLst>
              <a:ext uri="{FF2B5EF4-FFF2-40B4-BE49-F238E27FC236}">
                <a16:creationId xmlns:a16="http://schemas.microsoft.com/office/drawing/2014/main" id="{F466CE25-78D4-908A-A95B-B4E68C646B0F}"/>
              </a:ext>
            </a:extLst>
          </p:cNvPr>
          <p:cNvCxnSpPr>
            <a:cxnSpLocks/>
          </p:cNvCxnSpPr>
          <p:nvPr/>
        </p:nvCxnSpPr>
        <p:spPr>
          <a:xfrm>
            <a:off x="2301551" y="4677466"/>
            <a:ext cx="2784799" cy="8217"/>
          </a:xfrm>
          <a:prstGeom prst="straightConnector1">
            <a:avLst/>
          </a:prstGeom>
          <a:ln w="15875" cap="flat" cmpd="sng" algn="ctr">
            <a:solidFill>
              <a:srgbClr val="1F1F1F"/>
            </a:solidFill>
            <a:prstDash val="solid"/>
            <a:miter lim="800000"/>
            <a:headEnd type="triangle"/>
          </a:ln>
        </p:spPr>
        <p:style>
          <a:lnRef idx="2">
            <a:schemeClr val="accent1"/>
          </a:lnRef>
          <a:fillRef idx="0">
            <a:schemeClr val="accent1"/>
          </a:fillRef>
          <a:effectRef idx="1">
            <a:schemeClr val="accent1"/>
          </a:effectRef>
          <a:fontRef idx="minor">
            <a:schemeClr val="tx1"/>
          </a:fontRef>
        </p:style>
      </p:cxnSp>
      <p:sp>
        <p:nvSpPr>
          <p:cNvPr id="44" name="Textfeld 33">
            <a:extLst>
              <a:ext uri="{FF2B5EF4-FFF2-40B4-BE49-F238E27FC236}">
                <a16:creationId xmlns:a16="http://schemas.microsoft.com/office/drawing/2014/main" id="{EE80DFD9-FCAB-FF0F-5A04-67FC72B3E6EC}"/>
              </a:ext>
            </a:extLst>
          </p:cNvPr>
          <p:cNvSpPr txBox="1"/>
          <p:nvPr/>
        </p:nvSpPr>
        <p:spPr>
          <a:xfrm>
            <a:off x="1539551" y="4446827"/>
            <a:ext cx="4064000" cy="192199"/>
          </a:xfrm>
          <a:prstGeom prst="rect">
            <a:avLst/>
          </a:prstGeom>
          <a:noFill/>
          <a:ln>
            <a:noFill/>
          </a:ln>
        </p:spPr>
        <p:txBody>
          <a:bodyPr vertOverflow="overflow" vert="horz" wrap="square" rtlCol="0" anchor="ctr" anchorCtr="0">
            <a:noAutofit/>
          </a:bodyPr>
          <a:lstStyle/>
          <a:p>
            <a:pPr algn="ctr"/>
            <a:r>
              <a:rPr lang="de-DE" sz="1300" dirty="0" err="1">
                <a:solidFill>
                  <a:srgbClr val="1F1F1F"/>
                </a:solidFill>
              </a:rPr>
              <a:t>Changed</a:t>
            </a:r>
            <a:r>
              <a:rPr lang="de-DE" sz="1300" dirty="0">
                <a:solidFill>
                  <a:srgbClr val="1F1F1F"/>
                </a:solidFill>
              </a:rPr>
              <a:t> Event 2</a:t>
            </a:r>
          </a:p>
        </p:txBody>
      </p:sp>
      <p:cxnSp>
        <p:nvCxnSpPr>
          <p:cNvPr id="45" name="Gerade Verbindung mit Pfeil 32">
            <a:extLst>
              <a:ext uri="{FF2B5EF4-FFF2-40B4-BE49-F238E27FC236}">
                <a16:creationId xmlns:a16="http://schemas.microsoft.com/office/drawing/2014/main" id="{76489976-6156-278C-3963-BDE2FBBCAF01}"/>
              </a:ext>
            </a:extLst>
          </p:cNvPr>
          <p:cNvCxnSpPr>
            <a:cxnSpLocks/>
          </p:cNvCxnSpPr>
          <p:nvPr/>
        </p:nvCxnSpPr>
        <p:spPr>
          <a:xfrm>
            <a:off x="2301551" y="5034428"/>
            <a:ext cx="2784799" cy="8217"/>
          </a:xfrm>
          <a:prstGeom prst="straightConnector1">
            <a:avLst/>
          </a:prstGeom>
          <a:ln w="15875" cap="flat" cmpd="sng" algn="ctr">
            <a:solidFill>
              <a:srgbClr val="1F1F1F"/>
            </a:solidFill>
            <a:prstDash val="solid"/>
            <a:miter lim="800000"/>
            <a:headEnd type="triangle"/>
          </a:ln>
        </p:spPr>
        <p:style>
          <a:lnRef idx="2">
            <a:schemeClr val="accent1"/>
          </a:lnRef>
          <a:fillRef idx="0">
            <a:schemeClr val="accent1"/>
          </a:fillRef>
          <a:effectRef idx="1">
            <a:schemeClr val="accent1"/>
          </a:effectRef>
          <a:fontRef idx="minor">
            <a:schemeClr val="tx1"/>
          </a:fontRef>
        </p:style>
      </p:cxnSp>
      <p:sp>
        <p:nvSpPr>
          <p:cNvPr id="46" name="Textfeld 33">
            <a:extLst>
              <a:ext uri="{FF2B5EF4-FFF2-40B4-BE49-F238E27FC236}">
                <a16:creationId xmlns:a16="http://schemas.microsoft.com/office/drawing/2014/main" id="{BCF21E81-64FF-6756-2EE4-5BE53F76EF87}"/>
              </a:ext>
            </a:extLst>
          </p:cNvPr>
          <p:cNvSpPr txBox="1"/>
          <p:nvPr/>
        </p:nvSpPr>
        <p:spPr>
          <a:xfrm>
            <a:off x="1539551" y="4803789"/>
            <a:ext cx="4064000" cy="192199"/>
          </a:xfrm>
          <a:prstGeom prst="rect">
            <a:avLst/>
          </a:prstGeom>
          <a:noFill/>
          <a:ln>
            <a:noFill/>
          </a:ln>
        </p:spPr>
        <p:txBody>
          <a:bodyPr vertOverflow="overflow" vert="horz" wrap="square" rtlCol="0" anchor="ctr" anchorCtr="0">
            <a:noAutofit/>
          </a:bodyPr>
          <a:lstStyle/>
          <a:p>
            <a:pPr algn="ctr"/>
            <a:r>
              <a:rPr lang="de-DE" sz="1300" dirty="0">
                <a:solidFill>
                  <a:srgbClr val="1F1F1F"/>
                </a:solidFill>
              </a:rPr>
              <a:t>…</a:t>
            </a:r>
          </a:p>
        </p:txBody>
      </p:sp>
    </p:spTree>
    <p:extLst>
      <p:ext uri="{BB962C8B-B14F-4D97-AF65-F5344CB8AC3E}">
        <p14:creationId xmlns:p14="http://schemas.microsoft.com/office/powerpoint/2010/main" val="3203924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66FF143-189C-8A2C-93D9-7F4FD8D0EF16}"/>
              </a:ext>
            </a:extLst>
          </p:cNvPr>
          <p:cNvSpPr>
            <a:spLocks noGrp="1"/>
          </p:cNvSpPr>
          <p:nvPr>
            <p:ph type="dt" sz="half" idx="17"/>
          </p:nvPr>
        </p:nvSpPr>
        <p:spPr/>
        <p:txBody>
          <a:bodyPr/>
          <a:lstStyle/>
          <a:p>
            <a:fld id="{9647E6D2-3F3B-4998-99D8-09BAB9C7D62A}" type="datetime1">
              <a:rPr lang="de-DE" smtClean="0"/>
              <a:t>28.05.26</a:t>
            </a:fld>
            <a:endParaRPr lang="de-DE"/>
          </a:p>
        </p:txBody>
      </p:sp>
      <p:sp>
        <p:nvSpPr>
          <p:cNvPr id="5" name="Footer Placeholder 4">
            <a:extLst>
              <a:ext uri="{FF2B5EF4-FFF2-40B4-BE49-F238E27FC236}">
                <a16:creationId xmlns:a16="http://schemas.microsoft.com/office/drawing/2014/main" id="{38980695-7A1B-FDC6-7CB2-923EF5420B1E}"/>
              </a:ext>
            </a:extLst>
          </p:cNvPr>
          <p:cNvSpPr>
            <a:spLocks noGrp="1"/>
          </p:cNvSpPr>
          <p:nvPr>
            <p:ph type="ftr" sz="quarter" idx="18"/>
          </p:nvPr>
        </p:nvSpPr>
        <p:spPr/>
        <p:txBody>
          <a:bodyPr/>
          <a:lstStyle/>
          <a:p>
            <a:r>
              <a:rPr lang="de-DE"/>
              <a:t>Hackathon 2026</a:t>
            </a:r>
          </a:p>
        </p:txBody>
      </p:sp>
      <p:sp>
        <p:nvSpPr>
          <p:cNvPr id="3" name="Text Placeholder 2">
            <a:extLst>
              <a:ext uri="{FF2B5EF4-FFF2-40B4-BE49-F238E27FC236}">
                <a16:creationId xmlns:a16="http://schemas.microsoft.com/office/drawing/2014/main" id="{E20A03FB-097B-BC56-32B8-9CE211A67F8F}"/>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9096F6AE-7BCE-58B9-7A76-625736A0BE05}"/>
              </a:ext>
            </a:extLst>
          </p:cNvPr>
          <p:cNvSpPr>
            <a:spLocks noGrp="1"/>
          </p:cNvSpPr>
          <p:nvPr>
            <p:ph type="body" sz="quarter" idx="14"/>
          </p:nvPr>
        </p:nvSpPr>
        <p:spPr>
          <a:xfrm>
            <a:off x="356835" y="631484"/>
            <a:ext cx="11474803" cy="340093"/>
          </a:xfrm>
        </p:spPr>
        <p:txBody>
          <a:bodyPr>
            <a:spAutoFit/>
          </a:bodyPr>
          <a:lstStyle/>
          <a:p>
            <a:r>
              <a:rPr lang="en-US" dirty="0"/>
              <a:t>The communication flow from app frontend to Wawi</a:t>
            </a:r>
          </a:p>
        </p:txBody>
      </p:sp>
      <p:sp>
        <p:nvSpPr>
          <p:cNvPr id="2" name="Rounded Rectangle 1">
            <a:extLst>
              <a:ext uri="{FF2B5EF4-FFF2-40B4-BE49-F238E27FC236}">
                <a16:creationId xmlns:a16="http://schemas.microsoft.com/office/drawing/2014/main" id="{10A31071-77AC-0C49-90F4-399B7D1D3649}"/>
              </a:ext>
            </a:extLst>
          </p:cNvPr>
          <p:cNvSpPr/>
          <p:nvPr/>
        </p:nvSpPr>
        <p:spPr>
          <a:xfrm>
            <a:off x="1310677" y="1436636"/>
            <a:ext cx="9570643" cy="714660"/>
          </a:xfrm>
          <a:prstGeom prst="roundRect">
            <a:avLst/>
          </a:prstGeom>
          <a:solidFill>
            <a:srgbClr val="0A1A45"/>
          </a:solidFill>
          <a:ln w="15990" cap="flat">
            <a:noFill/>
            <a:prstDash val="solid"/>
            <a:miter/>
          </a:ln>
        </p:spPr>
        <p:txBody>
          <a:bodyPr vertOverflow="clip" horzOverflow="clip" wrap="square" rtlCol="0" anchor="ctr" anchorCtr="0">
            <a:noAutofit/>
          </a:bodyPr>
          <a:lstStyle/>
          <a:p>
            <a:pPr algn="ctr"/>
            <a:r>
              <a:rPr lang="en-US" sz="1500" b="1" dirty="0">
                <a:solidFill>
                  <a:srgbClr val="FFFFFF"/>
                </a:solidFill>
              </a:rPr>
              <a:t>JTL Cloud ERP ·  Your UI embedded in the JTL Cloud ERP</a:t>
            </a:r>
          </a:p>
        </p:txBody>
      </p:sp>
      <p:sp>
        <p:nvSpPr>
          <p:cNvPr id="9" name="Down Arrow 8">
            <a:extLst>
              <a:ext uri="{FF2B5EF4-FFF2-40B4-BE49-F238E27FC236}">
                <a16:creationId xmlns:a16="http://schemas.microsoft.com/office/drawing/2014/main" id="{2303579C-E86F-C241-B867-668D7BA92B52}"/>
              </a:ext>
            </a:extLst>
          </p:cNvPr>
          <p:cNvSpPr/>
          <p:nvPr/>
        </p:nvSpPr>
        <p:spPr>
          <a:xfrm>
            <a:off x="5949904" y="2104527"/>
            <a:ext cx="323896" cy="364384"/>
          </a:xfrm>
          <a:prstGeom prst="downArrow">
            <a:avLst/>
          </a:prstGeom>
          <a:solidFill>
            <a:schemeClr val="tx1"/>
          </a:solidFill>
          <a:ln w="15990" cap="flat">
            <a:noFill/>
            <a:prstDash val="solid"/>
            <a:miter/>
          </a:ln>
        </p:spPr>
        <p:txBody>
          <a:bodyPr vertOverflow="clip" horzOverflow="clip" rtlCol="0" anchor="t"/>
          <a:lstStyle/>
          <a:p>
            <a:pPr algn="l"/>
            <a:endParaRPr lang="en-US" sz="1500"/>
          </a:p>
        </p:txBody>
      </p:sp>
      <p:sp>
        <p:nvSpPr>
          <p:cNvPr id="10" name="TextBox 9">
            <a:extLst>
              <a:ext uri="{FF2B5EF4-FFF2-40B4-BE49-F238E27FC236}">
                <a16:creationId xmlns:a16="http://schemas.microsoft.com/office/drawing/2014/main" id="{E7A4F8FA-5AC8-8A4E-A0EC-7245A4F978E9}"/>
              </a:ext>
            </a:extLst>
          </p:cNvPr>
          <p:cNvSpPr txBox="1"/>
          <p:nvPr/>
        </p:nvSpPr>
        <p:spPr>
          <a:xfrm>
            <a:off x="6879223" y="2184008"/>
            <a:ext cx="4002097" cy="257278"/>
          </a:xfrm>
          <a:prstGeom prst="rect">
            <a:avLst/>
          </a:prstGeom>
          <a:noFill/>
        </p:spPr>
        <p:txBody>
          <a:bodyPr vertOverflow="overflow" vert="horz" wrap="square" rtlCol="0" anchor="t">
            <a:noAutofit/>
          </a:bodyPr>
          <a:lstStyle/>
          <a:p>
            <a:pPr algn="r"/>
            <a:r>
              <a:rPr lang="en-US" sz="1500" b="1" i="1" dirty="0">
                <a:solidFill>
                  <a:srgbClr val="0A1A45"/>
                </a:solidFill>
              </a:rPr>
              <a:t>HTTP / GRPC / … </a:t>
            </a:r>
            <a:r>
              <a:rPr lang="en-US" sz="1500" i="1" dirty="0">
                <a:solidFill>
                  <a:srgbClr val="0A1A45"/>
                </a:solidFill>
              </a:rPr>
              <a:t>·  Custom Auth</a:t>
            </a:r>
          </a:p>
        </p:txBody>
      </p:sp>
      <p:sp>
        <p:nvSpPr>
          <p:cNvPr id="11" name="Rounded Rectangle 10">
            <a:extLst>
              <a:ext uri="{FF2B5EF4-FFF2-40B4-BE49-F238E27FC236}">
                <a16:creationId xmlns:a16="http://schemas.microsoft.com/office/drawing/2014/main" id="{95D0C9AD-3F8D-B846-8423-EBE094BB761B}"/>
              </a:ext>
            </a:extLst>
          </p:cNvPr>
          <p:cNvSpPr/>
          <p:nvPr/>
        </p:nvSpPr>
        <p:spPr>
          <a:xfrm>
            <a:off x="1308914" y="2531205"/>
            <a:ext cx="9570643" cy="714660"/>
          </a:xfrm>
          <a:prstGeom prst="roundRect">
            <a:avLst/>
          </a:prstGeom>
          <a:solidFill>
            <a:srgbClr val="2721F7"/>
          </a:solidFill>
          <a:ln w="15990" cap="flat">
            <a:noFill/>
            <a:prstDash val="solid"/>
            <a:miter/>
          </a:ln>
        </p:spPr>
        <p:txBody>
          <a:bodyPr vertOverflow="clip" horzOverflow="clip" wrap="square" rtlCol="0" anchor="ctr" anchorCtr="0">
            <a:noAutofit/>
          </a:bodyPr>
          <a:lstStyle/>
          <a:p>
            <a:pPr algn="ctr"/>
            <a:r>
              <a:rPr lang="en-US" sz="1500" b="1" dirty="0">
                <a:solidFill>
                  <a:srgbClr val="FFFFFF"/>
                </a:solidFill>
              </a:rPr>
              <a:t>Your App Backend  (Node.js / .NET / PHP)</a:t>
            </a:r>
          </a:p>
        </p:txBody>
      </p:sp>
      <p:sp>
        <p:nvSpPr>
          <p:cNvPr id="12" name="Down Arrow 11">
            <a:extLst>
              <a:ext uri="{FF2B5EF4-FFF2-40B4-BE49-F238E27FC236}">
                <a16:creationId xmlns:a16="http://schemas.microsoft.com/office/drawing/2014/main" id="{56D56E49-9CCF-794D-80AE-A47CC4A33C0E}"/>
              </a:ext>
            </a:extLst>
          </p:cNvPr>
          <p:cNvSpPr/>
          <p:nvPr/>
        </p:nvSpPr>
        <p:spPr>
          <a:xfrm>
            <a:off x="5949904" y="3181426"/>
            <a:ext cx="323896" cy="462939"/>
          </a:xfrm>
          <a:prstGeom prst="downArrow">
            <a:avLst/>
          </a:prstGeom>
          <a:solidFill>
            <a:srgbClr val="2721F7"/>
          </a:solidFill>
          <a:ln w="15990" cap="flat">
            <a:noFill/>
            <a:prstDash val="solid"/>
            <a:miter/>
          </a:ln>
        </p:spPr>
        <p:txBody>
          <a:bodyPr vertOverflow="clip" horzOverflow="clip" rtlCol="0" anchor="t"/>
          <a:lstStyle/>
          <a:p>
            <a:pPr algn="l"/>
            <a:endParaRPr lang="en-US" sz="1500"/>
          </a:p>
        </p:txBody>
      </p:sp>
      <p:sp>
        <p:nvSpPr>
          <p:cNvPr id="13" name="TextBox 12">
            <a:extLst>
              <a:ext uri="{FF2B5EF4-FFF2-40B4-BE49-F238E27FC236}">
                <a16:creationId xmlns:a16="http://schemas.microsoft.com/office/drawing/2014/main" id="{76802173-09A6-A248-BA08-5FAD71927899}"/>
              </a:ext>
            </a:extLst>
          </p:cNvPr>
          <p:cNvSpPr txBox="1"/>
          <p:nvPr/>
        </p:nvSpPr>
        <p:spPr>
          <a:xfrm>
            <a:off x="7969718" y="3301786"/>
            <a:ext cx="3053022" cy="257278"/>
          </a:xfrm>
          <a:prstGeom prst="rect">
            <a:avLst/>
          </a:prstGeom>
          <a:noFill/>
        </p:spPr>
        <p:txBody>
          <a:bodyPr vertOverflow="overflow" vert="horz" wrap="square" rtlCol="0" anchor="t">
            <a:noAutofit/>
          </a:bodyPr>
          <a:lstStyle/>
          <a:p>
            <a:pPr algn="l"/>
            <a:r>
              <a:rPr lang="en-US" sz="1500" b="1" i="1" dirty="0">
                <a:solidFill>
                  <a:srgbClr val="0A1A45"/>
                </a:solidFill>
              </a:rPr>
              <a:t>OAuth 2.0  </a:t>
            </a:r>
            <a:r>
              <a:rPr lang="en-US" sz="1500" i="1" dirty="0">
                <a:solidFill>
                  <a:srgbClr val="0A1A45"/>
                </a:solidFill>
              </a:rPr>
              <a:t>·  Client Credentials</a:t>
            </a:r>
          </a:p>
        </p:txBody>
      </p:sp>
      <p:grpSp>
        <p:nvGrpSpPr>
          <p:cNvPr id="21" name="Gruppieren 20">
            <a:extLst>
              <a:ext uri="{FF2B5EF4-FFF2-40B4-BE49-F238E27FC236}">
                <a16:creationId xmlns:a16="http://schemas.microsoft.com/office/drawing/2014/main" id="{68669635-53BB-3408-739D-F3AC1A3AED92}"/>
              </a:ext>
            </a:extLst>
          </p:cNvPr>
          <p:cNvGrpSpPr/>
          <p:nvPr/>
        </p:nvGrpSpPr>
        <p:grpSpPr>
          <a:xfrm>
            <a:off x="1310678" y="3676574"/>
            <a:ext cx="9570644" cy="1149022"/>
            <a:chOff x="1310678" y="3763087"/>
            <a:chExt cx="9570644" cy="1149022"/>
          </a:xfrm>
        </p:grpSpPr>
        <p:sp>
          <p:nvSpPr>
            <p:cNvPr id="14" name="Rounded Rectangle 13">
              <a:extLst>
                <a:ext uri="{FF2B5EF4-FFF2-40B4-BE49-F238E27FC236}">
                  <a16:creationId xmlns:a16="http://schemas.microsoft.com/office/drawing/2014/main" id="{93C3D1AD-E2F9-404B-8EA8-89327C421371}"/>
                </a:ext>
              </a:extLst>
            </p:cNvPr>
            <p:cNvSpPr/>
            <p:nvPr/>
          </p:nvSpPr>
          <p:spPr>
            <a:xfrm>
              <a:off x="1310678" y="3763087"/>
              <a:ext cx="9570644" cy="1149022"/>
            </a:xfrm>
            <a:prstGeom prst="roundRect">
              <a:avLst/>
            </a:prstGeom>
            <a:solidFill>
              <a:srgbClr val="89D2FF"/>
            </a:solidFill>
            <a:ln w="15990" cap="flat">
              <a:noFill/>
              <a:prstDash val="solid"/>
              <a:miter/>
            </a:ln>
          </p:spPr>
          <p:txBody>
            <a:bodyPr vertOverflow="clip" horzOverflow="clip" wrap="square" rtlCol="0" anchor="ctr" anchorCtr="0">
              <a:noAutofit/>
            </a:bodyPr>
            <a:lstStyle/>
            <a:p>
              <a:pPr algn="l"/>
              <a:endParaRPr lang="en-US" sz="1500" b="1">
                <a:solidFill>
                  <a:srgbClr val="0A1A45"/>
                </a:solidFill>
              </a:endParaRPr>
            </a:p>
          </p:txBody>
        </p:sp>
        <p:sp>
          <p:nvSpPr>
            <p:cNvPr id="15" name="TextBox 14">
              <a:extLst>
                <a:ext uri="{FF2B5EF4-FFF2-40B4-BE49-F238E27FC236}">
                  <a16:creationId xmlns:a16="http://schemas.microsoft.com/office/drawing/2014/main" id="{CB6714E9-413D-954B-9E64-4BE48D160E12}"/>
                </a:ext>
              </a:extLst>
            </p:cNvPr>
            <p:cNvSpPr txBox="1"/>
            <p:nvPr/>
          </p:nvSpPr>
          <p:spPr>
            <a:xfrm>
              <a:off x="1434372" y="3862342"/>
              <a:ext cx="2858641" cy="228691"/>
            </a:xfrm>
            <a:prstGeom prst="rect">
              <a:avLst/>
            </a:prstGeom>
            <a:noFill/>
          </p:spPr>
          <p:txBody>
            <a:bodyPr vertOverflow="overflow" vert="horz" wrap="square" rtlCol="0" anchor="t">
              <a:noAutofit/>
            </a:bodyPr>
            <a:lstStyle/>
            <a:p>
              <a:pPr algn="l"/>
              <a:r>
                <a:rPr lang="en-US" sz="1500" b="1" dirty="0">
                  <a:solidFill>
                    <a:srgbClr val="0A1A45"/>
                  </a:solidFill>
                </a:rPr>
                <a:t>JTL Platform APIs</a:t>
              </a:r>
            </a:p>
          </p:txBody>
        </p:sp>
        <p:sp>
          <p:nvSpPr>
            <p:cNvPr id="16" name="Rounded Rectangle 15">
              <a:extLst>
                <a:ext uri="{FF2B5EF4-FFF2-40B4-BE49-F238E27FC236}">
                  <a16:creationId xmlns:a16="http://schemas.microsoft.com/office/drawing/2014/main" id="{3D8DA84B-4B62-4C48-854F-56E85CCD5C6B}"/>
                </a:ext>
              </a:extLst>
            </p:cNvPr>
            <p:cNvSpPr/>
            <p:nvPr/>
          </p:nvSpPr>
          <p:spPr>
            <a:xfrm>
              <a:off x="1466122" y="4257807"/>
              <a:ext cx="3020071" cy="543142"/>
            </a:xfrm>
            <a:prstGeom prst="roundRect">
              <a:avLst/>
            </a:prstGeom>
            <a:solidFill>
              <a:srgbClr val="FFFFFF"/>
            </a:solidFill>
            <a:ln w="15990" cap="flat">
              <a:noFill/>
              <a:prstDash val="solid"/>
              <a:miter/>
            </a:ln>
          </p:spPr>
          <p:txBody>
            <a:bodyPr vertOverflow="clip" horzOverflow="clip" wrap="square" rtlCol="0" anchor="ctr" anchorCtr="0">
              <a:noAutofit/>
            </a:bodyPr>
            <a:lstStyle/>
            <a:p>
              <a:pPr algn="ctr"/>
              <a:r>
                <a:rPr lang="en-US" sz="1500" b="1" dirty="0">
                  <a:solidFill>
                    <a:srgbClr val="0A1A45"/>
                  </a:solidFill>
                </a:rPr>
                <a:t>ERP API · REST + </a:t>
              </a:r>
              <a:r>
                <a:rPr lang="en-US" sz="1500" b="1" dirty="0" err="1">
                  <a:solidFill>
                    <a:srgbClr val="0A1A45"/>
                  </a:solidFill>
                </a:rPr>
                <a:t>GraphQL</a:t>
              </a:r>
              <a:endParaRPr lang="en-US" sz="1500" b="1" dirty="0">
                <a:solidFill>
                  <a:srgbClr val="0A1A45"/>
                </a:solidFill>
              </a:endParaRPr>
            </a:p>
          </p:txBody>
        </p:sp>
        <p:sp>
          <p:nvSpPr>
            <p:cNvPr id="17" name="Rounded Rectangle 16">
              <a:extLst>
                <a:ext uri="{FF2B5EF4-FFF2-40B4-BE49-F238E27FC236}">
                  <a16:creationId xmlns:a16="http://schemas.microsoft.com/office/drawing/2014/main" id="{2FD1FDBB-3D24-D042-AE25-1D83CDD56E95}"/>
                </a:ext>
              </a:extLst>
            </p:cNvPr>
            <p:cNvSpPr/>
            <p:nvPr/>
          </p:nvSpPr>
          <p:spPr>
            <a:xfrm>
              <a:off x="4585965" y="4257807"/>
              <a:ext cx="3020071" cy="543142"/>
            </a:xfrm>
            <a:prstGeom prst="roundRect">
              <a:avLst/>
            </a:prstGeom>
            <a:solidFill>
              <a:srgbClr val="FFFFFF"/>
            </a:solidFill>
            <a:ln w="15990" cap="flat">
              <a:noFill/>
              <a:prstDash val="solid"/>
              <a:miter/>
            </a:ln>
          </p:spPr>
          <p:txBody>
            <a:bodyPr vertOverflow="clip" horzOverflow="clip" wrap="square" rtlCol="0" anchor="ctr" anchorCtr="0">
              <a:noAutofit/>
            </a:bodyPr>
            <a:lstStyle/>
            <a:p>
              <a:pPr algn="ctr"/>
              <a:r>
                <a:rPr lang="en-US" sz="1500" b="1">
                  <a:solidFill>
                    <a:srgbClr val="0A1A45"/>
                  </a:solidFill>
                </a:rPr>
                <a:t>SCX API · Marketplaces</a:t>
              </a:r>
            </a:p>
          </p:txBody>
        </p:sp>
        <p:sp>
          <p:nvSpPr>
            <p:cNvPr id="18" name="Rounded Rectangle 17">
              <a:extLst>
                <a:ext uri="{FF2B5EF4-FFF2-40B4-BE49-F238E27FC236}">
                  <a16:creationId xmlns:a16="http://schemas.microsoft.com/office/drawing/2014/main" id="{60A50834-FC6D-CC4C-8E9D-342B888F8085}"/>
                </a:ext>
              </a:extLst>
            </p:cNvPr>
            <p:cNvSpPr/>
            <p:nvPr/>
          </p:nvSpPr>
          <p:spPr>
            <a:xfrm>
              <a:off x="7698223" y="4257807"/>
              <a:ext cx="3020071" cy="543142"/>
            </a:xfrm>
            <a:prstGeom prst="roundRect">
              <a:avLst/>
            </a:prstGeom>
            <a:solidFill>
              <a:srgbClr val="FFFFFF"/>
            </a:solidFill>
            <a:ln w="15990" cap="flat">
              <a:noFill/>
              <a:prstDash val="solid"/>
              <a:miter/>
            </a:ln>
          </p:spPr>
          <p:txBody>
            <a:bodyPr vertOverflow="clip" horzOverflow="clip" wrap="square" rtlCol="0" anchor="ctr" anchorCtr="0">
              <a:noAutofit/>
            </a:bodyPr>
            <a:lstStyle/>
            <a:p>
              <a:pPr algn="ctr"/>
              <a:r>
                <a:rPr lang="en-US" sz="1500" b="1">
                  <a:solidFill>
                    <a:srgbClr val="0A1A45"/>
                  </a:solidFill>
                </a:rPr>
                <a:t>Cloud APIs · Hub &amp; Reg.</a:t>
              </a:r>
            </a:p>
          </p:txBody>
        </p:sp>
      </p:grpSp>
      <p:sp>
        <p:nvSpPr>
          <p:cNvPr id="19" name="Up Arrow 18">
            <a:extLst>
              <a:ext uri="{FF2B5EF4-FFF2-40B4-BE49-F238E27FC236}">
                <a16:creationId xmlns:a16="http://schemas.microsoft.com/office/drawing/2014/main" id="{D890228C-969C-774C-94BB-C4B666510DFB}"/>
              </a:ext>
            </a:extLst>
          </p:cNvPr>
          <p:cNvSpPr/>
          <p:nvPr/>
        </p:nvSpPr>
        <p:spPr>
          <a:xfrm>
            <a:off x="5949904" y="4834981"/>
            <a:ext cx="323896" cy="364384"/>
          </a:xfrm>
          <a:prstGeom prst="upArrow">
            <a:avLst/>
          </a:prstGeom>
          <a:solidFill>
            <a:schemeClr val="tx1"/>
          </a:solidFill>
          <a:ln w="15990" cap="flat">
            <a:noFill/>
            <a:prstDash val="solid"/>
            <a:miter/>
          </a:ln>
        </p:spPr>
        <p:txBody>
          <a:bodyPr vertOverflow="clip" horzOverflow="clip" rtlCol="0" anchor="t"/>
          <a:lstStyle/>
          <a:p>
            <a:pPr algn="l"/>
            <a:endParaRPr lang="en-US" sz="1500" dirty="0"/>
          </a:p>
        </p:txBody>
      </p:sp>
      <p:sp>
        <p:nvSpPr>
          <p:cNvPr id="20" name="Rounded Rectangle 19">
            <a:extLst>
              <a:ext uri="{FF2B5EF4-FFF2-40B4-BE49-F238E27FC236}">
                <a16:creationId xmlns:a16="http://schemas.microsoft.com/office/drawing/2014/main" id="{D5302764-05CF-1D43-B6E4-CDC3948A2424}"/>
              </a:ext>
            </a:extLst>
          </p:cNvPr>
          <p:cNvSpPr/>
          <p:nvPr/>
        </p:nvSpPr>
        <p:spPr>
          <a:xfrm>
            <a:off x="1310678" y="5154706"/>
            <a:ext cx="9570644" cy="714660"/>
          </a:xfrm>
          <a:prstGeom prst="roundRect">
            <a:avLst/>
          </a:prstGeom>
          <a:solidFill>
            <a:srgbClr val="0A1A45"/>
          </a:solidFill>
          <a:ln w="15990" cap="flat">
            <a:noFill/>
            <a:prstDash val="solid"/>
            <a:miter/>
          </a:ln>
        </p:spPr>
        <p:txBody>
          <a:bodyPr vertOverflow="clip" horzOverflow="clip" wrap="square" rtlCol="0" anchor="ctr" anchorCtr="0">
            <a:noAutofit/>
          </a:bodyPr>
          <a:lstStyle/>
          <a:p>
            <a:pPr algn="ctr"/>
            <a:r>
              <a:rPr lang="en-US" sz="1500" b="1" dirty="0">
                <a:solidFill>
                  <a:srgbClr val="FFFFFF"/>
                </a:solidFill>
              </a:rPr>
              <a:t>JTL-Wawi 2.0  (at the merchant)</a:t>
            </a:r>
          </a:p>
        </p:txBody>
      </p:sp>
    </p:spTree>
    <p:extLst>
      <p:ext uri="{BB962C8B-B14F-4D97-AF65-F5344CB8AC3E}">
        <p14:creationId xmlns:p14="http://schemas.microsoft.com/office/powerpoint/2010/main" val="1430302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212EC-E8DA-1F87-A505-0EF6C59A5E8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1768A7B-F51A-C209-C149-B1336456D264}"/>
              </a:ext>
            </a:extLst>
          </p:cNvPr>
          <p:cNvSpPr>
            <a:spLocks noGrp="1"/>
          </p:cNvSpPr>
          <p:nvPr>
            <p:ph type="dt" sz="half" idx="16"/>
          </p:nvPr>
        </p:nvSpPr>
        <p:spPr/>
        <p:txBody>
          <a:bodyPr/>
          <a:lstStyle/>
          <a:p>
            <a:fld id="{5628A19A-13C5-47DC-A989-3535BCD2E071}" type="datetime1">
              <a:rPr lang="de-DE" smtClean="0"/>
              <a:t>28.05.26</a:t>
            </a:fld>
            <a:endParaRPr lang="de-DE"/>
          </a:p>
        </p:txBody>
      </p:sp>
      <p:sp>
        <p:nvSpPr>
          <p:cNvPr id="4" name="Footer Placeholder 3">
            <a:extLst>
              <a:ext uri="{FF2B5EF4-FFF2-40B4-BE49-F238E27FC236}">
                <a16:creationId xmlns:a16="http://schemas.microsoft.com/office/drawing/2014/main" id="{C065200F-B254-6F25-E6FC-D25CAD6338A4}"/>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07248251-F443-01DD-6C77-A9E6CAFECBFA}"/>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F2C8DA24-6E1E-9CCA-8AA5-BC666A9753DF}"/>
              </a:ext>
            </a:extLst>
          </p:cNvPr>
          <p:cNvSpPr>
            <a:spLocks noGrp="1"/>
          </p:cNvSpPr>
          <p:nvPr>
            <p:ph type="body" sz="quarter" idx="14"/>
          </p:nvPr>
        </p:nvSpPr>
        <p:spPr/>
        <p:txBody>
          <a:bodyPr/>
          <a:lstStyle/>
          <a:p>
            <a:r>
              <a:rPr lang="en-US" dirty="0"/>
              <a:t>Cloud App Authentication – the 2 challenges</a:t>
            </a:r>
          </a:p>
        </p:txBody>
      </p:sp>
      <p:sp>
        <p:nvSpPr>
          <p:cNvPr id="21" name="PrincipleCard1">
            <a:extLst>
              <a:ext uri="{FF2B5EF4-FFF2-40B4-BE49-F238E27FC236}">
                <a16:creationId xmlns:a16="http://schemas.microsoft.com/office/drawing/2014/main" id="{F5E5DD40-8BD1-D18B-B5A1-A6738D98A126}"/>
              </a:ext>
            </a:extLst>
          </p:cNvPr>
          <p:cNvSpPr/>
          <p:nvPr/>
        </p:nvSpPr>
        <p:spPr>
          <a:xfrm>
            <a:off x="6273800" y="1397000"/>
            <a:ext cx="5308600" cy="4318000"/>
          </a:xfrm>
          <a:prstGeom prst="roundRect">
            <a:avLst>
              <a:gd name="adj" fmla="val 8064"/>
            </a:avLst>
          </a:prstGeom>
          <a:solidFill>
            <a:srgbClr val="FFFFFF"/>
          </a:solidFill>
          <a:ln w="12700" cap="flat">
            <a:solidFill>
              <a:srgbClr val="2721F7"/>
            </a:solidFill>
            <a:prstDash val="solid"/>
            <a:miter/>
          </a:ln>
        </p:spPr>
        <p:txBody>
          <a:bodyPr vertOverflow="clip" horzOverflow="clip" rtlCol="0" anchor="t"/>
          <a:lstStyle/>
          <a:p>
            <a:pPr algn="l"/>
            <a:endParaRPr lang="en-US"/>
          </a:p>
        </p:txBody>
      </p:sp>
      <p:sp>
        <p:nvSpPr>
          <p:cNvPr id="22" name="PrincipleCard1">
            <a:extLst>
              <a:ext uri="{FF2B5EF4-FFF2-40B4-BE49-F238E27FC236}">
                <a16:creationId xmlns:a16="http://schemas.microsoft.com/office/drawing/2014/main" id="{0B8FCEAA-4F24-548E-37E7-E380F6266527}"/>
              </a:ext>
            </a:extLst>
          </p:cNvPr>
          <p:cNvSpPr/>
          <p:nvPr/>
        </p:nvSpPr>
        <p:spPr>
          <a:xfrm>
            <a:off x="635000" y="1397000"/>
            <a:ext cx="5308600" cy="4318000"/>
          </a:xfrm>
          <a:prstGeom prst="roundRect">
            <a:avLst>
              <a:gd name="adj" fmla="val 8064"/>
            </a:avLst>
          </a:prstGeom>
          <a:solidFill>
            <a:srgbClr val="FFFFFF"/>
          </a:solidFill>
          <a:ln w="12700" cap="flat">
            <a:solidFill>
              <a:srgbClr val="2721F7"/>
            </a:solidFill>
            <a:prstDash val="solid"/>
            <a:miter/>
          </a:ln>
        </p:spPr>
        <p:txBody>
          <a:bodyPr vertOverflow="clip" horzOverflow="clip" rtlCol="0" anchor="t"/>
          <a:lstStyle/>
          <a:p>
            <a:pPr algn="l"/>
            <a:endParaRPr lang="en-US"/>
          </a:p>
        </p:txBody>
      </p:sp>
      <p:sp>
        <p:nvSpPr>
          <p:cNvPr id="23" name="Oval 11">
            <a:extLst>
              <a:ext uri="{FF2B5EF4-FFF2-40B4-BE49-F238E27FC236}">
                <a16:creationId xmlns:a16="http://schemas.microsoft.com/office/drawing/2014/main" id="{56E1DECD-B9BF-ACF0-CFF5-9BCDB4696DAF}"/>
              </a:ext>
            </a:extLst>
          </p:cNvPr>
          <p:cNvSpPr/>
          <p:nvPr/>
        </p:nvSpPr>
        <p:spPr>
          <a:xfrm>
            <a:off x="634999" y="1397000"/>
            <a:ext cx="1014239" cy="1016000"/>
          </a:xfrm>
          <a:prstGeom prst="round2DiagRect">
            <a:avLst>
              <a:gd name="adj1" fmla="val 36364"/>
              <a:gd name="adj2" fmla="val 0"/>
            </a:avLst>
          </a:prstGeom>
          <a:solidFill>
            <a:srgbClr val="2721F7"/>
          </a:solidFill>
          <a:ln w="15990" cap="flat">
            <a:noFill/>
            <a:prstDash val="solid"/>
            <a:miter/>
          </a:ln>
        </p:spPr>
        <p:txBody>
          <a:bodyPr vertOverflow="clip" horzOverflow="clip" wrap="none" rtlCol="0" anchor="ctr" anchorCtr="0">
            <a:noAutofit/>
          </a:bodyPr>
          <a:lstStyle/>
          <a:p>
            <a:pPr algn="ctr"/>
            <a:r>
              <a:rPr lang="en-US" sz="3600" b="1" dirty="0">
                <a:solidFill>
                  <a:srgbClr val="FFFFFF"/>
                </a:solidFill>
                <a:latin typeface="Inter"/>
                <a:ea typeface="Inter"/>
              </a:rPr>
              <a:t>#1</a:t>
            </a:r>
          </a:p>
        </p:txBody>
      </p:sp>
      <p:sp>
        <p:nvSpPr>
          <p:cNvPr id="24" name="TextBox 12">
            <a:extLst>
              <a:ext uri="{FF2B5EF4-FFF2-40B4-BE49-F238E27FC236}">
                <a16:creationId xmlns:a16="http://schemas.microsoft.com/office/drawing/2014/main" id="{C021726C-ED8A-7FE1-74A0-65EB867C76ED}"/>
              </a:ext>
            </a:extLst>
          </p:cNvPr>
          <p:cNvSpPr txBox="1"/>
          <p:nvPr/>
        </p:nvSpPr>
        <p:spPr>
          <a:xfrm>
            <a:off x="1854200" y="1623169"/>
            <a:ext cx="3784600" cy="707886"/>
          </a:xfrm>
          <a:prstGeom prst="rect">
            <a:avLst/>
          </a:prstGeom>
          <a:noFill/>
        </p:spPr>
        <p:txBody>
          <a:bodyPr vertOverflow="overflow" vert="horz" wrap="square" rtlCol="0" anchor="ctr" anchorCtr="0">
            <a:spAutoFit/>
          </a:bodyPr>
          <a:lstStyle/>
          <a:p>
            <a:pPr algn="l"/>
            <a:r>
              <a:rPr lang="en-US" sz="2000" b="1" dirty="0">
                <a:solidFill>
                  <a:schemeClr val="accent1"/>
                </a:solidFill>
              </a:rPr>
              <a:t>Single client credentials </a:t>
            </a:r>
            <a:br>
              <a:rPr lang="en-US" sz="2000" b="1" dirty="0">
                <a:solidFill>
                  <a:schemeClr val="accent1"/>
                </a:solidFill>
              </a:rPr>
            </a:br>
            <a:r>
              <a:rPr lang="en-US" sz="2000" b="1" dirty="0">
                <a:solidFill>
                  <a:schemeClr val="accent1"/>
                </a:solidFill>
              </a:rPr>
              <a:t>per app</a:t>
            </a:r>
          </a:p>
        </p:txBody>
      </p:sp>
      <p:sp>
        <p:nvSpPr>
          <p:cNvPr id="25" name="TextBox 13">
            <a:extLst>
              <a:ext uri="{FF2B5EF4-FFF2-40B4-BE49-F238E27FC236}">
                <a16:creationId xmlns:a16="http://schemas.microsoft.com/office/drawing/2014/main" id="{90C589AD-2F77-0B68-C4E4-6E83AA33FB8C}"/>
              </a:ext>
            </a:extLst>
          </p:cNvPr>
          <p:cNvSpPr txBox="1"/>
          <p:nvPr/>
        </p:nvSpPr>
        <p:spPr>
          <a:xfrm>
            <a:off x="635000" y="2717800"/>
            <a:ext cx="5308600" cy="1769780"/>
          </a:xfrm>
          <a:prstGeom prst="rect">
            <a:avLst/>
          </a:prstGeom>
          <a:noFill/>
        </p:spPr>
        <p:txBody>
          <a:bodyPr vertOverflow="overflow" vert="horz" wrap="square" lIns="288000" rIns="288000" rtlCol="0" anchor="t">
            <a:spAutoFit/>
          </a:bodyPr>
          <a:lstStyle/>
          <a:p>
            <a:pPr algn="l">
              <a:lnSpc>
                <a:spcPts val="2200"/>
              </a:lnSpc>
            </a:pPr>
            <a:r>
              <a:rPr lang="en-US" dirty="0"/>
              <a:t>A JTL Cloud App has one set of client credentials. </a:t>
            </a:r>
            <a:br>
              <a:rPr lang="en-US" dirty="0"/>
            </a:br>
            <a:br>
              <a:rPr lang="en-US" dirty="0"/>
            </a:br>
            <a:r>
              <a:rPr lang="en-US" dirty="0"/>
              <a:t>Tenant isolation must therefore be ensured by the app developer, and an X-TENANT-ID header must be set on every request.</a:t>
            </a:r>
          </a:p>
        </p:txBody>
      </p:sp>
      <p:sp>
        <p:nvSpPr>
          <p:cNvPr id="26" name="TextBox 16">
            <a:extLst>
              <a:ext uri="{FF2B5EF4-FFF2-40B4-BE49-F238E27FC236}">
                <a16:creationId xmlns:a16="http://schemas.microsoft.com/office/drawing/2014/main" id="{CA6531EB-7516-CA24-9F10-8F4F69864053}"/>
              </a:ext>
            </a:extLst>
          </p:cNvPr>
          <p:cNvSpPr txBox="1"/>
          <p:nvPr/>
        </p:nvSpPr>
        <p:spPr>
          <a:xfrm>
            <a:off x="7467600" y="1704945"/>
            <a:ext cx="3784600" cy="400110"/>
          </a:xfrm>
          <a:prstGeom prst="rect">
            <a:avLst/>
          </a:prstGeom>
          <a:noFill/>
        </p:spPr>
        <p:txBody>
          <a:bodyPr vertOverflow="overflow" vert="horz" wrap="square" rtlCol="0" anchor="ctr" anchorCtr="0">
            <a:spAutoFit/>
          </a:bodyPr>
          <a:lstStyle/>
          <a:p>
            <a:pPr algn="l"/>
            <a:r>
              <a:rPr lang="en-US" sz="2000" b="1" dirty="0">
                <a:solidFill>
                  <a:schemeClr val="accent1"/>
                </a:solidFill>
              </a:rPr>
              <a:t>Tenant mapping</a:t>
            </a:r>
          </a:p>
        </p:txBody>
      </p:sp>
      <p:sp>
        <p:nvSpPr>
          <p:cNvPr id="27" name="TextBox 17">
            <a:extLst>
              <a:ext uri="{FF2B5EF4-FFF2-40B4-BE49-F238E27FC236}">
                <a16:creationId xmlns:a16="http://schemas.microsoft.com/office/drawing/2014/main" id="{079FC987-AD8D-1077-0217-B3830FB8850F}"/>
              </a:ext>
            </a:extLst>
          </p:cNvPr>
          <p:cNvSpPr txBox="1"/>
          <p:nvPr/>
        </p:nvSpPr>
        <p:spPr>
          <a:xfrm>
            <a:off x="6273800" y="2717800"/>
            <a:ext cx="5308600" cy="923394"/>
          </a:xfrm>
          <a:prstGeom prst="rect">
            <a:avLst/>
          </a:prstGeom>
          <a:noFill/>
        </p:spPr>
        <p:txBody>
          <a:bodyPr vertOverflow="overflow" vert="horz" wrap="square" lIns="288000" rIns="288000" rtlCol="0" anchor="t">
            <a:spAutoFit/>
          </a:bodyPr>
          <a:lstStyle/>
          <a:p>
            <a:pPr algn="l">
              <a:lnSpc>
                <a:spcPts val="2200"/>
              </a:lnSpc>
            </a:pPr>
            <a:r>
              <a:rPr lang="en-US" dirty="0"/>
              <a:t>The JTL Cloud tenant must be mapped to the application tenant of the JTL Cloud App.</a:t>
            </a:r>
          </a:p>
        </p:txBody>
      </p:sp>
      <p:sp>
        <p:nvSpPr>
          <p:cNvPr id="28" name="Oval 11">
            <a:extLst>
              <a:ext uri="{FF2B5EF4-FFF2-40B4-BE49-F238E27FC236}">
                <a16:creationId xmlns:a16="http://schemas.microsoft.com/office/drawing/2014/main" id="{6681F611-2E18-BF00-0B86-B580F295A27E}"/>
              </a:ext>
            </a:extLst>
          </p:cNvPr>
          <p:cNvSpPr/>
          <p:nvPr/>
        </p:nvSpPr>
        <p:spPr>
          <a:xfrm>
            <a:off x="6273800" y="1397000"/>
            <a:ext cx="1014239" cy="1016000"/>
          </a:xfrm>
          <a:prstGeom prst="round2DiagRect">
            <a:avLst>
              <a:gd name="adj1" fmla="val 36364"/>
              <a:gd name="adj2" fmla="val 0"/>
            </a:avLst>
          </a:prstGeom>
          <a:solidFill>
            <a:srgbClr val="2721F7"/>
          </a:solidFill>
          <a:ln w="15990" cap="flat">
            <a:noFill/>
            <a:prstDash val="solid"/>
            <a:miter/>
          </a:ln>
        </p:spPr>
        <p:txBody>
          <a:bodyPr vertOverflow="clip" horzOverflow="clip" wrap="none" rtlCol="0" anchor="ctr" anchorCtr="0">
            <a:noAutofit/>
          </a:bodyPr>
          <a:lstStyle/>
          <a:p>
            <a:pPr algn="ctr"/>
            <a:r>
              <a:rPr lang="en-US" sz="3600" b="1" dirty="0">
                <a:solidFill>
                  <a:srgbClr val="FFFFFF"/>
                </a:solidFill>
                <a:latin typeface="Inter"/>
                <a:ea typeface="Inter"/>
              </a:rPr>
              <a:t>#2</a:t>
            </a:r>
          </a:p>
        </p:txBody>
      </p:sp>
    </p:spTree>
    <p:extLst>
      <p:ext uri="{BB962C8B-B14F-4D97-AF65-F5344CB8AC3E}">
        <p14:creationId xmlns:p14="http://schemas.microsoft.com/office/powerpoint/2010/main" val="4189961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EE99-6F26-1730-EE77-3D439B6A812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3335A7F0-A965-4974-AC62-4FA52196E343}"/>
              </a:ext>
            </a:extLst>
          </p:cNvPr>
          <p:cNvSpPr>
            <a:spLocks noGrp="1"/>
          </p:cNvSpPr>
          <p:nvPr>
            <p:ph type="dt" sz="half" idx="16"/>
          </p:nvPr>
        </p:nvSpPr>
        <p:spPr/>
        <p:txBody>
          <a:bodyPr/>
          <a:lstStyle/>
          <a:p>
            <a:fld id="{0CA6E3D5-795A-4688-8FC4-40D472238374}" type="datetime1">
              <a:rPr lang="de-DE" smtClean="0"/>
              <a:t>28.05.26</a:t>
            </a:fld>
            <a:endParaRPr lang="de-DE"/>
          </a:p>
        </p:txBody>
      </p:sp>
      <p:sp>
        <p:nvSpPr>
          <p:cNvPr id="4" name="Footer Placeholder 3">
            <a:extLst>
              <a:ext uri="{FF2B5EF4-FFF2-40B4-BE49-F238E27FC236}">
                <a16:creationId xmlns:a16="http://schemas.microsoft.com/office/drawing/2014/main" id="{521166D7-BA8C-4AB3-6690-CFADAFC4B653}"/>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AF6271E0-702A-A1CE-200C-6C1479291353}"/>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37D9D5D0-E6F0-4AF3-CB86-DB0034422F1A}"/>
              </a:ext>
            </a:extLst>
          </p:cNvPr>
          <p:cNvSpPr>
            <a:spLocks noGrp="1"/>
          </p:cNvSpPr>
          <p:nvPr>
            <p:ph type="body" sz="quarter" idx="14"/>
          </p:nvPr>
        </p:nvSpPr>
        <p:spPr/>
        <p:txBody>
          <a:bodyPr/>
          <a:lstStyle/>
          <a:p>
            <a:r>
              <a:rPr lang="en-US" dirty="0"/>
              <a:t>Cloud App Authentication – single client credentials</a:t>
            </a:r>
          </a:p>
        </p:txBody>
      </p:sp>
      <p:pic>
        <p:nvPicPr>
          <p:cNvPr id="2" name="Picture 1">
            <a:extLst>
              <a:ext uri="{FF2B5EF4-FFF2-40B4-BE49-F238E27FC236}">
                <a16:creationId xmlns:a16="http://schemas.microsoft.com/office/drawing/2014/main" id="{96FC2600-7ECE-3649-0537-61E360AFD0CE}"/>
              </a:ext>
            </a:extLst>
          </p:cNvPr>
          <p:cNvPicPr>
            <a:picLocks noChangeAspect="1"/>
          </p:cNvPicPr>
          <p:nvPr/>
        </p:nvPicPr>
        <p:blipFill>
          <a:blip r:embed="rId3"/>
          <a:stretch>
            <a:fillRect/>
          </a:stretch>
        </p:blipFill>
        <p:spPr>
          <a:xfrm>
            <a:off x="12470154" y="1633691"/>
            <a:ext cx="8317464" cy="4150086"/>
          </a:xfrm>
          <a:prstGeom prst="rect">
            <a:avLst/>
          </a:prstGeom>
        </p:spPr>
      </p:pic>
      <p:sp>
        <p:nvSpPr>
          <p:cNvPr id="8" name="Rechteck: abgerundete Ecken 7">
            <a:extLst>
              <a:ext uri="{FF2B5EF4-FFF2-40B4-BE49-F238E27FC236}">
                <a16:creationId xmlns:a16="http://schemas.microsoft.com/office/drawing/2014/main" id="{0F87005D-4A2A-7066-3DF0-77BE74B7369B}"/>
              </a:ext>
            </a:extLst>
          </p:cNvPr>
          <p:cNvSpPr/>
          <p:nvPr/>
        </p:nvSpPr>
        <p:spPr>
          <a:xfrm>
            <a:off x="942491" y="1384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dirty="0">
                <a:solidFill>
                  <a:schemeClr val="bg2"/>
                </a:solidFill>
              </a:rPr>
              <a:t>App Backend</a:t>
            </a:r>
          </a:p>
        </p:txBody>
      </p:sp>
      <p:sp>
        <p:nvSpPr>
          <p:cNvPr id="9" name="Rechteck: abgerundete Ecken 8">
            <a:extLst>
              <a:ext uri="{FF2B5EF4-FFF2-40B4-BE49-F238E27FC236}">
                <a16:creationId xmlns:a16="http://schemas.microsoft.com/office/drawing/2014/main" id="{E07E9F62-772C-4BC9-3B15-30953BAEDF71}"/>
              </a:ext>
            </a:extLst>
          </p:cNvPr>
          <p:cNvSpPr/>
          <p:nvPr/>
        </p:nvSpPr>
        <p:spPr>
          <a:xfrm>
            <a:off x="942491" y="5448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a:solidFill>
                  <a:schemeClr val="bg2"/>
                </a:solidFill>
              </a:rPr>
              <a:t>App Backend</a:t>
            </a:r>
          </a:p>
        </p:txBody>
      </p:sp>
      <p:sp>
        <p:nvSpPr>
          <p:cNvPr id="10" name="Rechteck: abgerundete Ecken 9">
            <a:extLst>
              <a:ext uri="{FF2B5EF4-FFF2-40B4-BE49-F238E27FC236}">
                <a16:creationId xmlns:a16="http://schemas.microsoft.com/office/drawing/2014/main" id="{1AD087A5-B9BF-CAC2-DA05-7B3D1BB73D14}"/>
              </a:ext>
            </a:extLst>
          </p:cNvPr>
          <p:cNvSpPr/>
          <p:nvPr/>
        </p:nvSpPr>
        <p:spPr>
          <a:xfrm>
            <a:off x="4953000" y="1384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a:solidFill>
                  <a:schemeClr val="bg2"/>
                </a:solidFill>
              </a:rPr>
              <a:t>JTL Identity Provider</a:t>
            </a:r>
          </a:p>
        </p:txBody>
      </p:sp>
      <p:sp>
        <p:nvSpPr>
          <p:cNvPr id="11" name="Rechteck: abgerundete Ecken 10">
            <a:extLst>
              <a:ext uri="{FF2B5EF4-FFF2-40B4-BE49-F238E27FC236}">
                <a16:creationId xmlns:a16="http://schemas.microsoft.com/office/drawing/2014/main" id="{CFBB7DA4-5AFC-A3AE-D69E-106504F55A8E}"/>
              </a:ext>
            </a:extLst>
          </p:cNvPr>
          <p:cNvSpPr/>
          <p:nvPr/>
        </p:nvSpPr>
        <p:spPr>
          <a:xfrm>
            <a:off x="4953000" y="5448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a:solidFill>
                  <a:schemeClr val="bg2"/>
                </a:solidFill>
              </a:rPr>
              <a:t>JTL Identity Provider</a:t>
            </a:r>
          </a:p>
        </p:txBody>
      </p:sp>
      <p:sp>
        <p:nvSpPr>
          <p:cNvPr id="12" name="Rechteck: abgerundete Ecken 11">
            <a:extLst>
              <a:ext uri="{FF2B5EF4-FFF2-40B4-BE49-F238E27FC236}">
                <a16:creationId xmlns:a16="http://schemas.microsoft.com/office/drawing/2014/main" id="{D3D7C02F-59BF-E8B7-D0A9-59DFA2D39CC6}"/>
              </a:ext>
            </a:extLst>
          </p:cNvPr>
          <p:cNvSpPr/>
          <p:nvPr/>
        </p:nvSpPr>
        <p:spPr>
          <a:xfrm>
            <a:off x="9041154" y="1384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a:solidFill>
                  <a:schemeClr val="bg2"/>
                </a:solidFill>
              </a:rPr>
              <a:t>JTL Cloud API</a:t>
            </a:r>
          </a:p>
        </p:txBody>
      </p:sp>
      <p:sp>
        <p:nvSpPr>
          <p:cNvPr id="13" name="Rechteck: abgerundete Ecken 12">
            <a:extLst>
              <a:ext uri="{FF2B5EF4-FFF2-40B4-BE49-F238E27FC236}">
                <a16:creationId xmlns:a16="http://schemas.microsoft.com/office/drawing/2014/main" id="{EC3729F5-1F6B-4297-BAD8-E4C459249BAD}"/>
              </a:ext>
            </a:extLst>
          </p:cNvPr>
          <p:cNvSpPr/>
          <p:nvPr/>
        </p:nvSpPr>
        <p:spPr>
          <a:xfrm>
            <a:off x="9041154" y="5448300"/>
            <a:ext cx="2286000" cy="635000"/>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600" b="1">
                <a:solidFill>
                  <a:schemeClr val="bg2"/>
                </a:solidFill>
              </a:rPr>
              <a:t>JTL Cloud API</a:t>
            </a:r>
          </a:p>
        </p:txBody>
      </p:sp>
      <p:sp>
        <p:nvSpPr>
          <p:cNvPr id="14" name="Textfeld 13">
            <a:extLst>
              <a:ext uri="{FF2B5EF4-FFF2-40B4-BE49-F238E27FC236}">
                <a16:creationId xmlns:a16="http://schemas.microsoft.com/office/drawing/2014/main" id="{002D854B-64F3-F56D-3A87-2EEE2D9CC933}"/>
              </a:ext>
            </a:extLst>
          </p:cNvPr>
          <p:cNvSpPr txBox="1"/>
          <p:nvPr/>
        </p:nvSpPr>
        <p:spPr>
          <a:xfrm>
            <a:off x="2436472" y="2233324"/>
            <a:ext cx="3539457" cy="279400"/>
          </a:xfrm>
          <a:prstGeom prst="rect">
            <a:avLst/>
          </a:prstGeom>
          <a:noFill/>
          <a:ln>
            <a:noFill/>
          </a:ln>
        </p:spPr>
        <p:txBody>
          <a:bodyPr vertOverflow="overflow" vert="horz" wrap="square" rtlCol="0" anchor="ctr" anchorCtr="0">
            <a:noAutofit/>
          </a:bodyPr>
          <a:lstStyle/>
          <a:p>
            <a:pPr algn="l"/>
            <a:r>
              <a:rPr lang="en-US" sz="1500" dirty="0">
                <a:solidFill>
                  <a:srgbClr val="1F1F1F"/>
                </a:solidFill>
              </a:rPr>
              <a:t>Request access token </a:t>
            </a:r>
            <a:br>
              <a:rPr lang="en-US" sz="1500" dirty="0">
                <a:solidFill>
                  <a:srgbClr val="1F1F1F"/>
                </a:solidFill>
              </a:rPr>
            </a:br>
            <a:r>
              <a:rPr lang="en-US" sz="1500" dirty="0">
                <a:solidFill>
                  <a:srgbClr val="1F1F1F"/>
                </a:solidFill>
              </a:rPr>
              <a:t>(client credentials)</a:t>
            </a:r>
            <a:endParaRPr lang="de-DE" sz="1500" dirty="0">
              <a:solidFill>
                <a:srgbClr val="1F1F1F"/>
              </a:solidFill>
            </a:endParaRPr>
          </a:p>
        </p:txBody>
      </p:sp>
      <p:sp>
        <p:nvSpPr>
          <p:cNvPr id="15" name="Textfeld 14">
            <a:extLst>
              <a:ext uri="{FF2B5EF4-FFF2-40B4-BE49-F238E27FC236}">
                <a16:creationId xmlns:a16="http://schemas.microsoft.com/office/drawing/2014/main" id="{13B9CD0F-6BEC-A034-270C-077231158B19}"/>
              </a:ext>
            </a:extLst>
          </p:cNvPr>
          <p:cNvSpPr txBox="1"/>
          <p:nvPr/>
        </p:nvSpPr>
        <p:spPr>
          <a:xfrm>
            <a:off x="2495734" y="2997200"/>
            <a:ext cx="4465021" cy="279400"/>
          </a:xfrm>
          <a:prstGeom prst="rect">
            <a:avLst/>
          </a:prstGeom>
          <a:noFill/>
          <a:ln>
            <a:noFill/>
          </a:ln>
        </p:spPr>
        <p:txBody>
          <a:bodyPr vertOverflow="overflow" vert="horz" wrap="square" rtlCol="0" anchor="ctr" anchorCtr="0">
            <a:noAutofit/>
          </a:bodyPr>
          <a:lstStyle/>
          <a:p>
            <a:pPr algn="l"/>
            <a:r>
              <a:rPr lang="de-DE" sz="1500" dirty="0">
                <a:solidFill>
                  <a:srgbClr val="1F1F1F"/>
                </a:solidFill>
              </a:rPr>
              <a:t>Return </a:t>
            </a:r>
            <a:r>
              <a:rPr lang="de-DE" sz="1500" dirty="0" err="1">
                <a:solidFill>
                  <a:srgbClr val="1F1F1F"/>
                </a:solidFill>
              </a:rPr>
              <a:t>access</a:t>
            </a:r>
            <a:r>
              <a:rPr lang="de-DE" sz="1500" dirty="0">
                <a:solidFill>
                  <a:srgbClr val="1F1F1F"/>
                </a:solidFill>
              </a:rPr>
              <a:t> </a:t>
            </a:r>
            <a:r>
              <a:rPr lang="de-DE" sz="1500" dirty="0" err="1">
                <a:solidFill>
                  <a:srgbClr val="1F1F1F"/>
                </a:solidFill>
              </a:rPr>
              <a:t>token</a:t>
            </a:r>
            <a:r>
              <a:rPr lang="de-DE" sz="1500" dirty="0">
                <a:solidFill>
                  <a:srgbClr val="1F1F1F"/>
                </a:solidFill>
              </a:rPr>
              <a:t> (JWT)</a:t>
            </a:r>
          </a:p>
        </p:txBody>
      </p:sp>
      <p:sp>
        <p:nvSpPr>
          <p:cNvPr id="16" name="Textfeld 15">
            <a:extLst>
              <a:ext uri="{FF2B5EF4-FFF2-40B4-BE49-F238E27FC236}">
                <a16:creationId xmlns:a16="http://schemas.microsoft.com/office/drawing/2014/main" id="{2588A7B2-7488-6248-9826-61DA09A351A5}"/>
              </a:ext>
            </a:extLst>
          </p:cNvPr>
          <p:cNvSpPr txBox="1"/>
          <p:nvPr/>
        </p:nvSpPr>
        <p:spPr>
          <a:xfrm>
            <a:off x="2483033" y="3740755"/>
            <a:ext cx="3347513" cy="279400"/>
          </a:xfrm>
          <a:prstGeom prst="rect">
            <a:avLst/>
          </a:prstGeom>
          <a:noFill/>
          <a:ln>
            <a:noFill/>
          </a:ln>
        </p:spPr>
        <p:txBody>
          <a:bodyPr vertOverflow="overflow" vert="horz" wrap="square" rtlCol="0" anchor="ctr" anchorCtr="0">
            <a:noAutofit/>
          </a:bodyPr>
          <a:lstStyle/>
          <a:p>
            <a:pPr algn="l"/>
            <a:r>
              <a:rPr lang="en-US" sz="1500" dirty="0">
                <a:solidFill>
                  <a:srgbClr val="1F1F1F"/>
                </a:solidFill>
              </a:rPr>
              <a:t>Call API with access token + tenant ID</a:t>
            </a:r>
            <a:endParaRPr lang="de-DE" sz="1500" dirty="0">
              <a:solidFill>
                <a:srgbClr val="1F1F1F"/>
              </a:solidFill>
            </a:endParaRPr>
          </a:p>
        </p:txBody>
      </p:sp>
      <p:sp>
        <p:nvSpPr>
          <p:cNvPr id="17" name="Textfeld 16">
            <a:extLst>
              <a:ext uri="{FF2B5EF4-FFF2-40B4-BE49-F238E27FC236}">
                <a16:creationId xmlns:a16="http://schemas.microsoft.com/office/drawing/2014/main" id="{05DCA5E6-29DF-F2F7-BDF7-B1462CEEBE0A}"/>
              </a:ext>
            </a:extLst>
          </p:cNvPr>
          <p:cNvSpPr txBox="1"/>
          <p:nvPr/>
        </p:nvSpPr>
        <p:spPr>
          <a:xfrm>
            <a:off x="2610032" y="4521200"/>
            <a:ext cx="4350724" cy="279400"/>
          </a:xfrm>
          <a:prstGeom prst="rect">
            <a:avLst/>
          </a:prstGeom>
          <a:noFill/>
          <a:ln>
            <a:noFill/>
          </a:ln>
        </p:spPr>
        <p:txBody>
          <a:bodyPr vertOverflow="overflow" vert="horz" wrap="square" rtlCol="0" anchor="ctr" anchorCtr="0">
            <a:noAutofit/>
          </a:bodyPr>
          <a:lstStyle/>
          <a:p>
            <a:pPr algn="l"/>
            <a:r>
              <a:rPr lang="de-DE" sz="1500" dirty="0">
                <a:solidFill>
                  <a:srgbClr val="1F1F1F"/>
                </a:solidFill>
              </a:rPr>
              <a:t>Return </a:t>
            </a:r>
            <a:r>
              <a:rPr lang="de-DE" sz="1500" dirty="0" err="1">
                <a:solidFill>
                  <a:srgbClr val="1F1F1F"/>
                </a:solidFill>
              </a:rPr>
              <a:t>response</a:t>
            </a:r>
            <a:endParaRPr lang="de-DE" sz="1500" dirty="0">
              <a:solidFill>
                <a:srgbClr val="1F1F1F"/>
              </a:solidFill>
            </a:endParaRPr>
          </a:p>
        </p:txBody>
      </p:sp>
      <p:cxnSp>
        <p:nvCxnSpPr>
          <p:cNvPr id="18" name="Gerade Verbindung mit Pfeil 17">
            <a:extLst>
              <a:ext uri="{FF2B5EF4-FFF2-40B4-BE49-F238E27FC236}">
                <a16:creationId xmlns:a16="http://schemas.microsoft.com/office/drawing/2014/main" id="{B794D3F1-42D4-B40D-62D5-CB7CAC3412BC}"/>
              </a:ext>
            </a:extLst>
          </p:cNvPr>
          <p:cNvCxnSpPr/>
          <p:nvPr/>
        </p:nvCxnSpPr>
        <p:spPr>
          <a:xfrm>
            <a:off x="2085491" y="2019300"/>
            <a:ext cx="12700" cy="3429000"/>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9" name="Gerade Verbindung mit Pfeil 18">
            <a:extLst>
              <a:ext uri="{FF2B5EF4-FFF2-40B4-BE49-F238E27FC236}">
                <a16:creationId xmlns:a16="http://schemas.microsoft.com/office/drawing/2014/main" id="{A63B7A0A-BA60-E6AF-34E1-AF05CFFED05E}"/>
              </a:ext>
            </a:extLst>
          </p:cNvPr>
          <p:cNvCxnSpPr/>
          <p:nvPr/>
        </p:nvCxnSpPr>
        <p:spPr>
          <a:xfrm>
            <a:off x="6096000" y="2019300"/>
            <a:ext cx="12700" cy="3429000"/>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0" name="Gerade Verbindung mit Pfeil 19">
            <a:extLst>
              <a:ext uri="{FF2B5EF4-FFF2-40B4-BE49-F238E27FC236}">
                <a16:creationId xmlns:a16="http://schemas.microsoft.com/office/drawing/2014/main" id="{890E02FD-33B8-7853-6307-07773471D123}"/>
              </a:ext>
            </a:extLst>
          </p:cNvPr>
          <p:cNvCxnSpPr/>
          <p:nvPr/>
        </p:nvCxnSpPr>
        <p:spPr>
          <a:xfrm>
            <a:off x="10184154" y="2019300"/>
            <a:ext cx="12700" cy="3429000"/>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1" name="Gerade Verbindung mit Pfeil 20">
            <a:extLst>
              <a:ext uri="{FF2B5EF4-FFF2-40B4-BE49-F238E27FC236}">
                <a16:creationId xmlns:a16="http://schemas.microsoft.com/office/drawing/2014/main" id="{2B437371-4460-39A9-7C55-41344CB096C4}"/>
              </a:ext>
            </a:extLst>
          </p:cNvPr>
          <p:cNvCxnSpPr>
            <a:cxnSpLocks/>
            <a:stCxn id="25" idx="6"/>
          </p:cNvCxnSpPr>
          <p:nvPr/>
        </p:nvCxnSpPr>
        <p:spPr>
          <a:xfrm>
            <a:off x="2249436" y="2654300"/>
            <a:ext cx="3846564" cy="0"/>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2" name="Gerade Verbindung mit Pfeil 21">
            <a:extLst>
              <a:ext uri="{FF2B5EF4-FFF2-40B4-BE49-F238E27FC236}">
                <a16:creationId xmlns:a16="http://schemas.microsoft.com/office/drawing/2014/main" id="{7DB2E7E9-761B-4D9C-D653-483608D66DD8}"/>
              </a:ext>
            </a:extLst>
          </p:cNvPr>
          <p:cNvCxnSpPr>
            <a:cxnSpLocks/>
          </p:cNvCxnSpPr>
          <p:nvPr/>
        </p:nvCxnSpPr>
        <p:spPr>
          <a:xfrm>
            <a:off x="2098191" y="3365500"/>
            <a:ext cx="3997809" cy="0"/>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cxnSp>
        <p:nvCxnSpPr>
          <p:cNvPr id="23" name="Gerade Verbindung mit Pfeil 22">
            <a:extLst>
              <a:ext uri="{FF2B5EF4-FFF2-40B4-BE49-F238E27FC236}">
                <a16:creationId xmlns:a16="http://schemas.microsoft.com/office/drawing/2014/main" id="{753F3811-9673-140D-C69D-E25DB5DE7B16}"/>
              </a:ext>
            </a:extLst>
          </p:cNvPr>
          <p:cNvCxnSpPr>
            <a:cxnSpLocks/>
          </p:cNvCxnSpPr>
          <p:nvPr/>
        </p:nvCxnSpPr>
        <p:spPr>
          <a:xfrm>
            <a:off x="2098191" y="4181764"/>
            <a:ext cx="8098663" cy="9235"/>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6820C88B-1913-6F12-0009-4B825CE98B71}"/>
              </a:ext>
            </a:extLst>
          </p:cNvPr>
          <p:cNvCxnSpPr>
            <a:cxnSpLocks/>
            <a:endCxn id="28" idx="2"/>
          </p:cNvCxnSpPr>
          <p:nvPr/>
        </p:nvCxnSpPr>
        <p:spPr>
          <a:xfrm flipV="1">
            <a:off x="2098191" y="4876800"/>
            <a:ext cx="7878145" cy="3464"/>
          </a:xfrm>
          <a:prstGeom prst="straightConnector1">
            <a:avLst/>
          </a:prstGeom>
          <a:ln w="15875" cap="flat" cmpd="sng" algn="ctr">
            <a:solidFill>
              <a:srgbClr val="1F1F1F"/>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5" name="Ellipse 24">
            <a:extLst>
              <a:ext uri="{FF2B5EF4-FFF2-40B4-BE49-F238E27FC236}">
                <a16:creationId xmlns:a16="http://schemas.microsoft.com/office/drawing/2014/main" id="{EABC54ED-5549-5E86-069F-F4D385E8A3C4}"/>
              </a:ext>
            </a:extLst>
          </p:cNvPr>
          <p:cNvSpPr/>
          <p:nvPr/>
        </p:nvSpPr>
        <p:spPr>
          <a:xfrm>
            <a:off x="1921546" y="2490355"/>
            <a:ext cx="327890" cy="327890"/>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100" b="1" dirty="0">
                <a:solidFill>
                  <a:srgbClr val="FFFFFF"/>
                </a:solidFill>
              </a:rPr>
              <a:t>1</a:t>
            </a:r>
          </a:p>
        </p:txBody>
      </p:sp>
      <p:sp>
        <p:nvSpPr>
          <p:cNvPr id="26" name="Ellipse 25">
            <a:extLst>
              <a:ext uri="{FF2B5EF4-FFF2-40B4-BE49-F238E27FC236}">
                <a16:creationId xmlns:a16="http://schemas.microsoft.com/office/drawing/2014/main" id="{BA3337EA-E527-2FB1-1F0F-FC369C6184E4}"/>
              </a:ext>
            </a:extLst>
          </p:cNvPr>
          <p:cNvSpPr/>
          <p:nvPr/>
        </p:nvSpPr>
        <p:spPr>
          <a:xfrm>
            <a:off x="5902036" y="3158836"/>
            <a:ext cx="387928" cy="387928"/>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100" b="1" dirty="0">
                <a:solidFill>
                  <a:srgbClr val="FFFFFF"/>
                </a:solidFill>
              </a:rPr>
              <a:t>2</a:t>
            </a:r>
          </a:p>
        </p:txBody>
      </p:sp>
      <p:sp>
        <p:nvSpPr>
          <p:cNvPr id="27" name="Ellipse 26">
            <a:extLst>
              <a:ext uri="{FF2B5EF4-FFF2-40B4-BE49-F238E27FC236}">
                <a16:creationId xmlns:a16="http://schemas.microsoft.com/office/drawing/2014/main" id="{2421853F-1931-6E58-1653-9C024559BB1D}"/>
              </a:ext>
            </a:extLst>
          </p:cNvPr>
          <p:cNvSpPr/>
          <p:nvPr/>
        </p:nvSpPr>
        <p:spPr>
          <a:xfrm>
            <a:off x="1898455" y="3991264"/>
            <a:ext cx="374072" cy="374072"/>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100" b="1" dirty="0">
                <a:solidFill>
                  <a:srgbClr val="FFFFFF"/>
                </a:solidFill>
              </a:rPr>
              <a:t>3</a:t>
            </a:r>
          </a:p>
        </p:txBody>
      </p:sp>
      <p:sp>
        <p:nvSpPr>
          <p:cNvPr id="28" name="Ellipse 27">
            <a:extLst>
              <a:ext uri="{FF2B5EF4-FFF2-40B4-BE49-F238E27FC236}">
                <a16:creationId xmlns:a16="http://schemas.microsoft.com/office/drawing/2014/main" id="{EB4ADD6F-C6A5-4C79-0DAA-5C45A833A0C3}"/>
              </a:ext>
            </a:extLst>
          </p:cNvPr>
          <p:cNvSpPr/>
          <p:nvPr/>
        </p:nvSpPr>
        <p:spPr>
          <a:xfrm>
            <a:off x="9976336" y="4668982"/>
            <a:ext cx="415636" cy="415636"/>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100" b="1" dirty="0">
                <a:solidFill>
                  <a:srgbClr val="FFFFFF"/>
                </a:solidFill>
              </a:rPr>
              <a:t>4</a:t>
            </a:r>
          </a:p>
        </p:txBody>
      </p:sp>
    </p:spTree>
    <p:extLst>
      <p:ext uri="{BB962C8B-B14F-4D97-AF65-F5344CB8AC3E}">
        <p14:creationId xmlns:p14="http://schemas.microsoft.com/office/powerpoint/2010/main" val="1347165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DFA1-450F-1466-0DEA-FDBCD3F21882}"/>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1ED2E66-A36F-DBEB-D5FA-2CB0CDA1599B}"/>
              </a:ext>
            </a:extLst>
          </p:cNvPr>
          <p:cNvSpPr>
            <a:spLocks noGrp="1"/>
          </p:cNvSpPr>
          <p:nvPr>
            <p:ph type="dt" sz="half" idx="16"/>
          </p:nvPr>
        </p:nvSpPr>
        <p:spPr/>
        <p:txBody>
          <a:bodyPr/>
          <a:lstStyle/>
          <a:p>
            <a:fld id="{0DBCE5DA-F5CB-4596-8CFF-BD956F37ABD8}" type="datetime1">
              <a:rPr lang="de-DE" smtClean="0"/>
              <a:t>28.05.26</a:t>
            </a:fld>
            <a:endParaRPr lang="de-DE"/>
          </a:p>
        </p:txBody>
      </p:sp>
      <p:sp>
        <p:nvSpPr>
          <p:cNvPr id="4" name="Footer Placeholder 3">
            <a:extLst>
              <a:ext uri="{FF2B5EF4-FFF2-40B4-BE49-F238E27FC236}">
                <a16:creationId xmlns:a16="http://schemas.microsoft.com/office/drawing/2014/main" id="{F4FFEF0E-7F78-69B5-3AFB-50E35BADD3E7}"/>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6BAEEA85-64F2-0850-6EE8-B0B8FD2B4424}"/>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44457B3F-735E-3756-F69F-A7A2776E6326}"/>
              </a:ext>
            </a:extLst>
          </p:cNvPr>
          <p:cNvSpPr>
            <a:spLocks noGrp="1"/>
          </p:cNvSpPr>
          <p:nvPr>
            <p:ph type="body" sz="quarter" idx="14"/>
          </p:nvPr>
        </p:nvSpPr>
        <p:spPr/>
        <p:txBody>
          <a:bodyPr/>
          <a:lstStyle/>
          <a:p>
            <a:r>
              <a:rPr lang="en-US" dirty="0"/>
              <a:t>Cloud App Authentication – session token</a:t>
            </a:r>
          </a:p>
        </p:txBody>
      </p:sp>
      <p:pic>
        <p:nvPicPr>
          <p:cNvPr id="8" name="Picture 7">
            <a:extLst>
              <a:ext uri="{FF2B5EF4-FFF2-40B4-BE49-F238E27FC236}">
                <a16:creationId xmlns:a16="http://schemas.microsoft.com/office/drawing/2014/main" id="{E0FB4CEE-5E4E-8D46-0035-65BFFD852799}"/>
              </a:ext>
            </a:extLst>
          </p:cNvPr>
          <p:cNvPicPr>
            <a:picLocks noChangeAspect="1"/>
          </p:cNvPicPr>
          <p:nvPr/>
        </p:nvPicPr>
        <p:blipFill>
          <a:blip r:embed="rId3"/>
          <a:stretch>
            <a:fillRect/>
          </a:stretch>
        </p:blipFill>
        <p:spPr>
          <a:xfrm>
            <a:off x="12507736" y="2036533"/>
            <a:ext cx="7772400" cy="4221166"/>
          </a:xfrm>
          <a:prstGeom prst="rect">
            <a:avLst/>
          </a:prstGeom>
        </p:spPr>
      </p:pic>
      <p:sp>
        <p:nvSpPr>
          <p:cNvPr id="2" name="Rechteck 1">
            <a:extLst>
              <a:ext uri="{FF2B5EF4-FFF2-40B4-BE49-F238E27FC236}">
                <a16:creationId xmlns:a16="http://schemas.microsoft.com/office/drawing/2014/main" id="{8AE26A1E-A62A-AB26-48EC-A982D17F62F6}"/>
              </a:ext>
            </a:extLst>
          </p:cNvPr>
          <p:cNvSpPr/>
          <p:nvPr/>
        </p:nvSpPr>
        <p:spPr>
          <a:xfrm>
            <a:off x="4403551" y="3944715"/>
            <a:ext cx="6432420" cy="832202"/>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9" name="Rechteck 8">
            <a:extLst>
              <a:ext uri="{FF2B5EF4-FFF2-40B4-BE49-F238E27FC236}">
                <a16:creationId xmlns:a16="http://schemas.microsoft.com/office/drawing/2014/main" id="{B12F9D08-FCD0-CB0E-98A6-F098C300E93C}"/>
              </a:ext>
            </a:extLst>
          </p:cNvPr>
          <p:cNvSpPr/>
          <p:nvPr/>
        </p:nvSpPr>
        <p:spPr>
          <a:xfrm>
            <a:off x="4403551" y="2953048"/>
            <a:ext cx="6432420" cy="892499"/>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10" name="Rechteck: abgerundete Ecken 9">
            <a:extLst>
              <a:ext uri="{FF2B5EF4-FFF2-40B4-BE49-F238E27FC236}">
                <a16:creationId xmlns:a16="http://schemas.microsoft.com/office/drawing/2014/main" id="{537B1DB2-3093-56D5-E893-492CA69BD303}"/>
              </a:ext>
            </a:extLst>
          </p:cNvPr>
          <p:cNvSpPr/>
          <p:nvPr/>
        </p:nvSpPr>
        <p:spPr>
          <a:xfrm>
            <a:off x="399698"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Frontend</a:t>
            </a:r>
          </a:p>
        </p:txBody>
      </p:sp>
      <p:sp>
        <p:nvSpPr>
          <p:cNvPr id="11" name="Rechteck: abgerundete Ecken 10">
            <a:extLst>
              <a:ext uri="{FF2B5EF4-FFF2-40B4-BE49-F238E27FC236}">
                <a16:creationId xmlns:a16="http://schemas.microsoft.com/office/drawing/2014/main" id="{A26281CD-D5DD-0268-C226-2678E8BFDADB}"/>
              </a:ext>
            </a:extLst>
          </p:cNvPr>
          <p:cNvSpPr/>
          <p:nvPr/>
        </p:nvSpPr>
        <p:spPr>
          <a:xfrm>
            <a:off x="399698"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Frontend</a:t>
            </a:r>
          </a:p>
        </p:txBody>
      </p:sp>
      <p:sp>
        <p:nvSpPr>
          <p:cNvPr id="12" name="Rechteck: abgerundete Ecken 11">
            <a:extLst>
              <a:ext uri="{FF2B5EF4-FFF2-40B4-BE49-F238E27FC236}">
                <a16:creationId xmlns:a16="http://schemas.microsoft.com/office/drawing/2014/main" id="{63E2B1BC-6623-27DE-FBEF-ADA4CB35A9A7}"/>
              </a:ext>
            </a:extLst>
          </p:cNvPr>
          <p:cNvSpPr/>
          <p:nvPr/>
        </p:nvSpPr>
        <p:spPr>
          <a:xfrm>
            <a:off x="2368806"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AppBridge</a:t>
            </a:r>
          </a:p>
        </p:txBody>
      </p:sp>
      <p:sp>
        <p:nvSpPr>
          <p:cNvPr id="13" name="Rechteck: abgerundete Ecken 12">
            <a:extLst>
              <a:ext uri="{FF2B5EF4-FFF2-40B4-BE49-F238E27FC236}">
                <a16:creationId xmlns:a16="http://schemas.microsoft.com/office/drawing/2014/main" id="{2D12B53A-2EA4-7128-6E9D-1596F32E3DA4}"/>
              </a:ext>
            </a:extLst>
          </p:cNvPr>
          <p:cNvSpPr/>
          <p:nvPr/>
        </p:nvSpPr>
        <p:spPr>
          <a:xfrm>
            <a:off x="2368806"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AppBridge</a:t>
            </a:r>
          </a:p>
        </p:txBody>
      </p:sp>
      <p:sp>
        <p:nvSpPr>
          <p:cNvPr id="14" name="Rechteck: abgerundete Ecken 13">
            <a:extLst>
              <a:ext uri="{FF2B5EF4-FFF2-40B4-BE49-F238E27FC236}">
                <a16:creationId xmlns:a16="http://schemas.microsoft.com/office/drawing/2014/main" id="{2E08F602-20EC-0CFC-3AD9-074798195A70}"/>
              </a:ext>
            </a:extLst>
          </p:cNvPr>
          <p:cNvSpPr/>
          <p:nvPr/>
        </p:nvSpPr>
        <p:spPr>
          <a:xfrm>
            <a:off x="433791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5" name="Rechteck: abgerundete Ecken 14">
            <a:extLst>
              <a:ext uri="{FF2B5EF4-FFF2-40B4-BE49-F238E27FC236}">
                <a16:creationId xmlns:a16="http://schemas.microsoft.com/office/drawing/2014/main" id="{F6DE10B2-A5A7-F745-5437-76900B09CB74}"/>
              </a:ext>
            </a:extLst>
          </p:cNvPr>
          <p:cNvSpPr/>
          <p:nvPr/>
        </p:nvSpPr>
        <p:spPr>
          <a:xfrm>
            <a:off x="433791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6" name="Rechteck: abgerundete Ecken 15">
            <a:extLst>
              <a:ext uri="{FF2B5EF4-FFF2-40B4-BE49-F238E27FC236}">
                <a16:creationId xmlns:a16="http://schemas.microsoft.com/office/drawing/2014/main" id="{923F2F89-3332-312A-658D-06DEB3B443A3}"/>
              </a:ext>
            </a:extLst>
          </p:cNvPr>
          <p:cNvSpPr/>
          <p:nvPr/>
        </p:nvSpPr>
        <p:spPr>
          <a:xfrm>
            <a:off x="6307023"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Identity Provider</a:t>
            </a:r>
          </a:p>
        </p:txBody>
      </p:sp>
      <p:sp>
        <p:nvSpPr>
          <p:cNvPr id="17" name="Rechteck: abgerundete Ecken 16">
            <a:extLst>
              <a:ext uri="{FF2B5EF4-FFF2-40B4-BE49-F238E27FC236}">
                <a16:creationId xmlns:a16="http://schemas.microsoft.com/office/drawing/2014/main" id="{CF2BE0E6-7F05-34E3-50FA-62890DC15722}"/>
              </a:ext>
            </a:extLst>
          </p:cNvPr>
          <p:cNvSpPr/>
          <p:nvPr/>
        </p:nvSpPr>
        <p:spPr>
          <a:xfrm>
            <a:off x="6307023"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Identity Provider</a:t>
            </a:r>
          </a:p>
        </p:txBody>
      </p:sp>
      <p:sp>
        <p:nvSpPr>
          <p:cNvPr id="18" name="Rechteck: abgerundete Ecken 17">
            <a:extLst>
              <a:ext uri="{FF2B5EF4-FFF2-40B4-BE49-F238E27FC236}">
                <a16:creationId xmlns:a16="http://schemas.microsoft.com/office/drawing/2014/main" id="{919B3057-2895-BD22-9BA9-094C1383DD95}"/>
              </a:ext>
            </a:extLst>
          </p:cNvPr>
          <p:cNvSpPr/>
          <p:nvPr/>
        </p:nvSpPr>
        <p:spPr>
          <a:xfrm>
            <a:off x="8144857"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Account Service</a:t>
            </a:r>
          </a:p>
        </p:txBody>
      </p:sp>
      <p:sp>
        <p:nvSpPr>
          <p:cNvPr id="19" name="Rechteck: abgerundete Ecken 18">
            <a:extLst>
              <a:ext uri="{FF2B5EF4-FFF2-40B4-BE49-F238E27FC236}">
                <a16:creationId xmlns:a16="http://schemas.microsoft.com/office/drawing/2014/main" id="{D57F58F6-722F-CD81-66DB-F0280D7FC321}"/>
              </a:ext>
            </a:extLst>
          </p:cNvPr>
          <p:cNvSpPr/>
          <p:nvPr/>
        </p:nvSpPr>
        <p:spPr>
          <a:xfrm>
            <a:off x="8144857"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Account Service</a:t>
            </a:r>
          </a:p>
        </p:txBody>
      </p:sp>
      <p:sp>
        <p:nvSpPr>
          <p:cNvPr id="20" name="Rechteck: abgerundete Ecken 19">
            <a:extLst>
              <a:ext uri="{FF2B5EF4-FFF2-40B4-BE49-F238E27FC236}">
                <a16:creationId xmlns:a16="http://schemas.microsoft.com/office/drawing/2014/main" id="{09CF7EA2-E4AC-1FE8-CD72-54D6807A2320}"/>
              </a:ext>
            </a:extLst>
          </p:cNvPr>
          <p:cNvSpPr/>
          <p:nvPr/>
        </p:nvSpPr>
        <p:spPr>
          <a:xfrm>
            <a:off x="1011396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JTL Cloud API</a:t>
            </a:r>
          </a:p>
        </p:txBody>
      </p:sp>
      <p:sp>
        <p:nvSpPr>
          <p:cNvPr id="21" name="Rechteck: abgerundete Ecken 20">
            <a:extLst>
              <a:ext uri="{FF2B5EF4-FFF2-40B4-BE49-F238E27FC236}">
                <a16:creationId xmlns:a16="http://schemas.microsoft.com/office/drawing/2014/main" id="{8E393590-AF7B-F0F4-DFD4-BC6F4E774199}"/>
              </a:ext>
            </a:extLst>
          </p:cNvPr>
          <p:cNvSpPr/>
          <p:nvPr/>
        </p:nvSpPr>
        <p:spPr>
          <a:xfrm>
            <a:off x="1011396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Cloud API</a:t>
            </a:r>
          </a:p>
        </p:txBody>
      </p:sp>
      <p:cxnSp>
        <p:nvCxnSpPr>
          <p:cNvPr id="22" name="Gerade Verbindung mit Pfeil 21">
            <a:extLst>
              <a:ext uri="{FF2B5EF4-FFF2-40B4-BE49-F238E27FC236}">
                <a16:creationId xmlns:a16="http://schemas.microsoft.com/office/drawing/2014/main" id="{8779CD46-17E0-0448-DC8D-A0D441D1400C}"/>
              </a:ext>
            </a:extLst>
          </p:cNvPr>
          <p:cNvCxnSpPr/>
          <p:nvPr/>
        </p:nvCxnSpPr>
        <p:spPr>
          <a:xfrm>
            <a:off x="1252978"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3" name="Gerade Verbindung mit Pfeil 22">
            <a:extLst>
              <a:ext uri="{FF2B5EF4-FFF2-40B4-BE49-F238E27FC236}">
                <a16:creationId xmlns:a16="http://schemas.microsoft.com/office/drawing/2014/main" id="{2B88D94E-2722-2D52-BB46-33CBB089C552}"/>
              </a:ext>
            </a:extLst>
          </p:cNvPr>
          <p:cNvCxnSpPr/>
          <p:nvPr/>
        </p:nvCxnSpPr>
        <p:spPr>
          <a:xfrm>
            <a:off x="322208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EA5B8B6F-5BA6-2C73-62D8-12D9C86A2A8E}"/>
              </a:ext>
            </a:extLst>
          </p:cNvPr>
          <p:cNvCxnSpPr/>
          <p:nvPr/>
        </p:nvCxnSpPr>
        <p:spPr>
          <a:xfrm>
            <a:off x="5191195"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5" name="Gerade Verbindung mit Pfeil 24">
            <a:extLst>
              <a:ext uri="{FF2B5EF4-FFF2-40B4-BE49-F238E27FC236}">
                <a16:creationId xmlns:a16="http://schemas.microsoft.com/office/drawing/2014/main" id="{14B92F9A-16A5-7CCB-1BCC-393084C3D047}"/>
              </a:ext>
            </a:extLst>
          </p:cNvPr>
          <p:cNvCxnSpPr/>
          <p:nvPr/>
        </p:nvCxnSpPr>
        <p:spPr>
          <a:xfrm>
            <a:off x="7160303"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6" name="Gerade Verbindung mit Pfeil 25">
            <a:extLst>
              <a:ext uri="{FF2B5EF4-FFF2-40B4-BE49-F238E27FC236}">
                <a16:creationId xmlns:a16="http://schemas.microsoft.com/office/drawing/2014/main" id="{862D30AA-11A9-5886-C530-40596F8E43AC}"/>
              </a:ext>
            </a:extLst>
          </p:cNvPr>
          <p:cNvCxnSpPr/>
          <p:nvPr/>
        </p:nvCxnSpPr>
        <p:spPr>
          <a:xfrm>
            <a:off x="899813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7" name="Gerade Verbindung mit Pfeil 26">
            <a:extLst>
              <a:ext uri="{FF2B5EF4-FFF2-40B4-BE49-F238E27FC236}">
                <a16:creationId xmlns:a16="http://schemas.microsoft.com/office/drawing/2014/main" id="{5A93FB04-07E2-53EC-A520-674326B506ED}"/>
              </a:ext>
            </a:extLst>
          </p:cNvPr>
          <p:cNvCxnSpPr/>
          <p:nvPr/>
        </p:nvCxnSpPr>
        <p:spPr>
          <a:xfrm>
            <a:off x="10967246"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9" name="Textfeld 28">
            <a:extLst>
              <a:ext uri="{FF2B5EF4-FFF2-40B4-BE49-F238E27FC236}">
                <a16:creationId xmlns:a16="http://schemas.microsoft.com/office/drawing/2014/main" id="{DF08C3F4-D895-5AFE-2CF9-931E9451A54B}"/>
              </a:ext>
            </a:extLst>
          </p:cNvPr>
          <p:cNvSpPr txBox="1"/>
          <p:nvPr/>
        </p:nvSpPr>
        <p:spPr>
          <a:xfrm>
            <a:off x="4843318" y="2984404"/>
            <a:ext cx="5697287" cy="158666"/>
          </a:xfrm>
          <a:prstGeom prst="rect">
            <a:avLst/>
          </a:prstGeom>
          <a:noFill/>
          <a:ln>
            <a:noFill/>
          </a:ln>
        </p:spPr>
        <p:txBody>
          <a:bodyPr vertOverflow="overflow" vert="horz" wrap="square" rtlCol="0" anchor="ctr" anchorCtr="0">
            <a:noAutofit/>
          </a:bodyPr>
          <a:lstStyle/>
          <a:p>
            <a:pPr algn="ctr"/>
            <a:r>
              <a:rPr lang="de-DE" sz="1000" b="1" dirty="0">
                <a:solidFill>
                  <a:srgbClr val="1F1F1F"/>
                </a:solidFill>
              </a:rPr>
              <a:t>[Backend </a:t>
            </a:r>
            <a:r>
              <a:rPr lang="de-DE" sz="1000" b="1" dirty="0" err="1">
                <a:solidFill>
                  <a:srgbClr val="1F1F1F"/>
                </a:solidFill>
              </a:rPr>
              <a:t>authentication</a:t>
            </a:r>
            <a:r>
              <a:rPr lang="de-DE" sz="1000" b="1" dirty="0">
                <a:solidFill>
                  <a:srgbClr val="1F1F1F"/>
                </a:solidFill>
              </a:rPr>
              <a:t>]</a:t>
            </a:r>
          </a:p>
        </p:txBody>
      </p:sp>
      <p:sp>
        <p:nvSpPr>
          <p:cNvPr id="31" name="Textfeld 30">
            <a:extLst>
              <a:ext uri="{FF2B5EF4-FFF2-40B4-BE49-F238E27FC236}">
                <a16:creationId xmlns:a16="http://schemas.microsoft.com/office/drawing/2014/main" id="{7E22A913-A1D4-2FCD-7EE4-A431662CED3F}"/>
              </a:ext>
            </a:extLst>
          </p:cNvPr>
          <p:cNvSpPr txBox="1"/>
          <p:nvPr/>
        </p:nvSpPr>
        <p:spPr>
          <a:xfrm>
            <a:off x="5007411" y="3944714"/>
            <a:ext cx="5697287" cy="158666"/>
          </a:xfrm>
          <a:prstGeom prst="rect">
            <a:avLst/>
          </a:prstGeom>
          <a:noFill/>
          <a:ln>
            <a:noFill/>
          </a:ln>
        </p:spPr>
        <p:txBody>
          <a:bodyPr vertOverflow="overflow" vert="horz" wrap="square" rtlCol="0" anchor="ctr" anchorCtr="0">
            <a:noAutofit/>
          </a:bodyPr>
          <a:lstStyle/>
          <a:p>
            <a:pPr algn="ctr"/>
            <a:r>
              <a:rPr lang="de-DE" sz="1000" b="1">
                <a:solidFill>
                  <a:srgbClr val="1F1F1F"/>
                </a:solidFill>
              </a:rPr>
              <a:t>[Session validation]</a:t>
            </a:r>
          </a:p>
        </p:txBody>
      </p:sp>
      <p:cxnSp>
        <p:nvCxnSpPr>
          <p:cNvPr id="32" name="Gerade Verbindung mit Pfeil 31">
            <a:extLst>
              <a:ext uri="{FF2B5EF4-FFF2-40B4-BE49-F238E27FC236}">
                <a16:creationId xmlns:a16="http://schemas.microsoft.com/office/drawing/2014/main" id="{0AB67A91-650B-16F8-06C4-9D715915986E}"/>
              </a:ext>
            </a:extLst>
          </p:cNvPr>
          <p:cNvCxnSpPr>
            <a:cxnSpLocks/>
          </p:cNvCxnSpPr>
          <p:nvPr/>
        </p:nvCxnSpPr>
        <p:spPr>
          <a:xfrm>
            <a:off x="1252978" y="2005833"/>
            <a:ext cx="1982235" cy="0"/>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3" name="Textfeld 32">
            <a:extLst>
              <a:ext uri="{FF2B5EF4-FFF2-40B4-BE49-F238E27FC236}">
                <a16:creationId xmlns:a16="http://schemas.microsoft.com/office/drawing/2014/main" id="{8C335876-6A62-268B-CEEA-22F2BC2F2C9C}"/>
              </a:ext>
            </a:extLst>
          </p:cNvPr>
          <p:cNvSpPr txBox="1"/>
          <p:nvPr/>
        </p:nvSpPr>
        <p:spPr>
          <a:xfrm>
            <a:off x="1010121" y="1786528"/>
            <a:ext cx="2572968"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Request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34" name="Gerade Verbindung mit Pfeil 33">
            <a:extLst>
              <a:ext uri="{FF2B5EF4-FFF2-40B4-BE49-F238E27FC236}">
                <a16:creationId xmlns:a16="http://schemas.microsoft.com/office/drawing/2014/main" id="{3ED6FD1A-81BF-ACDE-1B4B-C0D82B825CFF}"/>
              </a:ext>
            </a:extLst>
          </p:cNvPr>
          <p:cNvCxnSpPr/>
          <p:nvPr/>
        </p:nvCxnSpPr>
        <p:spPr>
          <a:xfrm>
            <a:off x="1252978" y="2308465"/>
            <a:ext cx="1969108"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35" name="Textfeld 34">
            <a:extLst>
              <a:ext uri="{FF2B5EF4-FFF2-40B4-BE49-F238E27FC236}">
                <a16:creationId xmlns:a16="http://schemas.microsoft.com/office/drawing/2014/main" id="{657D8EAA-F655-F8AF-98F2-9CEA20A02F72}"/>
              </a:ext>
            </a:extLst>
          </p:cNvPr>
          <p:cNvSpPr txBox="1"/>
          <p:nvPr/>
        </p:nvSpPr>
        <p:spPr>
          <a:xfrm>
            <a:off x="1357997" y="2090299"/>
            <a:ext cx="1877216"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36" name="Gerade Verbindung mit Pfeil 35">
            <a:extLst>
              <a:ext uri="{FF2B5EF4-FFF2-40B4-BE49-F238E27FC236}">
                <a16:creationId xmlns:a16="http://schemas.microsoft.com/office/drawing/2014/main" id="{54F44960-7B96-F1B8-F43E-E4520A9EE595}"/>
              </a:ext>
            </a:extLst>
          </p:cNvPr>
          <p:cNvCxnSpPr/>
          <p:nvPr/>
        </p:nvCxnSpPr>
        <p:spPr>
          <a:xfrm>
            <a:off x="1252978" y="2787682"/>
            <a:ext cx="3938217" cy="991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7" name="Textfeld 36">
            <a:extLst>
              <a:ext uri="{FF2B5EF4-FFF2-40B4-BE49-F238E27FC236}">
                <a16:creationId xmlns:a16="http://schemas.microsoft.com/office/drawing/2014/main" id="{D939D415-CE72-087A-1F75-0F6F56D08991}"/>
              </a:ext>
            </a:extLst>
          </p:cNvPr>
          <p:cNvSpPr txBox="1"/>
          <p:nvPr/>
        </p:nvSpPr>
        <p:spPr>
          <a:xfrm>
            <a:off x="1568036" y="2486965"/>
            <a:ext cx="306746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Request data (with session token)</a:t>
            </a:r>
            <a:endParaRPr lang="de-DE" sz="1000" dirty="0">
              <a:solidFill>
                <a:srgbClr val="1F1F1F"/>
              </a:solidFill>
            </a:endParaRPr>
          </a:p>
        </p:txBody>
      </p:sp>
      <p:cxnSp>
        <p:nvCxnSpPr>
          <p:cNvPr id="38" name="Gerade Verbindung mit Pfeil 37">
            <a:extLst>
              <a:ext uri="{FF2B5EF4-FFF2-40B4-BE49-F238E27FC236}">
                <a16:creationId xmlns:a16="http://schemas.microsoft.com/office/drawing/2014/main" id="{06EB7B38-32C6-573F-2D28-A4C5CDB8C235}"/>
              </a:ext>
            </a:extLst>
          </p:cNvPr>
          <p:cNvCxnSpPr/>
          <p:nvPr/>
        </p:nvCxnSpPr>
        <p:spPr>
          <a:xfrm>
            <a:off x="5191195" y="3419131"/>
            <a:ext cx="1969108"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9" name="Textfeld 38">
            <a:extLst>
              <a:ext uri="{FF2B5EF4-FFF2-40B4-BE49-F238E27FC236}">
                <a16:creationId xmlns:a16="http://schemas.microsoft.com/office/drawing/2014/main" id="{56E8326F-0760-2EA0-5407-6B78D8966E99}"/>
              </a:ext>
            </a:extLst>
          </p:cNvPr>
          <p:cNvSpPr txBox="1"/>
          <p:nvPr/>
        </p:nvSpPr>
        <p:spPr>
          <a:xfrm>
            <a:off x="5506252" y="3200964"/>
            <a:ext cx="4880213"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Request access token (client credentials)</a:t>
            </a:r>
            <a:endParaRPr lang="de-DE" sz="1000" dirty="0">
              <a:solidFill>
                <a:srgbClr val="1F1F1F"/>
              </a:solidFill>
            </a:endParaRPr>
          </a:p>
        </p:txBody>
      </p:sp>
      <p:cxnSp>
        <p:nvCxnSpPr>
          <p:cNvPr id="40" name="Gerade Verbindung mit Pfeil 39">
            <a:extLst>
              <a:ext uri="{FF2B5EF4-FFF2-40B4-BE49-F238E27FC236}">
                <a16:creationId xmlns:a16="http://schemas.microsoft.com/office/drawing/2014/main" id="{CF5CDD4F-50B0-A7C9-473E-1C1401DA3FB4}"/>
              </a:ext>
            </a:extLst>
          </p:cNvPr>
          <p:cNvCxnSpPr/>
          <p:nvPr/>
        </p:nvCxnSpPr>
        <p:spPr>
          <a:xfrm>
            <a:off x="5191195" y="3647214"/>
            <a:ext cx="1969108"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1" name="Textfeld 40">
            <a:extLst>
              <a:ext uri="{FF2B5EF4-FFF2-40B4-BE49-F238E27FC236}">
                <a16:creationId xmlns:a16="http://schemas.microsoft.com/office/drawing/2014/main" id="{65490696-EC46-B679-95B8-ACC0F40736F7}"/>
              </a:ext>
            </a:extLst>
          </p:cNvPr>
          <p:cNvSpPr txBox="1"/>
          <p:nvPr/>
        </p:nvSpPr>
        <p:spPr>
          <a:xfrm>
            <a:off x="5296214" y="3429047"/>
            <a:ext cx="1850960"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access</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42" name="Gerade Verbindung mit Pfeil 41">
            <a:extLst>
              <a:ext uri="{FF2B5EF4-FFF2-40B4-BE49-F238E27FC236}">
                <a16:creationId xmlns:a16="http://schemas.microsoft.com/office/drawing/2014/main" id="{DEE070F5-64DF-4402-14A6-6B7A093FF166}"/>
              </a:ext>
            </a:extLst>
          </p:cNvPr>
          <p:cNvCxnSpPr/>
          <p:nvPr/>
        </p:nvCxnSpPr>
        <p:spPr>
          <a:xfrm>
            <a:off x="5191195" y="4291796"/>
            <a:ext cx="3806943"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3" name="Textfeld 42">
            <a:extLst>
              <a:ext uri="{FF2B5EF4-FFF2-40B4-BE49-F238E27FC236}">
                <a16:creationId xmlns:a16="http://schemas.microsoft.com/office/drawing/2014/main" id="{D1FE9325-5F6F-B8C0-A4C6-671834A5BA21}"/>
              </a:ext>
            </a:extLst>
          </p:cNvPr>
          <p:cNvSpPr txBox="1"/>
          <p:nvPr/>
        </p:nvSpPr>
        <p:spPr>
          <a:xfrm>
            <a:off x="5506252" y="4073630"/>
            <a:ext cx="5198446" cy="198333"/>
          </a:xfrm>
          <a:prstGeom prst="rect">
            <a:avLst/>
          </a:prstGeom>
          <a:noFill/>
          <a:ln>
            <a:noFill/>
          </a:ln>
        </p:spPr>
        <p:txBody>
          <a:bodyPr vertOverflow="overflow" vert="horz" wrap="square" rtlCol="0" anchor="ctr" anchorCtr="0">
            <a:noAutofit/>
          </a:bodyPr>
          <a:lstStyle/>
          <a:p>
            <a:pPr algn="ctr"/>
            <a:r>
              <a:rPr lang="de-DE" sz="1000" dirty="0" err="1">
                <a:solidFill>
                  <a:srgbClr val="1F1F1F"/>
                </a:solidFill>
              </a:rPr>
              <a:t>Validate</a:t>
            </a:r>
            <a:r>
              <a:rPr lang="de-DE" sz="1000" dirty="0">
                <a:solidFill>
                  <a:srgbClr val="1F1F1F"/>
                </a:solidFill>
              </a:rPr>
              <a:t>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r>
              <a:rPr lang="de-DE" sz="1000" dirty="0">
                <a:solidFill>
                  <a:srgbClr val="1F1F1F"/>
                </a:solidFill>
              </a:rPr>
              <a:t> (JWKS)</a:t>
            </a:r>
          </a:p>
        </p:txBody>
      </p:sp>
      <p:cxnSp>
        <p:nvCxnSpPr>
          <p:cNvPr id="44" name="Gerade Verbindung mit Pfeil 43">
            <a:extLst>
              <a:ext uri="{FF2B5EF4-FFF2-40B4-BE49-F238E27FC236}">
                <a16:creationId xmlns:a16="http://schemas.microsoft.com/office/drawing/2014/main" id="{27936B86-20AB-0F18-3011-8DB5244E1622}"/>
              </a:ext>
            </a:extLst>
          </p:cNvPr>
          <p:cNvCxnSpPr/>
          <p:nvPr/>
        </p:nvCxnSpPr>
        <p:spPr>
          <a:xfrm>
            <a:off x="5191195" y="4638879"/>
            <a:ext cx="3806943"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5" name="Textfeld 44">
            <a:extLst>
              <a:ext uri="{FF2B5EF4-FFF2-40B4-BE49-F238E27FC236}">
                <a16:creationId xmlns:a16="http://schemas.microsoft.com/office/drawing/2014/main" id="{212939C3-4B6F-249B-957B-E8EAD2508942}"/>
              </a:ext>
            </a:extLst>
          </p:cNvPr>
          <p:cNvSpPr txBox="1"/>
          <p:nvPr/>
        </p:nvSpPr>
        <p:spPr>
          <a:xfrm>
            <a:off x="5296214" y="4420713"/>
            <a:ext cx="5539758" cy="198333"/>
          </a:xfrm>
          <a:prstGeom prst="rect">
            <a:avLst/>
          </a:prstGeom>
          <a:noFill/>
          <a:ln>
            <a:noFill/>
          </a:ln>
        </p:spPr>
        <p:txBody>
          <a:bodyPr vertOverflow="overflow" vert="horz" wrap="square" rtlCol="0" anchor="ctr" anchorCtr="0">
            <a:noAutofit/>
          </a:bodyPr>
          <a:lstStyle/>
          <a:p>
            <a:pPr algn="ctr"/>
            <a:r>
              <a:rPr lang="de-DE" sz="1000">
                <a:solidFill>
                  <a:srgbClr val="1F1F1F"/>
                </a:solidFill>
              </a:rPr>
              <a:t>Session valid (tenant info)</a:t>
            </a:r>
          </a:p>
        </p:txBody>
      </p:sp>
      <p:cxnSp>
        <p:nvCxnSpPr>
          <p:cNvPr id="46" name="Gerade Verbindung mit Pfeil 45">
            <a:extLst>
              <a:ext uri="{FF2B5EF4-FFF2-40B4-BE49-F238E27FC236}">
                <a16:creationId xmlns:a16="http://schemas.microsoft.com/office/drawing/2014/main" id="{67C5976F-1B74-085A-40EE-0BBE58C68BDA}"/>
              </a:ext>
            </a:extLst>
          </p:cNvPr>
          <p:cNvCxnSpPr/>
          <p:nvPr/>
        </p:nvCxnSpPr>
        <p:spPr>
          <a:xfrm>
            <a:off x="5191195" y="5035546"/>
            <a:ext cx="5776051"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7" name="Textfeld 46">
            <a:extLst>
              <a:ext uri="{FF2B5EF4-FFF2-40B4-BE49-F238E27FC236}">
                <a16:creationId xmlns:a16="http://schemas.microsoft.com/office/drawing/2014/main" id="{77FF6774-67DB-47B4-49AC-0F397B12A4F7}"/>
              </a:ext>
            </a:extLst>
          </p:cNvPr>
          <p:cNvSpPr txBox="1"/>
          <p:nvPr/>
        </p:nvSpPr>
        <p:spPr>
          <a:xfrm>
            <a:off x="5506253" y="4817379"/>
            <a:ext cx="267379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Call API (access token + tenant ID)</a:t>
            </a:r>
            <a:endParaRPr lang="de-DE" sz="1000" dirty="0">
              <a:solidFill>
                <a:srgbClr val="1F1F1F"/>
              </a:solidFill>
            </a:endParaRPr>
          </a:p>
        </p:txBody>
      </p:sp>
      <p:cxnSp>
        <p:nvCxnSpPr>
          <p:cNvPr id="48" name="Gerade Verbindung mit Pfeil 47">
            <a:extLst>
              <a:ext uri="{FF2B5EF4-FFF2-40B4-BE49-F238E27FC236}">
                <a16:creationId xmlns:a16="http://schemas.microsoft.com/office/drawing/2014/main" id="{965B74A9-D0EA-5A94-4B2B-5BED09FD153F}"/>
              </a:ext>
            </a:extLst>
          </p:cNvPr>
          <p:cNvCxnSpPr/>
          <p:nvPr/>
        </p:nvCxnSpPr>
        <p:spPr>
          <a:xfrm>
            <a:off x="5191195" y="5283462"/>
            <a:ext cx="5776051"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9" name="Textfeld 48">
            <a:extLst>
              <a:ext uri="{FF2B5EF4-FFF2-40B4-BE49-F238E27FC236}">
                <a16:creationId xmlns:a16="http://schemas.microsoft.com/office/drawing/2014/main" id="{259C644D-FB83-41A9-9EE8-CD8A51A26D3C}"/>
              </a:ext>
            </a:extLst>
          </p:cNvPr>
          <p:cNvSpPr txBox="1"/>
          <p:nvPr/>
        </p:nvSpPr>
        <p:spPr>
          <a:xfrm>
            <a:off x="5296214" y="5065296"/>
            <a:ext cx="5355975"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data</a:t>
            </a:r>
            <a:endParaRPr lang="de-DE" sz="1000" dirty="0">
              <a:solidFill>
                <a:srgbClr val="1F1F1F"/>
              </a:solidFill>
            </a:endParaRPr>
          </a:p>
        </p:txBody>
      </p:sp>
      <p:cxnSp>
        <p:nvCxnSpPr>
          <p:cNvPr id="50" name="Gerade Verbindung mit Pfeil 49">
            <a:extLst>
              <a:ext uri="{FF2B5EF4-FFF2-40B4-BE49-F238E27FC236}">
                <a16:creationId xmlns:a16="http://schemas.microsoft.com/office/drawing/2014/main" id="{FF6323CE-9A78-2603-6732-2A9FC38B4F07}"/>
              </a:ext>
            </a:extLst>
          </p:cNvPr>
          <p:cNvCxnSpPr/>
          <p:nvPr/>
        </p:nvCxnSpPr>
        <p:spPr>
          <a:xfrm>
            <a:off x="1252978" y="5474228"/>
            <a:ext cx="3938217"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51" name="Textfeld 50">
            <a:extLst>
              <a:ext uri="{FF2B5EF4-FFF2-40B4-BE49-F238E27FC236}">
                <a16:creationId xmlns:a16="http://schemas.microsoft.com/office/drawing/2014/main" id="{33CC2AA0-C96E-C5D0-8358-E19093E13931}"/>
              </a:ext>
            </a:extLst>
          </p:cNvPr>
          <p:cNvSpPr txBox="1"/>
          <p:nvPr/>
        </p:nvSpPr>
        <p:spPr>
          <a:xfrm>
            <a:off x="1357997" y="4852086"/>
            <a:ext cx="1772197" cy="505749"/>
          </a:xfrm>
          <a:prstGeom prst="rect">
            <a:avLst/>
          </a:prstGeom>
          <a:noFill/>
          <a:ln>
            <a:noFill/>
          </a:ln>
        </p:spPr>
        <p:txBody>
          <a:bodyPr vertOverflow="overflow" vert="horz" wrap="square" rtlCol="0" anchor="ctr" anchorCtr="0">
            <a:noAutofit/>
          </a:bodyPr>
          <a:lstStyle/>
          <a:p>
            <a:pPr algn="ctr"/>
            <a:r>
              <a:rPr lang="de-DE" sz="1500" dirty="0">
                <a:solidFill>
                  <a:srgbClr val="1F1F1F"/>
                </a:solidFill>
              </a:rPr>
              <a:t>Forward </a:t>
            </a:r>
            <a:r>
              <a:rPr lang="de-DE" sz="1500" dirty="0" err="1">
                <a:solidFill>
                  <a:srgbClr val="1F1F1F"/>
                </a:solidFill>
              </a:rPr>
              <a:t>response</a:t>
            </a:r>
            <a:endParaRPr lang="de-DE" sz="1500" dirty="0">
              <a:solidFill>
                <a:srgbClr val="1F1F1F"/>
              </a:solidFill>
            </a:endParaRPr>
          </a:p>
        </p:txBody>
      </p:sp>
      <p:sp>
        <p:nvSpPr>
          <p:cNvPr id="52" name="Ellipse 51">
            <a:extLst>
              <a:ext uri="{FF2B5EF4-FFF2-40B4-BE49-F238E27FC236}">
                <a16:creationId xmlns:a16="http://schemas.microsoft.com/office/drawing/2014/main" id="{782A3094-5E1B-20B3-6BEE-EB55C342F31A}"/>
              </a:ext>
            </a:extLst>
          </p:cNvPr>
          <p:cNvSpPr/>
          <p:nvPr/>
        </p:nvSpPr>
        <p:spPr>
          <a:xfrm>
            <a:off x="1108577" y="1852298"/>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a:t>
            </a:r>
          </a:p>
        </p:txBody>
      </p:sp>
      <p:sp>
        <p:nvSpPr>
          <p:cNvPr id="53" name="Ellipse 52">
            <a:extLst>
              <a:ext uri="{FF2B5EF4-FFF2-40B4-BE49-F238E27FC236}">
                <a16:creationId xmlns:a16="http://schemas.microsoft.com/office/drawing/2014/main" id="{240CFF51-D969-5497-C52D-74002C1E723E}"/>
              </a:ext>
            </a:extLst>
          </p:cNvPr>
          <p:cNvSpPr/>
          <p:nvPr/>
        </p:nvSpPr>
        <p:spPr>
          <a:xfrm>
            <a:off x="3103938" y="2199382"/>
            <a:ext cx="249422" cy="218166"/>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2</a:t>
            </a:r>
          </a:p>
        </p:txBody>
      </p:sp>
      <p:sp>
        <p:nvSpPr>
          <p:cNvPr id="54" name="Ellipse 53">
            <a:extLst>
              <a:ext uri="{FF2B5EF4-FFF2-40B4-BE49-F238E27FC236}">
                <a16:creationId xmlns:a16="http://schemas.microsoft.com/office/drawing/2014/main" id="{118FD764-BBE2-26D3-553E-D9570FC46DA2}"/>
              </a:ext>
            </a:extLst>
          </p:cNvPr>
          <p:cNvSpPr/>
          <p:nvPr/>
        </p:nvSpPr>
        <p:spPr>
          <a:xfrm>
            <a:off x="1108577" y="267859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3</a:t>
            </a:r>
          </a:p>
        </p:txBody>
      </p:sp>
      <p:sp>
        <p:nvSpPr>
          <p:cNvPr id="55" name="Ellipse 54">
            <a:extLst>
              <a:ext uri="{FF2B5EF4-FFF2-40B4-BE49-F238E27FC236}">
                <a16:creationId xmlns:a16="http://schemas.microsoft.com/office/drawing/2014/main" id="{D32A7988-E233-34F9-1E3A-D03DB3C737E1}"/>
              </a:ext>
            </a:extLst>
          </p:cNvPr>
          <p:cNvSpPr/>
          <p:nvPr/>
        </p:nvSpPr>
        <p:spPr>
          <a:xfrm>
            <a:off x="5046794" y="331004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4</a:t>
            </a:r>
          </a:p>
        </p:txBody>
      </p:sp>
      <p:sp>
        <p:nvSpPr>
          <p:cNvPr id="56" name="Ellipse 55">
            <a:extLst>
              <a:ext uri="{FF2B5EF4-FFF2-40B4-BE49-F238E27FC236}">
                <a16:creationId xmlns:a16="http://schemas.microsoft.com/office/drawing/2014/main" id="{0B79CEBA-D682-BEA9-9D09-7895873F4BBA}"/>
              </a:ext>
            </a:extLst>
          </p:cNvPr>
          <p:cNvSpPr/>
          <p:nvPr/>
        </p:nvSpPr>
        <p:spPr>
          <a:xfrm>
            <a:off x="7015902" y="3538130"/>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5</a:t>
            </a:r>
          </a:p>
        </p:txBody>
      </p:sp>
      <p:sp>
        <p:nvSpPr>
          <p:cNvPr id="57" name="Ellipse 56">
            <a:extLst>
              <a:ext uri="{FF2B5EF4-FFF2-40B4-BE49-F238E27FC236}">
                <a16:creationId xmlns:a16="http://schemas.microsoft.com/office/drawing/2014/main" id="{2B601ED8-3C6D-8150-36CF-02E1E075B04D}"/>
              </a:ext>
            </a:extLst>
          </p:cNvPr>
          <p:cNvSpPr/>
          <p:nvPr/>
        </p:nvSpPr>
        <p:spPr>
          <a:xfrm>
            <a:off x="5046794" y="4182712"/>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6</a:t>
            </a:r>
          </a:p>
        </p:txBody>
      </p:sp>
      <p:sp>
        <p:nvSpPr>
          <p:cNvPr id="58" name="Ellipse 57">
            <a:extLst>
              <a:ext uri="{FF2B5EF4-FFF2-40B4-BE49-F238E27FC236}">
                <a16:creationId xmlns:a16="http://schemas.microsoft.com/office/drawing/2014/main" id="{79A46DFE-F341-6679-11A9-64574E32F051}"/>
              </a:ext>
            </a:extLst>
          </p:cNvPr>
          <p:cNvSpPr/>
          <p:nvPr/>
        </p:nvSpPr>
        <p:spPr>
          <a:xfrm>
            <a:off x="8853736" y="4529795"/>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7</a:t>
            </a:r>
          </a:p>
        </p:txBody>
      </p:sp>
      <p:sp>
        <p:nvSpPr>
          <p:cNvPr id="59" name="Ellipse 58">
            <a:extLst>
              <a:ext uri="{FF2B5EF4-FFF2-40B4-BE49-F238E27FC236}">
                <a16:creationId xmlns:a16="http://schemas.microsoft.com/office/drawing/2014/main" id="{0EF739F7-4172-76F1-DB55-B8B5FD7D10E9}"/>
              </a:ext>
            </a:extLst>
          </p:cNvPr>
          <p:cNvSpPr/>
          <p:nvPr/>
        </p:nvSpPr>
        <p:spPr>
          <a:xfrm>
            <a:off x="5046794" y="4926461"/>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8</a:t>
            </a:r>
          </a:p>
        </p:txBody>
      </p:sp>
      <p:sp>
        <p:nvSpPr>
          <p:cNvPr id="60" name="Ellipse 59">
            <a:extLst>
              <a:ext uri="{FF2B5EF4-FFF2-40B4-BE49-F238E27FC236}">
                <a16:creationId xmlns:a16="http://schemas.microsoft.com/office/drawing/2014/main" id="{0C6BD56D-F0F4-F75E-76B4-A1BA528B654D}"/>
              </a:ext>
            </a:extLst>
          </p:cNvPr>
          <p:cNvSpPr/>
          <p:nvPr/>
        </p:nvSpPr>
        <p:spPr>
          <a:xfrm>
            <a:off x="10822844" y="5174378"/>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9</a:t>
            </a:r>
          </a:p>
        </p:txBody>
      </p:sp>
      <p:sp>
        <p:nvSpPr>
          <p:cNvPr id="61" name="Ellipse 60">
            <a:extLst>
              <a:ext uri="{FF2B5EF4-FFF2-40B4-BE49-F238E27FC236}">
                <a16:creationId xmlns:a16="http://schemas.microsoft.com/office/drawing/2014/main" id="{2E837E38-8EBF-E5F9-305A-173AA0459065}"/>
              </a:ext>
            </a:extLst>
          </p:cNvPr>
          <p:cNvSpPr/>
          <p:nvPr/>
        </p:nvSpPr>
        <p:spPr>
          <a:xfrm>
            <a:off x="5046794" y="5422294"/>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10</a:t>
            </a:r>
          </a:p>
        </p:txBody>
      </p:sp>
    </p:spTree>
    <p:extLst>
      <p:ext uri="{BB962C8B-B14F-4D97-AF65-F5344CB8AC3E}">
        <p14:creationId xmlns:p14="http://schemas.microsoft.com/office/powerpoint/2010/main" val="1165795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349C-32CE-FFA6-6E42-D31950DBAEE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6E49A33C-1A6A-750A-05F2-1A14CA7E36BA}"/>
              </a:ext>
            </a:extLst>
          </p:cNvPr>
          <p:cNvSpPr>
            <a:spLocks noGrp="1"/>
          </p:cNvSpPr>
          <p:nvPr>
            <p:ph type="dt" sz="half" idx="16"/>
          </p:nvPr>
        </p:nvSpPr>
        <p:spPr/>
        <p:txBody>
          <a:bodyPr/>
          <a:lstStyle/>
          <a:p>
            <a:fld id="{E534DC3B-D99D-4AAB-A741-8BB0757A1176}" type="datetime1">
              <a:rPr lang="de-DE" smtClean="0"/>
              <a:t>28.05.26</a:t>
            </a:fld>
            <a:endParaRPr lang="de-DE"/>
          </a:p>
        </p:txBody>
      </p:sp>
      <p:sp>
        <p:nvSpPr>
          <p:cNvPr id="4" name="Footer Placeholder 3">
            <a:extLst>
              <a:ext uri="{FF2B5EF4-FFF2-40B4-BE49-F238E27FC236}">
                <a16:creationId xmlns:a16="http://schemas.microsoft.com/office/drawing/2014/main" id="{F146F9E4-4BA9-3180-6348-2FC251751BB9}"/>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193227E6-F8DB-A959-E8CC-B0A2A078B7D1}"/>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B8265348-EB62-70BA-9587-A1A092CD0DD7}"/>
              </a:ext>
            </a:extLst>
          </p:cNvPr>
          <p:cNvSpPr>
            <a:spLocks noGrp="1"/>
          </p:cNvSpPr>
          <p:nvPr>
            <p:ph type="body" sz="quarter" idx="14"/>
          </p:nvPr>
        </p:nvSpPr>
        <p:spPr/>
        <p:txBody>
          <a:bodyPr/>
          <a:lstStyle/>
          <a:p>
            <a:r>
              <a:rPr lang="en-US" dirty="0" err="1"/>
              <a:t>AppBridge</a:t>
            </a:r>
            <a:r>
              <a:rPr lang="en-US" dirty="0"/>
              <a:t>: The </a:t>
            </a:r>
            <a:r>
              <a:rPr lang="en-US" dirty="0" err="1"/>
              <a:t>SessionToken</a:t>
            </a:r>
            <a:endParaRPr lang="en-US" dirty="0"/>
          </a:p>
        </p:txBody>
      </p:sp>
      <p:pic>
        <p:nvPicPr>
          <p:cNvPr id="8" name="Picture 7">
            <a:extLst>
              <a:ext uri="{FF2B5EF4-FFF2-40B4-BE49-F238E27FC236}">
                <a16:creationId xmlns:a16="http://schemas.microsoft.com/office/drawing/2014/main" id="{9DE6D46B-0ED1-63E0-27F2-AD27191D3789}"/>
              </a:ext>
            </a:extLst>
          </p:cNvPr>
          <p:cNvPicPr>
            <a:picLocks noChangeAspect="1"/>
          </p:cNvPicPr>
          <p:nvPr/>
        </p:nvPicPr>
        <p:blipFill>
          <a:blip r:embed="rId3"/>
          <a:stretch>
            <a:fillRect/>
          </a:stretch>
        </p:blipFill>
        <p:spPr>
          <a:xfrm>
            <a:off x="13462000" y="1409732"/>
            <a:ext cx="6210300" cy="4622800"/>
          </a:xfrm>
          <a:prstGeom prst="rect">
            <a:avLst/>
          </a:prstGeom>
        </p:spPr>
      </p:pic>
      <p:sp>
        <p:nvSpPr>
          <p:cNvPr id="42" name="Text Placeholder 41">
            <a:extLst>
              <a:ext uri="{FF2B5EF4-FFF2-40B4-BE49-F238E27FC236}">
                <a16:creationId xmlns:a16="http://schemas.microsoft.com/office/drawing/2014/main" id="{BA97EE7C-605C-684C-18F9-1515632E498B}"/>
              </a:ext>
            </a:extLst>
          </p:cNvPr>
          <p:cNvSpPr>
            <a:spLocks noGrp="1"/>
          </p:cNvSpPr>
          <p:nvPr>
            <p:ph type="body" sz="quarter" idx="10"/>
          </p:nvPr>
        </p:nvSpPr>
        <p:spPr>
          <a:xfrm>
            <a:off x="1295400" y="1268413"/>
            <a:ext cx="3706446" cy="4865687"/>
          </a:xfrm>
        </p:spPr>
        <p:txBody>
          <a:bodyPr/>
          <a:lstStyle/>
          <a:p>
            <a:pPr marL="0" indent="0">
              <a:buNone/>
            </a:pPr>
            <a:r>
              <a:rPr lang="en-US" dirty="0"/>
              <a:t>eyJhbGciOiJFZERTQSIsInR5cCI6IkpXVCJ9.eyJleHAiOjE3Nzk5MTU4OTUsInVzZXJJZCI6ImRmZTE0Nzc2LWE4ZmQtNDhlNy1hM2VhLTExYjI3YTM0MzBjNCIsInRlbmFudElkIjoiYzlkY2FhYWMtMTgyNC00NjQ2LWI1NTAtOGY4ZjJjODdiZGIwIiwidGVuYW50U2x1ZyI6InRlc3Qtc2xhdGUiLCJraWQiOiIxMTIwMzMifQ.iTw6gF3kXq5bL__Kq1SpTUhMBnOfignjBqYB90-p9m5mBq1DQZoHlc30tgv1hZxmsyCdcjzao68dIJm3AVrZDw</a:t>
            </a:r>
          </a:p>
        </p:txBody>
      </p:sp>
      <p:pic>
        <p:nvPicPr>
          <p:cNvPr id="44" name="Picture 43">
            <a:extLst>
              <a:ext uri="{FF2B5EF4-FFF2-40B4-BE49-F238E27FC236}">
                <a16:creationId xmlns:a16="http://schemas.microsoft.com/office/drawing/2014/main" id="{B81A2435-7E19-6FD5-747F-192799898A83}"/>
              </a:ext>
            </a:extLst>
          </p:cNvPr>
          <p:cNvPicPr>
            <a:picLocks noChangeAspect="1"/>
          </p:cNvPicPr>
          <p:nvPr/>
        </p:nvPicPr>
        <p:blipFill>
          <a:blip r:embed="rId4"/>
          <a:stretch>
            <a:fillRect/>
          </a:stretch>
        </p:blipFill>
        <p:spPr>
          <a:xfrm>
            <a:off x="6096000" y="1890594"/>
            <a:ext cx="5735638" cy="3626209"/>
          </a:xfrm>
          <a:prstGeom prst="rect">
            <a:avLst/>
          </a:prstGeom>
        </p:spPr>
      </p:pic>
      <p:cxnSp>
        <p:nvCxnSpPr>
          <p:cNvPr id="46" name="Straight Arrow Connector 45">
            <a:extLst>
              <a:ext uri="{FF2B5EF4-FFF2-40B4-BE49-F238E27FC236}">
                <a16:creationId xmlns:a16="http://schemas.microsoft.com/office/drawing/2014/main" id="{BECFC1C1-9C0D-BD3F-66BA-544090D97BD3}"/>
              </a:ext>
            </a:extLst>
          </p:cNvPr>
          <p:cNvCxnSpPr>
            <a:stCxn id="42" idx="3"/>
            <a:endCxn id="44" idx="1"/>
          </p:cNvCxnSpPr>
          <p:nvPr/>
        </p:nvCxnSpPr>
        <p:spPr>
          <a:xfrm>
            <a:off x="5001846" y="3701257"/>
            <a:ext cx="1094154" cy="2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2450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B73EE-39D2-57D5-0BBB-1F87D1210E5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69369FA5-36C3-CF46-4D38-F1D1F5617D72}"/>
              </a:ext>
            </a:extLst>
          </p:cNvPr>
          <p:cNvSpPr>
            <a:spLocks noGrp="1"/>
          </p:cNvSpPr>
          <p:nvPr>
            <p:ph type="dt" sz="half" idx="16"/>
          </p:nvPr>
        </p:nvSpPr>
        <p:spPr/>
        <p:txBody>
          <a:bodyPr/>
          <a:lstStyle/>
          <a:p>
            <a:fld id="{0DBCE5DA-F5CB-4596-8CFF-BD956F37ABD8}" type="datetime1">
              <a:rPr lang="de-DE" smtClean="0"/>
              <a:t>28.05.26</a:t>
            </a:fld>
            <a:endParaRPr lang="de-DE"/>
          </a:p>
        </p:txBody>
      </p:sp>
      <p:sp>
        <p:nvSpPr>
          <p:cNvPr id="4" name="Footer Placeholder 3">
            <a:extLst>
              <a:ext uri="{FF2B5EF4-FFF2-40B4-BE49-F238E27FC236}">
                <a16:creationId xmlns:a16="http://schemas.microsoft.com/office/drawing/2014/main" id="{D0415CCF-8638-2880-7FC6-5B7012F3AB95}"/>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386C453D-A8DA-8559-F7BD-8944A9AB216D}"/>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98E1A11C-7215-CCF7-4C9E-93994A479170}"/>
              </a:ext>
            </a:extLst>
          </p:cNvPr>
          <p:cNvSpPr>
            <a:spLocks noGrp="1"/>
          </p:cNvSpPr>
          <p:nvPr>
            <p:ph type="body" sz="quarter" idx="14"/>
          </p:nvPr>
        </p:nvSpPr>
        <p:spPr/>
        <p:txBody>
          <a:bodyPr/>
          <a:lstStyle/>
          <a:p>
            <a:r>
              <a:rPr lang="en-US" dirty="0" err="1"/>
              <a:t>AppBridge</a:t>
            </a:r>
            <a:r>
              <a:rPr lang="en-US" dirty="0"/>
              <a:t>: The </a:t>
            </a:r>
            <a:r>
              <a:rPr lang="en-US" dirty="0" err="1"/>
              <a:t>SessionToken</a:t>
            </a:r>
            <a:endParaRPr lang="en-US" dirty="0"/>
          </a:p>
        </p:txBody>
      </p:sp>
      <p:pic>
        <p:nvPicPr>
          <p:cNvPr id="8" name="Picture 7">
            <a:extLst>
              <a:ext uri="{FF2B5EF4-FFF2-40B4-BE49-F238E27FC236}">
                <a16:creationId xmlns:a16="http://schemas.microsoft.com/office/drawing/2014/main" id="{8A02BBA9-248F-7DA0-2877-1CE520B361AB}"/>
              </a:ext>
            </a:extLst>
          </p:cNvPr>
          <p:cNvPicPr>
            <a:picLocks noChangeAspect="1"/>
          </p:cNvPicPr>
          <p:nvPr/>
        </p:nvPicPr>
        <p:blipFill>
          <a:blip r:embed="rId3"/>
          <a:stretch>
            <a:fillRect/>
          </a:stretch>
        </p:blipFill>
        <p:spPr>
          <a:xfrm>
            <a:off x="12507736" y="2036533"/>
            <a:ext cx="7772400" cy="4221166"/>
          </a:xfrm>
          <a:prstGeom prst="rect">
            <a:avLst/>
          </a:prstGeom>
        </p:spPr>
      </p:pic>
      <p:sp>
        <p:nvSpPr>
          <p:cNvPr id="2" name="Rechteck 1">
            <a:extLst>
              <a:ext uri="{FF2B5EF4-FFF2-40B4-BE49-F238E27FC236}">
                <a16:creationId xmlns:a16="http://schemas.microsoft.com/office/drawing/2014/main" id="{921A2FF5-C08C-AA2C-2B2B-BA5A9CCF973A}"/>
              </a:ext>
            </a:extLst>
          </p:cNvPr>
          <p:cNvSpPr/>
          <p:nvPr/>
        </p:nvSpPr>
        <p:spPr>
          <a:xfrm>
            <a:off x="4403551" y="3944715"/>
            <a:ext cx="6432420" cy="832202"/>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9" name="Rechteck 8">
            <a:extLst>
              <a:ext uri="{FF2B5EF4-FFF2-40B4-BE49-F238E27FC236}">
                <a16:creationId xmlns:a16="http://schemas.microsoft.com/office/drawing/2014/main" id="{E59B001E-5439-FEF1-F0B0-8BDDD2574ED9}"/>
              </a:ext>
            </a:extLst>
          </p:cNvPr>
          <p:cNvSpPr/>
          <p:nvPr/>
        </p:nvSpPr>
        <p:spPr>
          <a:xfrm>
            <a:off x="4403551" y="2953048"/>
            <a:ext cx="6432420" cy="892499"/>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10" name="Rechteck: abgerundete Ecken 9">
            <a:extLst>
              <a:ext uri="{FF2B5EF4-FFF2-40B4-BE49-F238E27FC236}">
                <a16:creationId xmlns:a16="http://schemas.microsoft.com/office/drawing/2014/main" id="{9B775AD7-EE78-2E3B-76AD-F85DF9A7AC71}"/>
              </a:ext>
            </a:extLst>
          </p:cNvPr>
          <p:cNvSpPr/>
          <p:nvPr/>
        </p:nvSpPr>
        <p:spPr>
          <a:xfrm>
            <a:off x="399698"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Frontend</a:t>
            </a:r>
          </a:p>
        </p:txBody>
      </p:sp>
      <p:sp>
        <p:nvSpPr>
          <p:cNvPr id="11" name="Rechteck: abgerundete Ecken 10">
            <a:extLst>
              <a:ext uri="{FF2B5EF4-FFF2-40B4-BE49-F238E27FC236}">
                <a16:creationId xmlns:a16="http://schemas.microsoft.com/office/drawing/2014/main" id="{3C23C2B6-982A-F102-8E1E-06D8C5D05C67}"/>
              </a:ext>
            </a:extLst>
          </p:cNvPr>
          <p:cNvSpPr/>
          <p:nvPr/>
        </p:nvSpPr>
        <p:spPr>
          <a:xfrm>
            <a:off x="399698"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Frontend</a:t>
            </a:r>
          </a:p>
        </p:txBody>
      </p:sp>
      <p:sp>
        <p:nvSpPr>
          <p:cNvPr id="12" name="Rechteck: abgerundete Ecken 11">
            <a:extLst>
              <a:ext uri="{FF2B5EF4-FFF2-40B4-BE49-F238E27FC236}">
                <a16:creationId xmlns:a16="http://schemas.microsoft.com/office/drawing/2014/main" id="{D4D25964-D342-97EB-B76A-3233546DA3E1}"/>
              </a:ext>
            </a:extLst>
          </p:cNvPr>
          <p:cNvSpPr/>
          <p:nvPr/>
        </p:nvSpPr>
        <p:spPr>
          <a:xfrm>
            <a:off x="2368806"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AppBridge</a:t>
            </a:r>
          </a:p>
        </p:txBody>
      </p:sp>
      <p:sp>
        <p:nvSpPr>
          <p:cNvPr id="13" name="Rechteck: abgerundete Ecken 12">
            <a:extLst>
              <a:ext uri="{FF2B5EF4-FFF2-40B4-BE49-F238E27FC236}">
                <a16:creationId xmlns:a16="http://schemas.microsoft.com/office/drawing/2014/main" id="{C8EC0B5F-BE42-4D60-7904-BB36824B2CC9}"/>
              </a:ext>
            </a:extLst>
          </p:cNvPr>
          <p:cNvSpPr/>
          <p:nvPr/>
        </p:nvSpPr>
        <p:spPr>
          <a:xfrm>
            <a:off x="2368806"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AppBridge</a:t>
            </a:r>
          </a:p>
        </p:txBody>
      </p:sp>
      <p:sp>
        <p:nvSpPr>
          <p:cNvPr id="14" name="Rechteck: abgerundete Ecken 13">
            <a:extLst>
              <a:ext uri="{FF2B5EF4-FFF2-40B4-BE49-F238E27FC236}">
                <a16:creationId xmlns:a16="http://schemas.microsoft.com/office/drawing/2014/main" id="{0E8DC2D5-0BE1-30E5-542E-5CAE8DA41AEF}"/>
              </a:ext>
            </a:extLst>
          </p:cNvPr>
          <p:cNvSpPr/>
          <p:nvPr/>
        </p:nvSpPr>
        <p:spPr>
          <a:xfrm>
            <a:off x="433791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5" name="Rechteck: abgerundete Ecken 14">
            <a:extLst>
              <a:ext uri="{FF2B5EF4-FFF2-40B4-BE49-F238E27FC236}">
                <a16:creationId xmlns:a16="http://schemas.microsoft.com/office/drawing/2014/main" id="{85E5B098-E78B-ED1C-3DE8-C107CBCB005F}"/>
              </a:ext>
            </a:extLst>
          </p:cNvPr>
          <p:cNvSpPr/>
          <p:nvPr/>
        </p:nvSpPr>
        <p:spPr>
          <a:xfrm>
            <a:off x="433791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6" name="Rechteck: abgerundete Ecken 15">
            <a:extLst>
              <a:ext uri="{FF2B5EF4-FFF2-40B4-BE49-F238E27FC236}">
                <a16:creationId xmlns:a16="http://schemas.microsoft.com/office/drawing/2014/main" id="{71E28DA8-25D1-594B-1B84-126181FDF383}"/>
              </a:ext>
            </a:extLst>
          </p:cNvPr>
          <p:cNvSpPr/>
          <p:nvPr/>
        </p:nvSpPr>
        <p:spPr>
          <a:xfrm>
            <a:off x="6307023"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App Database</a:t>
            </a:r>
          </a:p>
        </p:txBody>
      </p:sp>
      <p:sp>
        <p:nvSpPr>
          <p:cNvPr id="17" name="Rechteck: abgerundete Ecken 16">
            <a:extLst>
              <a:ext uri="{FF2B5EF4-FFF2-40B4-BE49-F238E27FC236}">
                <a16:creationId xmlns:a16="http://schemas.microsoft.com/office/drawing/2014/main" id="{9C72D02A-7A22-A482-A840-AE5877A67984}"/>
              </a:ext>
            </a:extLst>
          </p:cNvPr>
          <p:cNvSpPr/>
          <p:nvPr/>
        </p:nvSpPr>
        <p:spPr>
          <a:xfrm>
            <a:off x="6307023"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Identity Provider</a:t>
            </a:r>
          </a:p>
        </p:txBody>
      </p:sp>
      <p:sp>
        <p:nvSpPr>
          <p:cNvPr id="18" name="Rechteck: abgerundete Ecken 17">
            <a:extLst>
              <a:ext uri="{FF2B5EF4-FFF2-40B4-BE49-F238E27FC236}">
                <a16:creationId xmlns:a16="http://schemas.microsoft.com/office/drawing/2014/main" id="{AACD57A1-B6A5-E285-E79E-238C53B68E00}"/>
              </a:ext>
            </a:extLst>
          </p:cNvPr>
          <p:cNvSpPr/>
          <p:nvPr/>
        </p:nvSpPr>
        <p:spPr>
          <a:xfrm>
            <a:off x="8144857"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Account Service</a:t>
            </a:r>
          </a:p>
        </p:txBody>
      </p:sp>
      <p:sp>
        <p:nvSpPr>
          <p:cNvPr id="19" name="Rechteck: abgerundete Ecken 18">
            <a:extLst>
              <a:ext uri="{FF2B5EF4-FFF2-40B4-BE49-F238E27FC236}">
                <a16:creationId xmlns:a16="http://schemas.microsoft.com/office/drawing/2014/main" id="{8A8A4B02-0B68-7A5A-B012-E91602CA2FD2}"/>
              </a:ext>
            </a:extLst>
          </p:cNvPr>
          <p:cNvSpPr/>
          <p:nvPr/>
        </p:nvSpPr>
        <p:spPr>
          <a:xfrm>
            <a:off x="8144857"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Account Service</a:t>
            </a:r>
          </a:p>
        </p:txBody>
      </p:sp>
      <p:sp>
        <p:nvSpPr>
          <p:cNvPr id="20" name="Rechteck: abgerundete Ecken 19">
            <a:extLst>
              <a:ext uri="{FF2B5EF4-FFF2-40B4-BE49-F238E27FC236}">
                <a16:creationId xmlns:a16="http://schemas.microsoft.com/office/drawing/2014/main" id="{7B0E6895-B986-7F3C-141D-A24E9A7E789F}"/>
              </a:ext>
            </a:extLst>
          </p:cNvPr>
          <p:cNvSpPr/>
          <p:nvPr/>
        </p:nvSpPr>
        <p:spPr>
          <a:xfrm>
            <a:off x="1011396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JTL Cloud API</a:t>
            </a:r>
          </a:p>
        </p:txBody>
      </p:sp>
      <p:sp>
        <p:nvSpPr>
          <p:cNvPr id="21" name="Rechteck: abgerundete Ecken 20">
            <a:extLst>
              <a:ext uri="{FF2B5EF4-FFF2-40B4-BE49-F238E27FC236}">
                <a16:creationId xmlns:a16="http://schemas.microsoft.com/office/drawing/2014/main" id="{41C71E24-3BCE-6351-9A03-DD14727C72E0}"/>
              </a:ext>
            </a:extLst>
          </p:cNvPr>
          <p:cNvSpPr/>
          <p:nvPr/>
        </p:nvSpPr>
        <p:spPr>
          <a:xfrm>
            <a:off x="1011396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Cloud API</a:t>
            </a:r>
          </a:p>
        </p:txBody>
      </p:sp>
      <p:cxnSp>
        <p:nvCxnSpPr>
          <p:cNvPr id="22" name="Gerade Verbindung mit Pfeil 21">
            <a:extLst>
              <a:ext uri="{FF2B5EF4-FFF2-40B4-BE49-F238E27FC236}">
                <a16:creationId xmlns:a16="http://schemas.microsoft.com/office/drawing/2014/main" id="{59837925-BE27-FD7C-BDC8-D952F9185979}"/>
              </a:ext>
            </a:extLst>
          </p:cNvPr>
          <p:cNvCxnSpPr/>
          <p:nvPr/>
        </p:nvCxnSpPr>
        <p:spPr>
          <a:xfrm>
            <a:off x="1252978"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3" name="Gerade Verbindung mit Pfeil 22">
            <a:extLst>
              <a:ext uri="{FF2B5EF4-FFF2-40B4-BE49-F238E27FC236}">
                <a16:creationId xmlns:a16="http://schemas.microsoft.com/office/drawing/2014/main" id="{684BAB99-21F6-12E8-CAAB-EE58CEAC01FC}"/>
              </a:ext>
            </a:extLst>
          </p:cNvPr>
          <p:cNvCxnSpPr/>
          <p:nvPr/>
        </p:nvCxnSpPr>
        <p:spPr>
          <a:xfrm>
            <a:off x="322208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9E4A54DE-9206-74B7-16BD-617D629D462B}"/>
              </a:ext>
            </a:extLst>
          </p:cNvPr>
          <p:cNvCxnSpPr/>
          <p:nvPr/>
        </p:nvCxnSpPr>
        <p:spPr>
          <a:xfrm>
            <a:off x="5191195"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5" name="Gerade Verbindung mit Pfeil 24">
            <a:extLst>
              <a:ext uri="{FF2B5EF4-FFF2-40B4-BE49-F238E27FC236}">
                <a16:creationId xmlns:a16="http://schemas.microsoft.com/office/drawing/2014/main" id="{A31380BD-389F-D3F0-682F-0BA2B54CB668}"/>
              </a:ext>
            </a:extLst>
          </p:cNvPr>
          <p:cNvCxnSpPr/>
          <p:nvPr/>
        </p:nvCxnSpPr>
        <p:spPr>
          <a:xfrm>
            <a:off x="7160303"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6" name="Gerade Verbindung mit Pfeil 25">
            <a:extLst>
              <a:ext uri="{FF2B5EF4-FFF2-40B4-BE49-F238E27FC236}">
                <a16:creationId xmlns:a16="http://schemas.microsoft.com/office/drawing/2014/main" id="{2959A097-B452-A65E-6840-73FF4B184884}"/>
              </a:ext>
            </a:extLst>
          </p:cNvPr>
          <p:cNvCxnSpPr/>
          <p:nvPr/>
        </p:nvCxnSpPr>
        <p:spPr>
          <a:xfrm>
            <a:off x="899813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7" name="Gerade Verbindung mit Pfeil 26">
            <a:extLst>
              <a:ext uri="{FF2B5EF4-FFF2-40B4-BE49-F238E27FC236}">
                <a16:creationId xmlns:a16="http://schemas.microsoft.com/office/drawing/2014/main" id="{08D185CC-5587-6282-05DF-B3D920F2BFC1}"/>
              </a:ext>
            </a:extLst>
          </p:cNvPr>
          <p:cNvCxnSpPr/>
          <p:nvPr/>
        </p:nvCxnSpPr>
        <p:spPr>
          <a:xfrm>
            <a:off x="10967246"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9" name="Textfeld 28">
            <a:extLst>
              <a:ext uri="{FF2B5EF4-FFF2-40B4-BE49-F238E27FC236}">
                <a16:creationId xmlns:a16="http://schemas.microsoft.com/office/drawing/2014/main" id="{D6701993-91E3-479C-4BD9-C08533541883}"/>
              </a:ext>
            </a:extLst>
          </p:cNvPr>
          <p:cNvSpPr txBox="1"/>
          <p:nvPr/>
        </p:nvSpPr>
        <p:spPr>
          <a:xfrm>
            <a:off x="4843318" y="2984404"/>
            <a:ext cx="5697287" cy="158666"/>
          </a:xfrm>
          <a:prstGeom prst="rect">
            <a:avLst/>
          </a:prstGeom>
          <a:noFill/>
          <a:ln>
            <a:noFill/>
          </a:ln>
        </p:spPr>
        <p:txBody>
          <a:bodyPr vertOverflow="overflow" vert="horz" wrap="square" rtlCol="0" anchor="ctr" anchorCtr="0">
            <a:noAutofit/>
          </a:bodyPr>
          <a:lstStyle/>
          <a:p>
            <a:pPr algn="ctr"/>
            <a:r>
              <a:rPr lang="de-DE" sz="1000" b="1" dirty="0">
                <a:solidFill>
                  <a:srgbClr val="1F1F1F"/>
                </a:solidFill>
              </a:rPr>
              <a:t>[Backend </a:t>
            </a:r>
            <a:r>
              <a:rPr lang="de-DE" sz="1000" b="1" dirty="0" err="1">
                <a:solidFill>
                  <a:srgbClr val="1F1F1F"/>
                </a:solidFill>
              </a:rPr>
              <a:t>authentication</a:t>
            </a:r>
            <a:r>
              <a:rPr lang="de-DE" sz="1000" b="1" dirty="0">
                <a:solidFill>
                  <a:srgbClr val="1F1F1F"/>
                </a:solidFill>
              </a:rPr>
              <a:t>]</a:t>
            </a:r>
          </a:p>
        </p:txBody>
      </p:sp>
      <p:sp>
        <p:nvSpPr>
          <p:cNvPr id="31" name="Textfeld 30">
            <a:extLst>
              <a:ext uri="{FF2B5EF4-FFF2-40B4-BE49-F238E27FC236}">
                <a16:creationId xmlns:a16="http://schemas.microsoft.com/office/drawing/2014/main" id="{71730C2F-EEC2-FAD8-1797-4B806A4ED927}"/>
              </a:ext>
            </a:extLst>
          </p:cNvPr>
          <p:cNvSpPr txBox="1"/>
          <p:nvPr/>
        </p:nvSpPr>
        <p:spPr>
          <a:xfrm>
            <a:off x="5007411" y="3944714"/>
            <a:ext cx="5697287" cy="158666"/>
          </a:xfrm>
          <a:prstGeom prst="rect">
            <a:avLst/>
          </a:prstGeom>
          <a:noFill/>
          <a:ln>
            <a:noFill/>
          </a:ln>
        </p:spPr>
        <p:txBody>
          <a:bodyPr vertOverflow="overflow" vert="horz" wrap="square" rtlCol="0" anchor="ctr" anchorCtr="0">
            <a:noAutofit/>
          </a:bodyPr>
          <a:lstStyle/>
          <a:p>
            <a:pPr algn="ctr"/>
            <a:r>
              <a:rPr lang="de-DE" sz="1000" b="1" dirty="0">
                <a:solidFill>
                  <a:srgbClr val="1F1F1F"/>
                </a:solidFill>
              </a:rPr>
              <a:t>[Session </a:t>
            </a:r>
            <a:r>
              <a:rPr lang="de-DE" sz="1000" b="1" dirty="0" err="1">
                <a:solidFill>
                  <a:srgbClr val="1F1F1F"/>
                </a:solidFill>
              </a:rPr>
              <a:t>validation</a:t>
            </a:r>
            <a:r>
              <a:rPr lang="de-DE" sz="1000" b="1" dirty="0">
                <a:solidFill>
                  <a:srgbClr val="1F1F1F"/>
                </a:solidFill>
              </a:rPr>
              <a:t>]</a:t>
            </a:r>
          </a:p>
        </p:txBody>
      </p:sp>
      <p:cxnSp>
        <p:nvCxnSpPr>
          <p:cNvPr id="32" name="Gerade Verbindung mit Pfeil 31">
            <a:extLst>
              <a:ext uri="{FF2B5EF4-FFF2-40B4-BE49-F238E27FC236}">
                <a16:creationId xmlns:a16="http://schemas.microsoft.com/office/drawing/2014/main" id="{CB369EA1-6A28-FE48-1F77-CD2FEA23EA5E}"/>
              </a:ext>
            </a:extLst>
          </p:cNvPr>
          <p:cNvCxnSpPr>
            <a:cxnSpLocks/>
          </p:cNvCxnSpPr>
          <p:nvPr/>
        </p:nvCxnSpPr>
        <p:spPr>
          <a:xfrm>
            <a:off x="1252978" y="2005833"/>
            <a:ext cx="1982235" cy="0"/>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3" name="Textfeld 32">
            <a:extLst>
              <a:ext uri="{FF2B5EF4-FFF2-40B4-BE49-F238E27FC236}">
                <a16:creationId xmlns:a16="http://schemas.microsoft.com/office/drawing/2014/main" id="{C37A98E8-1275-6A6B-D628-29EDCDCE51EB}"/>
              </a:ext>
            </a:extLst>
          </p:cNvPr>
          <p:cNvSpPr txBox="1"/>
          <p:nvPr/>
        </p:nvSpPr>
        <p:spPr>
          <a:xfrm>
            <a:off x="1010121" y="1786528"/>
            <a:ext cx="2572968"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Request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34" name="Gerade Verbindung mit Pfeil 33">
            <a:extLst>
              <a:ext uri="{FF2B5EF4-FFF2-40B4-BE49-F238E27FC236}">
                <a16:creationId xmlns:a16="http://schemas.microsoft.com/office/drawing/2014/main" id="{C16E7234-E3B3-4495-7068-927B98071486}"/>
              </a:ext>
            </a:extLst>
          </p:cNvPr>
          <p:cNvCxnSpPr/>
          <p:nvPr/>
        </p:nvCxnSpPr>
        <p:spPr>
          <a:xfrm>
            <a:off x="1252978" y="2308465"/>
            <a:ext cx="1969108"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35" name="Textfeld 34">
            <a:extLst>
              <a:ext uri="{FF2B5EF4-FFF2-40B4-BE49-F238E27FC236}">
                <a16:creationId xmlns:a16="http://schemas.microsoft.com/office/drawing/2014/main" id="{E62577D0-F859-3466-A237-F8E732279EDC}"/>
              </a:ext>
            </a:extLst>
          </p:cNvPr>
          <p:cNvSpPr txBox="1"/>
          <p:nvPr/>
        </p:nvSpPr>
        <p:spPr>
          <a:xfrm>
            <a:off x="1357997" y="2090299"/>
            <a:ext cx="1877216"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36" name="Gerade Verbindung mit Pfeil 35">
            <a:extLst>
              <a:ext uri="{FF2B5EF4-FFF2-40B4-BE49-F238E27FC236}">
                <a16:creationId xmlns:a16="http://schemas.microsoft.com/office/drawing/2014/main" id="{F1C5DF78-4101-2F0D-FB0F-95F91D36DEF4}"/>
              </a:ext>
            </a:extLst>
          </p:cNvPr>
          <p:cNvCxnSpPr/>
          <p:nvPr/>
        </p:nvCxnSpPr>
        <p:spPr>
          <a:xfrm>
            <a:off x="1252978" y="2787682"/>
            <a:ext cx="3938217" cy="991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7" name="Textfeld 36">
            <a:extLst>
              <a:ext uri="{FF2B5EF4-FFF2-40B4-BE49-F238E27FC236}">
                <a16:creationId xmlns:a16="http://schemas.microsoft.com/office/drawing/2014/main" id="{F85D86B4-80DD-437D-8CB4-9543B97AA9A6}"/>
              </a:ext>
            </a:extLst>
          </p:cNvPr>
          <p:cNvSpPr txBox="1"/>
          <p:nvPr/>
        </p:nvSpPr>
        <p:spPr>
          <a:xfrm>
            <a:off x="1568036" y="2486965"/>
            <a:ext cx="306746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Pair tenant (with session token)</a:t>
            </a:r>
            <a:endParaRPr lang="de-DE" sz="1000" dirty="0">
              <a:solidFill>
                <a:srgbClr val="1F1F1F"/>
              </a:solidFill>
            </a:endParaRPr>
          </a:p>
        </p:txBody>
      </p:sp>
      <p:cxnSp>
        <p:nvCxnSpPr>
          <p:cNvPr id="38" name="Gerade Verbindung mit Pfeil 37">
            <a:extLst>
              <a:ext uri="{FF2B5EF4-FFF2-40B4-BE49-F238E27FC236}">
                <a16:creationId xmlns:a16="http://schemas.microsoft.com/office/drawing/2014/main" id="{8DDEA984-99C7-9F5E-7675-F0A7780EB33F}"/>
              </a:ext>
            </a:extLst>
          </p:cNvPr>
          <p:cNvCxnSpPr/>
          <p:nvPr/>
        </p:nvCxnSpPr>
        <p:spPr>
          <a:xfrm>
            <a:off x="5191195" y="3419131"/>
            <a:ext cx="1969108"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9" name="Textfeld 38">
            <a:extLst>
              <a:ext uri="{FF2B5EF4-FFF2-40B4-BE49-F238E27FC236}">
                <a16:creationId xmlns:a16="http://schemas.microsoft.com/office/drawing/2014/main" id="{FEA08B70-619C-77C1-D9CC-8A2ADA5B9EFB}"/>
              </a:ext>
            </a:extLst>
          </p:cNvPr>
          <p:cNvSpPr txBox="1"/>
          <p:nvPr/>
        </p:nvSpPr>
        <p:spPr>
          <a:xfrm>
            <a:off x="5506252" y="3200964"/>
            <a:ext cx="4880213"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Request access token (client credentials)</a:t>
            </a:r>
            <a:endParaRPr lang="de-DE" sz="1000" dirty="0">
              <a:solidFill>
                <a:srgbClr val="1F1F1F"/>
              </a:solidFill>
            </a:endParaRPr>
          </a:p>
        </p:txBody>
      </p:sp>
      <p:cxnSp>
        <p:nvCxnSpPr>
          <p:cNvPr id="40" name="Gerade Verbindung mit Pfeil 39">
            <a:extLst>
              <a:ext uri="{FF2B5EF4-FFF2-40B4-BE49-F238E27FC236}">
                <a16:creationId xmlns:a16="http://schemas.microsoft.com/office/drawing/2014/main" id="{FD145CF1-4A68-ABD2-2842-A6D1798949E3}"/>
              </a:ext>
            </a:extLst>
          </p:cNvPr>
          <p:cNvCxnSpPr/>
          <p:nvPr/>
        </p:nvCxnSpPr>
        <p:spPr>
          <a:xfrm>
            <a:off x="5191195" y="3647214"/>
            <a:ext cx="1969108"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1" name="Textfeld 40">
            <a:extLst>
              <a:ext uri="{FF2B5EF4-FFF2-40B4-BE49-F238E27FC236}">
                <a16:creationId xmlns:a16="http://schemas.microsoft.com/office/drawing/2014/main" id="{69B0DA86-59A5-EEEC-FE32-A8F239437799}"/>
              </a:ext>
            </a:extLst>
          </p:cNvPr>
          <p:cNvSpPr txBox="1"/>
          <p:nvPr/>
        </p:nvSpPr>
        <p:spPr>
          <a:xfrm>
            <a:off x="5296214" y="3429047"/>
            <a:ext cx="1850960"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access</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42" name="Gerade Verbindung mit Pfeil 41">
            <a:extLst>
              <a:ext uri="{FF2B5EF4-FFF2-40B4-BE49-F238E27FC236}">
                <a16:creationId xmlns:a16="http://schemas.microsoft.com/office/drawing/2014/main" id="{3210274A-2089-58BE-15C9-BB0B800DB26B}"/>
              </a:ext>
            </a:extLst>
          </p:cNvPr>
          <p:cNvCxnSpPr/>
          <p:nvPr/>
        </p:nvCxnSpPr>
        <p:spPr>
          <a:xfrm>
            <a:off x="5191195" y="4291796"/>
            <a:ext cx="3806943"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3" name="Textfeld 42">
            <a:extLst>
              <a:ext uri="{FF2B5EF4-FFF2-40B4-BE49-F238E27FC236}">
                <a16:creationId xmlns:a16="http://schemas.microsoft.com/office/drawing/2014/main" id="{4314BDB6-A816-211D-A24F-FC1174BD4CAF}"/>
              </a:ext>
            </a:extLst>
          </p:cNvPr>
          <p:cNvSpPr txBox="1"/>
          <p:nvPr/>
        </p:nvSpPr>
        <p:spPr>
          <a:xfrm>
            <a:off x="5506252" y="4073630"/>
            <a:ext cx="5198446" cy="198333"/>
          </a:xfrm>
          <a:prstGeom prst="rect">
            <a:avLst/>
          </a:prstGeom>
          <a:noFill/>
          <a:ln>
            <a:noFill/>
          </a:ln>
        </p:spPr>
        <p:txBody>
          <a:bodyPr vertOverflow="overflow" vert="horz" wrap="square" rtlCol="0" anchor="ctr" anchorCtr="0">
            <a:noAutofit/>
          </a:bodyPr>
          <a:lstStyle/>
          <a:p>
            <a:pPr algn="ctr"/>
            <a:r>
              <a:rPr lang="de-DE" sz="1000" dirty="0" err="1">
                <a:solidFill>
                  <a:srgbClr val="1F1F1F"/>
                </a:solidFill>
              </a:rPr>
              <a:t>Validate</a:t>
            </a:r>
            <a:r>
              <a:rPr lang="de-DE" sz="1000" dirty="0">
                <a:solidFill>
                  <a:srgbClr val="1F1F1F"/>
                </a:solidFill>
              </a:rPr>
              <a:t> </a:t>
            </a:r>
            <a:r>
              <a:rPr lang="de-DE" sz="1000" dirty="0" err="1">
                <a:solidFill>
                  <a:srgbClr val="1F1F1F"/>
                </a:solidFill>
              </a:rPr>
              <a:t>session</a:t>
            </a:r>
            <a:r>
              <a:rPr lang="de-DE" sz="1000" dirty="0">
                <a:solidFill>
                  <a:srgbClr val="1F1F1F"/>
                </a:solidFill>
              </a:rPr>
              <a:t> </a:t>
            </a:r>
            <a:r>
              <a:rPr lang="de-DE" sz="1000" dirty="0" err="1">
                <a:solidFill>
                  <a:srgbClr val="1F1F1F"/>
                </a:solidFill>
              </a:rPr>
              <a:t>token</a:t>
            </a:r>
            <a:r>
              <a:rPr lang="de-DE" sz="1000" dirty="0">
                <a:solidFill>
                  <a:srgbClr val="1F1F1F"/>
                </a:solidFill>
              </a:rPr>
              <a:t> (JWKS)</a:t>
            </a:r>
          </a:p>
        </p:txBody>
      </p:sp>
      <p:cxnSp>
        <p:nvCxnSpPr>
          <p:cNvPr id="44" name="Gerade Verbindung mit Pfeil 43">
            <a:extLst>
              <a:ext uri="{FF2B5EF4-FFF2-40B4-BE49-F238E27FC236}">
                <a16:creationId xmlns:a16="http://schemas.microsoft.com/office/drawing/2014/main" id="{7AFF4B49-BDA2-1113-B89E-C5464BEB139A}"/>
              </a:ext>
            </a:extLst>
          </p:cNvPr>
          <p:cNvCxnSpPr/>
          <p:nvPr/>
        </p:nvCxnSpPr>
        <p:spPr>
          <a:xfrm>
            <a:off x="5191195" y="4638879"/>
            <a:ext cx="3806943"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5" name="Textfeld 44">
            <a:extLst>
              <a:ext uri="{FF2B5EF4-FFF2-40B4-BE49-F238E27FC236}">
                <a16:creationId xmlns:a16="http://schemas.microsoft.com/office/drawing/2014/main" id="{8689C2EF-35CE-4BD3-466D-2834C59FFFB9}"/>
              </a:ext>
            </a:extLst>
          </p:cNvPr>
          <p:cNvSpPr txBox="1"/>
          <p:nvPr/>
        </p:nvSpPr>
        <p:spPr>
          <a:xfrm>
            <a:off x="5296214" y="4420713"/>
            <a:ext cx="5539758" cy="198333"/>
          </a:xfrm>
          <a:prstGeom prst="rect">
            <a:avLst/>
          </a:prstGeom>
          <a:noFill/>
          <a:ln>
            <a:noFill/>
          </a:ln>
        </p:spPr>
        <p:txBody>
          <a:bodyPr vertOverflow="overflow" vert="horz" wrap="square" rtlCol="0" anchor="ctr" anchorCtr="0">
            <a:noAutofit/>
          </a:bodyPr>
          <a:lstStyle/>
          <a:p>
            <a:pPr algn="ctr"/>
            <a:r>
              <a:rPr lang="de-DE" sz="1000">
                <a:solidFill>
                  <a:srgbClr val="1F1F1F"/>
                </a:solidFill>
              </a:rPr>
              <a:t>Session valid (tenant info)</a:t>
            </a:r>
          </a:p>
        </p:txBody>
      </p:sp>
      <p:cxnSp>
        <p:nvCxnSpPr>
          <p:cNvPr id="46" name="Gerade Verbindung mit Pfeil 45">
            <a:extLst>
              <a:ext uri="{FF2B5EF4-FFF2-40B4-BE49-F238E27FC236}">
                <a16:creationId xmlns:a16="http://schemas.microsoft.com/office/drawing/2014/main" id="{044E5669-F1B7-EDA2-763E-DDC04E99473F}"/>
              </a:ext>
            </a:extLst>
          </p:cNvPr>
          <p:cNvCxnSpPr>
            <a:cxnSpLocks/>
          </p:cNvCxnSpPr>
          <p:nvPr/>
        </p:nvCxnSpPr>
        <p:spPr>
          <a:xfrm>
            <a:off x="5191195" y="5035546"/>
            <a:ext cx="1982235" cy="0"/>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7" name="Textfeld 46">
            <a:extLst>
              <a:ext uri="{FF2B5EF4-FFF2-40B4-BE49-F238E27FC236}">
                <a16:creationId xmlns:a16="http://schemas.microsoft.com/office/drawing/2014/main" id="{045E0823-A76D-9FB1-501C-09F492C8404E}"/>
              </a:ext>
            </a:extLst>
          </p:cNvPr>
          <p:cNvSpPr txBox="1"/>
          <p:nvPr/>
        </p:nvSpPr>
        <p:spPr>
          <a:xfrm>
            <a:off x="4889265" y="4807461"/>
            <a:ext cx="267379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Store Tenant Mapping</a:t>
            </a:r>
            <a:endParaRPr lang="de-DE" sz="1000" dirty="0">
              <a:solidFill>
                <a:srgbClr val="1F1F1F"/>
              </a:solidFill>
            </a:endParaRPr>
          </a:p>
        </p:txBody>
      </p:sp>
      <p:cxnSp>
        <p:nvCxnSpPr>
          <p:cNvPr id="48" name="Gerade Verbindung mit Pfeil 47">
            <a:extLst>
              <a:ext uri="{FF2B5EF4-FFF2-40B4-BE49-F238E27FC236}">
                <a16:creationId xmlns:a16="http://schemas.microsoft.com/office/drawing/2014/main" id="{DB5B2B33-A24F-0B97-B98A-A52B23EBD6D8}"/>
              </a:ext>
            </a:extLst>
          </p:cNvPr>
          <p:cNvCxnSpPr>
            <a:cxnSpLocks/>
          </p:cNvCxnSpPr>
          <p:nvPr/>
        </p:nvCxnSpPr>
        <p:spPr>
          <a:xfrm>
            <a:off x="5191195" y="5283462"/>
            <a:ext cx="1982235" cy="3403"/>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cxnSp>
        <p:nvCxnSpPr>
          <p:cNvPr id="50" name="Gerade Verbindung mit Pfeil 49">
            <a:extLst>
              <a:ext uri="{FF2B5EF4-FFF2-40B4-BE49-F238E27FC236}">
                <a16:creationId xmlns:a16="http://schemas.microsoft.com/office/drawing/2014/main" id="{8C4D0E15-CD7D-4F7A-A5C2-BA48746B2AC1}"/>
              </a:ext>
            </a:extLst>
          </p:cNvPr>
          <p:cNvCxnSpPr/>
          <p:nvPr/>
        </p:nvCxnSpPr>
        <p:spPr>
          <a:xfrm>
            <a:off x="1252978" y="5474228"/>
            <a:ext cx="3938217"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52" name="Ellipse 51">
            <a:extLst>
              <a:ext uri="{FF2B5EF4-FFF2-40B4-BE49-F238E27FC236}">
                <a16:creationId xmlns:a16="http://schemas.microsoft.com/office/drawing/2014/main" id="{17848189-87DC-8B62-9783-689114E89D8C}"/>
              </a:ext>
            </a:extLst>
          </p:cNvPr>
          <p:cNvSpPr/>
          <p:nvPr/>
        </p:nvSpPr>
        <p:spPr>
          <a:xfrm>
            <a:off x="1108577" y="1852298"/>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a:t>
            </a:r>
          </a:p>
        </p:txBody>
      </p:sp>
      <p:sp>
        <p:nvSpPr>
          <p:cNvPr id="53" name="Ellipse 52">
            <a:extLst>
              <a:ext uri="{FF2B5EF4-FFF2-40B4-BE49-F238E27FC236}">
                <a16:creationId xmlns:a16="http://schemas.microsoft.com/office/drawing/2014/main" id="{04610EF8-0A9F-EC5C-7A28-CC57179E38AD}"/>
              </a:ext>
            </a:extLst>
          </p:cNvPr>
          <p:cNvSpPr/>
          <p:nvPr/>
        </p:nvSpPr>
        <p:spPr>
          <a:xfrm>
            <a:off x="3103938" y="2199382"/>
            <a:ext cx="249422" cy="218166"/>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2</a:t>
            </a:r>
          </a:p>
        </p:txBody>
      </p:sp>
      <p:sp>
        <p:nvSpPr>
          <p:cNvPr id="54" name="Ellipse 53">
            <a:extLst>
              <a:ext uri="{FF2B5EF4-FFF2-40B4-BE49-F238E27FC236}">
                <a16:creationId xmlns:a16="http://schemas.microsoft.com/office/drawing/2014/main" id="{928D3BF5-DBEE-6C7B-9110-1B2847B47277}"/>
              </a:ext>
            </a:extLst>
          </p:cNvPr>
          <p:cNvSpPr/>
          <p:nvPr/>
        </p:nvSpPr>
        <p:spPr>
          <a:xfrm>
            <a:off x="1108577" y="267859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3</a:t>
            </a:r>
          </a:p>
        </p:txBody>
      </p:sp>
      <p:sp>
        <p:nvSpPr>
          <p:cNvPr id="55" name="Ellipse 54">
            <a:extLst>
              <a:ext uri="{FF2B5EF4-FFF2-40B4-BE49-F238E27FC236}">
                <a16:creationId xmlns:a16="http://schemas.microsoft.com/office/drawing/2014/main" id="{35B92867-4A0B-10CD-05B8-65DDCC99FD8E}"/>
              </a:ext>
            </a:extLst>
          </p:cNvPr>
          <p:cNvSpPr/>
          <p:nvPr/>
        </p:nvSpPr>
        <p:spPr>
          <a:xfrm>
            <a:off x="5046794" y="331004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4</a:t>
            </a:r>
          </a:p>
        </p:txBody>
      </p:sp>
      <p:sp>
        <p:nvSpPr>
          <p:cNvPr id="56" name="Ellipse 55">
            <a:extLst>
              <a:ext uri="{FF2B5EF4-FFF2-40B4-BE49-F238E27FC236}">
                <a16:creationId xmlns:a16="http://schemas.microsoft.com/office/drawing/2014/main" id="{5764D308-7DF1-AB76-58EB-17B59856BE68}"/>
              </a:ext>
            </a:extLst>
          </p:cNvPr>
          <p:cNvSpPr/>
          <p:nvPr/>
        </p:nvSpPr>
        <p:spPr>
          <a:xfrm>
            <a:off x="7015902" y="3538130"/>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5</a:t>
            </a:r>
          </a:p>
        </p:txBody>
      </p:sp>
      <p:sp>
        <p:nvSpPr>
          <p:cNvPr id="57" name="Ellipse 56">
            <a:extLst>
              <a:ext uri="{FF2B5EF4-FFF2-40B4-BE49-F238E27FC236}">
                <a16:creationId xmlns:a16="http://schemas.microsoft.com/office/drawing/2014/main" id="{F02E2192-36DE-8E94-D74C-B0B40EDC2140}"/>
              </a:ext>
            </a:extLst>
          </p:cNvPr>
          <p:cNvSpPr/>
          <p:nvPr/>
        </p:nvSpPr>
        <p:spPr>
          <a:xfrm>
            <a:off x="5046794" y="4182712"/>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6</a:t>
            </a:r>
          </a:p>
        </p:txBody>
      </p:sp>
      <p:sp>
        <p:nvSpPr>
          <p:cNvPr id="58" name="Ellipse 57">
            <a:extLst>
              <a:ext uri="{FF2B5EF4-FFF2-40B4-BE49-F238E27FC236}">
                <a16:creationId xmlns:a16="http://schemas.microsoft.com/office/drawing/2014/main" id="{83537E81-4AD3-0707-B651-101CE2A16E38}"/>
              </a:ext>
            </a:extLst>
          </p:cNvPr>
          <p:cNvSpPr/>
          <p:nvPr/>
        </p:nvSpPr>
        <p:spPr>
          <a:xfrm>
            <a:off x="8853736" y="4529795"/>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7</a:t>
            </a:r>
          </a:p>
        </p:txBody>
      </p:sp>
      <p:sp>
        <p:nvSpPr>
          <p:cNvPr id="59" name="Ellipse 58">
            <a:extLst>
              <a:ext uri="{FF2B5EF4-FFF2-40B4-BE49-F238E27FC236}">
                <a16:creationId xmlns:a16="http://schemas.microsoft.com/office/drawing/2014/main" id="{23C63FAA-0229-0B22-A9F1-AD7C9AE55D56}"/>
              </a:ext>
            </a:extLst>
          </p:cNvPr>
          <p:cNvSpPr/>
          <p:nvPr/>
        </p:nvSpPr>
        <p:spPr>
          <a:xfrm>
            <a:off x="5046794" y="4926461"/>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8</a:t>
            </a:r>
          </a:p>
        </p:txBody>
      </p:sp>
      <p:sp>
        <p:nvSpPr>
          <p:cNvPr id="60" name="Ellipse 59">
            <a:extLst>
              <a:ext uri="{FF2B5EF4-FFF2-40B4-BE49-F238E27FC236}">
                <a16:creationId xmlns:a16="http://schemas.microsoft.com/office/drawing/2014/main" id="{0CF73AD1-A307-C683-28D2-4DDFA8E8EB53}"/>
              </a:ext>
            </a:extLst>
          </p:cNvPr>
          <p:cNvSpPr/>
          <p:nvPr/>
        </p:nvSpPr>
        <p:spPr>
          <a:xfrm>
            <a:off x="7048871" y="5174726"/>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9</a:t>
            </a:r>
          </a:p>
        </p:txBody>
      </p:sp>
      <p:sp>
        <p:nvSpPr>
          <p:cNvPr id="61" name="Ellipse 60">
            <a:extLst>
              <a:ext uri="{FF2B5EF4-FFF2-40B4-BE49-F238E27FC236}">
                <a16:creationId xmlns:a16="http://schemas.microsoft.com/office/drawing/2014/main" id="{15576DBD-30D4-6522-97BE-45CFACD2D1E1}"/>
              </a:ext>
            </a:extLst>
          </p:cNvPr>
          <p:cNvSpPr/>
          <p:nvPr/>
        </p:nvSpPr>
        <p:spPr>
          <a:xfrm>
            <a:off x="5046794" y="5422294"/>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10</a:t>
            </a:r>
          </a:p>
        </p:txBody>
      </p:sp>
      <p:sp>
        <p:nvSpPr>
          <p:cNvPr id="30" name="Textfeld 46">
            <a:extLst>
              <a:ext uri="{FF2B5EF4-FFF2-40B4-BE49-F238E27FC236}">
                <a16:creationId xmlns:a16="http://schemas.microsoft.com/office/drawing/2014/main" id="{C831CA63-2724-8677-8893-3C03E6AAA4CB}"/>
              </a:ext>
            </a:extLst>
          </p:cNvPr>
          <p:cNvSpPr txBox="1"/>
          <p:nvPr/>
        </p:nvSpPr>
        <p:spPr>
          <a:xfrm>
            <a:off x="1944186" y="5314732"/>
            <a:ext cx="267379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successful</a:t>
            </a:r>
            <a:endParaRPr lang="de-DE" sz="1000" dirty="0">
              <a:solidFill>
                <a:srgbClr val="1F1F1F"/>
              </a:solidFill>
            </a:endParaRPr>
          </a:p>
        </p:txBody>
      </p:sp>
    </p:spTree>
    <p:extLst>
      <p:ext uri="{BB962C8B-B14F-4D97-AF65-F5344CB8AC3E}">
        <p14:creationId xmlns:p14="http://schemas.microsoft.com/office/powerpoint/2010/main" val="2571520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835CC-C2DD-BEE2-C7D1-96DF13B8E07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89164E7-258A-628B-E382-B9B25FC5BE4A}"/>
              </a:ext>
            </a:extLst>
          </p:cNvPr>
          <p:cNvSpPr>
            <a:spLocks noGrp="1"/>
          </p:cNvSpPr>
          <p:nvPr>
            <p:ph type="dt" sz="half" idx="16"/>
          </p:nvPr>
        </p:nvSpPr>
        <p:spPr/>
        <p:txBody>
          <a:bodyPr/>
          <a:lstStyle/>
          <a:p>
            <a:fld id="{5628A19A-13C5-47DC-A989-3535BCD2E071}" type="datetime1">
              <a:rPr lang="de-DE" smtClean="0"/>
              <a:t>28.05.26</a:t>
            </a:fld>
            <a:endParaRPr lang="de-DE"/>
          </a:p>
        </p:txBody>
      </p:sp>
      <p:sp>
        <p:nvSpPr>
          <p:cNvPr id="4" name="Footer Placeholder 3">
            <a:extLst>
              <a:ext uri="{FF2B5EF4-FFF2-40B4-BE49-F238E27FC236}">
                <a16:creationId xmlns:a16="http://schemas.microsoft.com/office/drawing/2014/main" id="{9BC05AFC-2B78-B2EC-B062-31E61D72265E}"/>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9414033A-595E-9596-A869-D95EC2B661FF}"/>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076FE38A-25DF-1044-C0D4-556123DFA669}"/>
              </a:ext>
            </a:extLst>
          </p:cNvPr>
          <p:cNvSpPr>
            <a:spLocks noGrp="1"/>
          </p:cNvSpPr>
          <p:nvPr>
            <p:ph type="body" sz="quarter" idx="14"/>
          </p:nvPr>
        </p:nvSpPr>
        <p:spPr/>
        <p:txBody>
          <a:bodyPr/>
          <a:lstStyle/>
          <a:p>
            <a:r>
              <a:rPr lang="en-US" dirty="0"/>
              <a:t>Tenant Mapping samples</a:t>
            </a:r>
          </a:p>
        </p:txBody>
      </p:sp>
      <p:sp>
        <p:nvSpPr>
          <p:cNvPr id="21" name="PrincipleCard1">
            <a:extLst>
              <a:ext uri="{FF2B5EF4-FFF2-40B4-BE49-F238E27FC236}">
                <a16:creationId xmlns:a16="http://schemas.microsoft.com/office/drawing/2014/main" id="{34AA3955-3F7E-60FC-7532-73BACF3588E6}"/>
              </a:ext>
            </a:extLst>
          </p:cNvPr>
          <p:cNvSpPr/>
          <p:nvPr/>
        </p:nvSpPr>
        <p:spPr>
          <a:xfrm>
            <a:off x="6273800" y="1397000"/>
            <a:ext cx="5308600" cy="4318000"/>
          </a:xfrm>
          <a:prstGeom prst="roundRect">
            <a:avLst>
              <a:gd name="adj" fmla="val 8064"/>
            </a:avLst>
          </a:prstGeom>
          <a:solidFill>
            <a:srgbClr val="FFFFFF"/>
          </a:solidFill>
          <a:ln w="12700" cap="flat">
            <a:solidFill>
              <a:srgbClr val="2721F7"/>
            </a:solidFill>
            <a:prstDash val="solid"/>
            <a:miter/>
          </a:ln>
        </p:spPr>
        <p:txBody>
          <a:bodyPr vertOverflow="clip" horzOverflow="clip" rtlCol="0" anchor="t"/>
          <a:lstStyle/>
          <a:p>
            <a:pPr algn="l"/>
            <a:endParaRPr lang="en-US"/>
          </a:p>
        </p:txBody>
      </p:sp>
      <p:sp>
        <p:nvSpPr>
          <p:cNvPr id="22" name="PrincipleCard1">
            <a:extLst>
              <a:ext uri="{FF2B5EF4-FFF2-40B4-BE49-F238E27FC236}">
                <a16:creationId xmlns:a16="http://schemas.microsoft.com/office/drawing/2014/main" id="{31A1F062-9A25-0FCF-7E44-AFF2489E1184}"/>
              </a:ext>
            </a:extLst>
          </p:cNvPr>
          <p:cNvSpPr/>
          <p:nvPr/>
        </p:nvSpPr>
        <p:spPr>
          <a:xfrm>
            <a:off x="635000" y="1397000"/>
            <a:ext cx="5308600" cy="4318000"/>
          </a:xfrm>
          <a:prstGeom prst="roundRect">
            <a:avLst>
              <a:gd name="adj" fmla="val 8064"/>
            </a:avLst>
          </a:prstGeom>
          <a:solidFill>
            <a:srgbClr val="FFFFFF"/>
          </a:solidFill>
          <a:ln w="12700" cap="flat">
            <a:solidFill>
              <a:srgbClr val="2721F7"/>
            </a:solidFill>
            <a:prstDash val="solid"/>
            <a:miter/>
          </a:ln>
        </p:spPr>
        <p:txBody>
          <a:bodyPr vertOverflow="clip" horzOverflow="clip" rtlCol="0" anchor="t"/>
          <a:lstStyle/>
          <a:p>
            <a:pPr algn="l"/>
            <a:endParaRPr lang="en-US"/>
          </a:p>
        </p:txBody>
      </p:sp>
      <p:sp>
        <p:nvSpPr>
          <p:cNvPr id="23" name="Oval 11">
            <a:extLst>
              <a:ext uri="{FF2B5EF4-FFF2-40B4-BE49-F238E27FC236}">
                <a16:creationId xmlns:a16="http://schemas.microsoft.com/office/drawing/2014/main" id="{ECA5745E-E3DC-FFD1-1FED-8D57DA045D86}"/>
              </a:ext>
            </a:extLst>
          </p:cNvPr>
          <p:cNvSpPr/>
          <p:nvPr/>
        </p:nvSpPr>
        <p:spPr>
          <a:xfrm>
            <a:off x="634999" y="1397000"/>
            <a:ext cx="1014239" cy="1016000"/>
          </a:xfrm>
          <a:prstGeom prst="round2DiagRect">
            <a:avLst>
              <a:gd name="adj1" fmla="val 36364"/>
              <a:gd name="adj2" fmla="val 0"/>
            </a:avLst>
          </a:prstGeom>
          <a:solidFill>
            <a:srgbClr val="2721F7"/>
          </a:solidFill>
          <a:ln w="15990" cap="flat">
            <a:noFill/>
            <a:prstDash val="solid"/>
            <a:miter/>
          </a:ln>
        </p:spPr>
        <p:txBody>
          <a:bodyPr vertOverflow="clip" horzOverflow="clip" wrap="none" rtlCol="0" anchor="ctr" anchorCtr="0">
            <a:noAutofit/>
          </a:bodyPr>
          <a:lstStyle/>
          <a:p>
            <a:pPr algn="ctr"/>
            <a:r>
              <a:rPr lang="en-US" sz="3600" b="1" dirty="0">
                <a:solidFill>
                  <a:srgbClr val="FFFFFF"/>
                </a:solidFill>
                <a:latin typeface="Inter"/>
                <a:ea typeface="Inter"/>
              </a:rPr>
              <a:t>#1</a:t>
            </a:r>
          </a:p>
        </p:txBody>
      </p:sp>
      <p:sp>
        <p:nvSpPr>
          <p:cNvPr id="24" name="TextBox 12">
            <a:extLst>
              <a:ext uri="{FF2B5EF4-FFF2-40B4-BE49-F238E27FC236}">
                <a16:creationId xmlns:a16="http://schemas.microsoft.com/office/drawing/2014/main" id="{000148C7-5CD3-6A8D-BBF7-31F2AF2939CA}"/>
              </a:ext>
            </a:extLst>
          </p:cNvPr>
          <p:cNvSpPr txBox="1"/>
          <p:nvPr/>
        </p:nvSpPr>
        <p:spPr>
          <a:xfrm>
            <a:off x="1854200" y="1777057"/>
            <a:ext cx="3784600" cy="400110"/>
          </a:xfrm>
          <a:prstGeom prst="rect">
            <a:avLst/>
          </a:prstGeom>
          <a:noFill/>
        </p:spPr>
        <p:txBody>
          <a:bodyPr vertOverflow="overflow" vert="horz" wrap="square" rtlCol="0" anchor="ctr" anchorCtr="0">
            <a:spAutoFit/>
          </a:bodyPr>
          <a:lstStyle/>
          <a:p>
            <a:pPr algn="l"/>
            <a:r>
              <a:rPr lang="en-US" sz="2000" b="1" dirty="0">
                <a:solidFill>
                  <a:schemeClr val="accent1"/>
                </a:solidFill>
              </a:rPr>
              <a:t>Mapping database</a:t>
            </a:r>
          </a:p>
        </p:txBody>
      </p:sp>
      <p:sp>
        <p:nvSpPr>
          <p:cNvPr id="26" name="TextBox 16">
            <a:extLst>
              <a:ext uri="{FF2B5EF4-FFF2-40B4-BE49-F238E27FC236}">
                <a16:creationId xmlns:a16="http://schemas.microsoft.com/office/drawing/2014/main" id="{15AE6BBF-0053-F7B2-A5B8-F85B7511C4C5}"/>
              </a:ext>
            </a:extLst>
          </p:cNvPr>
          <p:cNvSpPr txBox="1"/>
          <p:nvPr/>
        </p:nvSpPr>
        <p:spPr>
          <a:xfrm>
            <a:off x="7467600" y="1704945"/>
            <a:ext cx="3784600" cy="400110"/>
          </a:xfrm>
          <a:prstGeom prst="rect">
            <a:avLst/>
          </a:prstGeom>
          <a:noFill/>
        </p:spPr>
        <p:txBody>
          <a:bodyPr vertOverflow="overflow" vert="horz" wrap="square" rtlCol="0" anchor="ctr" anchorCtr="0">
            <a:spAutoFit/>
          </a:bodyPr>
          <a:lstStyle/>
          <a:p>
            <a:pPr algn="l"/>
            <a:r>
              <a:rPr lang="en-US" sz="2000" b="1" dirty="0">
                <a:solidFill>
                  <a:schemeClr val="accent1"/>
                </a:solidFill>
              </a:rPr>
              <a:t>New Property for app tenant</a:t>
            </a:r>
          </a:p>
        </p:txBody>
      </p:sp>
      <p:sp>
        <p:nvSpPr>
          <p:cNvPr id="27" name="TextBox 17">
            <a:extLst>
              <a:ext uri="{FF2B5EF4-FFF2-40B4-BE49-F238E27FC236}">
                <a16:creationId xmlns:a16="http://schemas.microsoft.com/office/drawing/2014/main" id="{F1415C7E-174D-FE30-01B6-AE8779858F9C}"/>
              </a:ext>
            </a:extLst>
          </p:cNvPr>
          <p:cNvSpPr txBox="1"/>
          <p:nvPr/>
        </p:nvSpPr>
        <p:spPr>
          <a:xfrm>
            <a:off x="6273800" y="2717800"/>
            <a:ext cx="5308600" cy="1487651"/>
          </a:xfrm>
          <a:prstGeom prst="rect">
            <a:avLst/>
          </a:prstGeom>
          <a:noFill/>
        </p:spPr>
        <p:txBody>
          <a:bodyPr vertOverflow="overflow" vert="horz" wrap="square" lIns="288000" rIns="288000" rtlCol="0" anchor="t">
            <a:spAutoFit/>
          </a:bodyPr>
          <a:lstStyle/>
          <a:p>
            <a:pPr algn="l">
              <a:lnSpc>
                <a:spcPts val="2200"/>
              </a:lnSpc>
            </a:pPr>
            <a:r>
              <a:rPr lang="en-US" dirty="0"/>
              <a:t>{</a:t>
            </a:r>
          </a:p>
          <a:p>
            <a:pPr algn="l">
              <a:lnSpc>
                <a:spcPts val="2200"/>
              </a:lnSpc>
            </a:pPr>
            <a:r>
              <a:rPr lang="en-US" dirty="0"/>
              <a:t>	“</a:t>
            </a:r>
            <a:r>
              <a:rPr lang="en-US" dirty="0" err="1"/>
              <a:t>tenantId</a:t>
            </a:r>
            <a:r>
              <a:rPr lang="en-US" dirty="0"/>
              <a:t>”: “app-tenant-a”,</a:t>
            </a:r>
          </a:p>
          <a:p>
            <a:pPr>
              <a:lnSpc>
                <a:spcPts val="2200"/>
              </a:lnSpc>
            </a:pPr>
            <a:r>
              <a:rPr lang="en-US" dirty="0"/>
              <a:t>	“</a:t>
            </a:r>
            <a:r>
              <a:rPr lang="en-US" dirty="0" err="1"/>
              <a:t>jtlCloudTenantId</a:t>
            </a:r>
            <a:r>
              <a:rPr lang="en-US" dirty="0"/>
              <a:t>”: “a524fe5f-52ba-40d9-a270-0f91849b7e3a” </a:t>
            </a:r>
          </a:p>
          <a:p>
            <a:pPr algn="l">
              <a:lnSpc>
                <a:spcPts val="2200"/>
              </a:lnSpc>
            </a:pPr>
            <a:r>
              <a:rPr lang="en-US" dirty="0"/>
              <a:t>}</a:t>
            </a:r>
          </a:p>
        </p:txBody>
      </p:sp>
      <p:sp>
        <p:nvSpPr>
          <p:cNvPr id="28" name="Oval 11">
            <a:extLst>
              <a:ext uri="{FF2B5EF4-FFF2-40B4-BE49-F238E27FC236}">
                <a16:creationId xmlns:a16="http://schemas.microsoft.com/office/drawing/2014/main" id="{BEC2F943-48EC-890A-0793-2F0B78156836}"/>
              </a:ext>
            </a:extLst>
          </p:cNvPr>
          <p:cNvSpPr/>
          <p:nvPr/>
        </p:nvSpPr>
        <p:spPr>
          <a:xfrm>
            <a:off x="6273800" y="1397000"/>
            <a:ext cx="1014239" cy="1016000"/>
          </a:xfrm>
          <a:prstGeom prst="round2DiagRect">
            <a:avLst>
              <a:gd name="adj1" fmla="val 36364"/>
              <a:gd name="adj2" fmla="val 0"/>
            </a:avLst>
          </a:prstGeom>
          <a:solidFill>
            <a:srgbClr val="2721F7"/>
          </a:solidFill>
          <a:ln w="15990" cap="flat">
            <a:noFill/>
            <a:prstDash val="solid"/>
            <a:miter/>
          </a:ln>
        </p:spPr>
        <p:txBody>
          <a:bodyPr vertOverflow="clip" horzOverflow="clip" wrap="none" rtlCol="0" anchor="ctr" anchorCtr="0">
            <a:noAutofit/>
          </a:bodyPr>
          <a:lstStyle/>
          <a:p>
            <a:pPr algn="ctr"/>
            <a:r>
              <a:rPr lang="en-US" sz="3600" b="1" dirty="0">
                <a:solidFill>
                  <a:srgbClr val="FFFFFF"/>
                </a:solidFill>
                <a:latin typeface="Inter"/>
                <a:ea typeface="Inter"/>
              </a:rPr>
              <a:t>#2</a:t>
            </a:r>
          </a:p>
        </p:txBody>
      </p:sp>
      <p:graphicFrame>
        <p:nvGraphicFramePr>
          <p:cNvPr id="2" name="Table 1">
            <a:extLst>
              <a:ext uri="{FF2B5EF4-FFF2-40B4-BE49-F238E27FC236}">
                <a16:creationId xmlns:a16="http://schemas.microsoft.com/office/drawing/2014/main" id="{A6468025-EF33-EFF5-3086-DDA743243395}"/>
              </a:ext>
            </a:extLst>
          </p:cNvPr>
          <p:cNvGraphicFramePr>
            <a:graphicFrameLocks noGrp="1"/>
          </p:cNvGraphicFramePr>
          <p:nvPr>
            <p:extLst>
              <p:ext uri="{D42A27DB-BD31-4B8C-83A1-F6EECF244321}">
                <p14:modId xmlns:p14="http://schemas.microsoft.com/office/powerpoint/2010/main" val="2370241222"/>
              </p:ext>
            </p:extLst>
          </p:nvPr>
        </p:nvGraphicFramePr>
        <p:xfrm>
          <a:off x="800100" y="3337561"/>
          <a:ext cx="4838700" cy="1651000"/>
        </p:xfrm>
        <a:graphic>
          <a:graphicData uri="http://schemas.openxmlformats.org/drawingml/2006/table">
            <a:tbl>
              <a:tblPr firstRow="1" bandRow="1">
                <a:tableStyleId>{5C22544A-7EE6-4342-B048-85BDC9FD1C3A}</a:tableStyleId>
              </a:tblPr>
              <a:tblGrid>
                <a:gridCol w="2419350">
                  <a:extLst>
                    <a:ext uri="{9D8B030D-6E8A-4147-A177-3AD203B41FA5}">
                      <a16:colId xmlns:a16="http://schemas.microsoft.com/office/drawing/2014/main" val="1529729832"/>
                    </a:ext>
                  </a:extLst>
                </a:gridCol>
                <a:gridCol w="2419350">
                  <a:extLst>
                    <a:ext uri="{9D8B030D-6E8A-4147-A177-3AD203B41FA5}">
                      <a16:colId xmlns:a16="http://schemas.microsoft.com/office/drawing/2014/main" val="935678086"/>
                    </a:ext>
                  </a:extLst>
                </a:gridCol>
              </a:tblGrid>
              <a:tr h="0">
                <a:tc>
                  <a:txBody>
                    <a:bodyPr/>
                    <a:lstStyle/>
                    <a:p>
                      <a:r>
                        <a:rPr lang="en-US" dirty="0" err="1"/>
                        <a:t>TenantId</a:t>
                      </a:r>
                      <a:endParaRPr lang="en-US" dirty="0"/>
                    </a:p>
                  </a:txBody>
                  <a:tcPr/>
                </a:tc>
                <a:tc>
                  <a:txBody>
                    <a:bodyPr/>
                    <a:lstStyle/>
                    <a:p>
                      <a:r>
                        <a:rPr lang="en-US" dirty="0" err="1"/>
                        <a:t>JTLCloudTenantId</a:t>
                      </a:r>
                      <a:endParaRPr lang="en-US" dirty="0"/>
                    </a:p>
                  </a:txBody>
                  <a:tcPr/>
                </a:tc>
                <a:extLst>
                  <a:ext uri="{0D108BD9-81ED-4DB2-BD59-A6C34878D82A}">
                    <a16:rowId xmlns:a16="http://schemas.microsoft.com/office/drawing/2014/main" val="730837324"/>
                  </a:ext>
                </a:extLst>
              </a:tr>
              <a:tr h="370840">
                <a:tc>
                  <a:txBody>
                    <a:bodyPr/>
                    <a:lstStyle/>
                    <a:p>
                      <a:r>
                        <a:rPr lang="en-US" dirty="0"/>
                        <a:t>app-tenant-a</a:t>
                      </a:r>
                    </a:p>
                  </a:txBody>
                  <a:tcPr/>
                </a:tc>
                <a:tc>
                  <a:txBody>
                    <a:bodyPr/>
                    <a:lstStyle/>
                    <a:p>
                      <a:r>
                        <a:rPr lang="en-US" dirty="0"/>
                        <a:t>a524fe5f-52ba-40d9-a270-0f91849b7e3a</a:t>
                      </a:r>
                    </a:p>
                  </a:txBody>
                  <a:tcPr/>
                </a:tc>
                <a:extLst>
                  <a:ext uri="{0D108BD9-81ED-4DB2-BD59-A6C34878D82A}">
                    <a16:rowId xmlns:a16="http://schemas.microsoft.com/office/drawing/2014/main" val="1448607266"/>
                  </a:ext>
                </a:extLst>
              </a:tr>
              <a:tr h="370840">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330798358"/>
                  </a:ext>
                </a:extLst>
              </a:tr>
            </a:tbl>
          </a:graphicData>
        </a:graphic>
      </p:graphicFrame>
    </p:spTree>
    <p:extLst>
      <p:ext uri="{BB962C8B-B14F-4D97-AF65-F5344CB8AC3E}">
        <p14:creationId xmlns:p14="http://schemas.microsoft.com/office/powerpoint/2010/main" val="847784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379B5-0031-F534-A40F-F9788E0E2D4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4C1009A-660C-2DE5-2904-4DFDC00769E5}"/>
              </a:ext>
            </a:extLst>
          </p:cNvPr>
          <p:cNvSpPr>
            <a:spLocks noGrp="1"/>
          </p:cNvSpPr>
          <p:nvPr>
            <p:ph type="dt" sz="half" idx="16"/>
          </p:nvPr>
        </p:nvSpPr>
        <p:spPr/>
        <p:txBody>
          <a:bodyPr/>
          <a:lstStyle/>
          <a:p>
            <a:fld id="{0DBCE5DA-F5CB-4596-8CFF-BD956F37ABD8}" type="datetime1">
              <a:rPr lang="de-DE" smtClean="0"/>
              <a:t>28.05.26</a:t>
            </a:fld>
            <a:endParaRPr lang="de-DE"/>
          </a:p>
        </p:txBody>
      </p:sp>
      <p:sp>
        <p:nvSpPr>
          <p:cNvPr id="4" name="Footer Placeholder 3">
            <a:extLst>
              <a:ext uri="{FF2B5EF4-FFF2-40B4-BE49-F238E27FC236}">
                <a16:creationId xmlns:a16="http://schemas.microsoft.com/office/drawing/2014/main" id="{448B9284-8CEB-9C62-1B70-AF6E2864C28A}"/>
              </a:ext>
            </a:extLst>
          </p:cNvPr>
          <p:cNvSpPr>
            <a:spLocks noGrp="1"/>
          </p:cNvSpPr>
          <p:nvPr>
            <p:ph type="ftr" sz="quarter" idx="17"/>
          </p:nvPr>
        </p:nvSpPr>
        <p:spPr/>
        <p:txBody>
          <a:bodyPr/>
          <a:lstStyle/>
          <a:p>
            <a:r>
              <a:rPr lang="de-DE"/>
              <a:t>Hackathon 2026</a:t>
            </a:r>
            <a:endParaRPr lang="de-DE" dirty="0"/>
          </a:p>
        </p:txBody>
      </p:sp>
      <p:sp>
        <p:nvSpPr>
          <p:cNvPr id="6" name="Text Placeholder 5">
            <a:extLst>
              <a:ext uri="{FF2B5EF4-FFF2-40B4-BE49-F238E27FC236}">
                <a16:creationId xmlns:a16="http://schemas.microsoft.com/office/drawing/2014/main" id="{6FCAC96E-69A8-430E-3EC8-7652B98A0FF4}"/>
              </a:ext>
            </a:extLst>
          </p:cNvPr>
          <p:cNvSpPr>
            <a:spLocks noGrp="1"/>
          </p:cNvSpPr>
          <p:nvPr>
            <p:ph type="body" sz="quarter" idx="15"/>
          </p:nvPr>
        </p:nvSpPr>
        <p:spPr/>
        <p:txBody>
          <a:bodyPr>
            <a:spAutoFit/>
          </a:bodyPr>
          <a:lstStyle/>
          <a:p>
            <a:r>
              <a:rPr lang="en-US" dirty="0">
                <a:solidFill>
                  <a:schemeClr val="accent1"/>
                </a:solidFill>
              </a:rPr>
              <a:t>CHAPTER 02 </a:t>
            </a:r>
            <a:r>
              <a:rPr lang="en-US" dirty="0"/>
              <a:t>· Architecture &amp; Components</a:t>
            </a:r>
          </a:p>
        </p:txBody>
      </p:sp>
      <p:sp>
        <p:nvSpPr>
          <p:cNvPr id="7" name="Text Placeholder 6">
            <a:extLst>
              <a:ext uri="{FF2B5EF4-FFF2-40B4-BE49-F238E27FC236}">
                <a16:creationId xmlns:a16="http://schemas.microsoft.com/office/drawing/2014/main" id="{4DC27495-0753-EB35-BDE4-731F604F5030}"/>
              </a:ext>
            </a:extLst>
          </p:cNvPr>
          <p:cNvSpPr>
            <a:spLocks noGrp="1"/>
          </p:cNvSpPr>
          <p:nvPr>
            <p:ph type="body" sz="quarter" idx="14"/>
          </p:nvPr>
        </p:nvSpPr>
        <p:spPr/>
        <p:txBody>
          <a:bodyPr/>
          <a:lstStyle/>
          <a:p>
            <a:r>
              <a:rPr lang="en-US" dirty="0"/>
              <a:t>Cloud App Authentication – tenant “pairing”</a:t>
            </a:r>
          </a:p>
        </p:txBody>
      </p:sp>
      <p:pic>
        <p:nvPicPr>
          <p:cNvPr id="8" name="Picture 7">
            <a:extLst>
              <a:ext uri="{FF2B5EF4-FFF2-40B4-BE49-F238E27FC236}">
                <a16:creationId xmlns:a16="http://schemas.microsoft.com/office/drawing/2014/main" id="{2FB9E47F-D824-DDCE-CA83-D77B8F0EB666}"/>
              </a:ext>
            </a:extLst>
          </p:cNvPr>
          <p:cNvPicPr>
            <a:picLocks noChangeAspect="1"/>
          </p:cNvPicPr>
          <p:nvPr/>
        </p:nvPicPr>
        <p:blipFill>
          <a:blip r:embed="rId3"/>
          <a:stretch>
            <a:fillRect/>
          </a:stretch>
        </p:blipFill>
        <p:spPr>
          <a:xfrm>
            <a:off x="12507736" y="2036533"/>
            <a:ext cx="7772400" cy="4221166"/>
          </a:xfrm>
          <a:prstGeom prst="rect">
            <a:avLst/>
          </a:prstGeom>
        </p:spPr>
      </p:pic>
      <p:sp>
        <p:nvSpPr>
          <p:cNvPr id="2" name="Rechteck 1">
            <a:extLst>
              <a:ext uri="{FF2B5EF4-FFF2-40B4-BE49-F238E27FC236}">
                <a16:creationId xmlns:a16="http://schemas.microsoft.com/office/drawing/2014/main" id="{2DF8595D-BC54-95DC-A1B4-0E6D81E3C324}"/>
              </a:ext>
            </a:extLst>
          </p:cNvPr>
          <p:cNvSpPr/>
          <p:nvPr/>
        </p:nvSpPr>
        <p:spPr>
          <a:xfrm>
            <a:off x="4403551" y="3944715"/>
            <a:ext cx="3065245" cy="832202"/>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9" name="Rechteck 8">
            <a:extLst>
              <a:ext uri="{FF2B5EF4-FFF2-40B4-BE49-F238E27FC236}">
                <a16:creationId xmlns:a16="http://schemas.microsoft.com/office/drawing/2014/main" id="{05378E20-B78D-197E-0272-22A2C02C8EBF}"/>
              </a:ext>
            </a:extLst>
          </p:cNvPr>
          <p:cNvSpPr/>
          <p:nvPr/>
        </p:nvSpPr>
        <p:spPr>
          <a:xfrm>
            <a:off x="4403551" y="2953048"/>
            <a:ext cx="6432420" cy="892499"/>
          </a:xfrm>
          <a:prstGeom prst="rect">
            <a:avLst/>
          </a:prstGeom>
          <a:noFill/>
          <a:ln w="12700" cap="flat" cmpd="sng" algn="ctr">
            <a:solidFill>
              <a:schemeClr val="accent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lang="de-DE" sz="1500"/>
          </a:p>
        </p:txBody>
      </p:sp>
      <p:sp>
        <p:nvSpPr>
          <p:cNvPr id="10" name="Rechteck: abgerundete Ecken 9">
            <a:extLst>
              <a:ext uri="{FF2B5EF4-FFF2-40B4-BE49-F238E27FC236}">
                <a16:creationId xmlns:a16="http://schemas.microsoft.com/office/drawing/2014/main" id="{5D8687A9-25C5-33F1-09A5-4617BCBBF1BF}"/>
              </a:ext>
            </a:extLst>
          </p:cNvPr>
          <p:cNvSpPr/>
          <p:nvPr/>
        </p:nvSpPr>
        <p:spPr>
          <a:xfrm>
            <a:off x="399698"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App Frontend</a:t>
            </a:r>
          </a:p>
        </p:txBody>
      </p:sp>
      <p:sp>
        <p:nvSpPr>
          <p:cNvPr id="11" name="Rechteck: abgerundete Ecken 10">
            <a:extLst>
              <a:ext uri="{FF2B5EF4-FFF2-40B4-BE49-F238E27FC236}">
                <a16:creationId xmlns:a16="http://schemas.microsoft.com/office/drawing/2014/main" id="{D5B460BF-27FD-2F3D-06C0-C77CA1E65509}"/>
              </a:ext>
            </a:extLst>
          </p:cNvPr>
          <p:cNvSpPr/>
          <p:nvPr/>
        </p:nvSpPr>
        <p:spPr>
          <a:xfrm>
            <a:off x="399698"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Frontend</a:t>
            </a:r>
          </a:p>
        </p:txBody>
      </p:sp>
      <p:sp>
        <p:nvSpPr>
          <p:cNvPr id="12" name="Rechteck: abgerundete Ecken 11">
            <a:extLst>
              <a:ext uri="{FF2B5EF4-FFF2-40B4-BE49-F238E27FC236}">
                <a16:creationId xmlns:a16="http://schemas.microsoft.com/office/drawing/2014/main" id="{1D77DC68-E5D8-ACD7-2DF2-585ADE1371B9}"/>
              </a:ext>
            </a:extLst>
          </p:cNvPr>
          <p:cNvSpPr/>
          <p:nvPr/>
        </p:nvSpPr>
        <p:spPr>
          <a:xfrm>
            <a:off x="2368806"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App IDP</a:t>
            </a:r>
          </a:p>
        </p:txBody>
      </p:sp>
      <p:sp>
        <p:nvSpPr>
          <p:cNvPr id="13" name="Rechteck: abgerundete Ecken 12">
            <a:extLst>
              <a:ext uri="{FF2B5EF4-FFF2-40B4-BE49-F238E27FC236}">
                <a16:creationId xmlns:a16="http://schemas.microsoft.com/office/drawing/2014/main" id="{9DFDB0A9-EC28-7796-B83B-BE07D08EFB35}"/>
              </a:ext>
            </a:extLst>
          </p:cNvPr>
          <p:cNvSpPr/>
          <p:nvPr/>
        </p:nvSpPr>
        <p:spPr>
          <a:xfrm>
            <a:off x="2368806"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AppBridge</a:t>
            </a:r>
          </a:p>
        </p:txBody>
      </p:sp>
      <p:sp>
        <p:nvSpPr>
          <p:cNvPr id="14" name="Rechteck: abgerundete Ecken 13">
            <a:extLst>
              <a:ext uri="{FF2B5EF4-FFF2-40B4-BE49-F238E27FC236}">
                <a16:creationId xmlns:a16="http://schemas.microsoft.com/office/drawing/2014/main" id="{9DBBD4F8-2AB3-7F2B-E66E-2EA19C58D17C}"/>
              </a:ext>
            </a:extLst>
          </p:cNvPr>
          <p:cNvSpPr/>
          <p:nvPr/>
        </p:nvSpPr>
        <p:spPr>
          <a:xfrm>
            <a:off x="433791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5" name="Rechteck: abgerundete Ecken 14">
            <a:extLst>
              <a:ext uri="{FF2B5EF4-FFF2-40B4-BE49-F238E27FC236}">
                <a16:creationId xmlns:a16="http://schemas.microsoft.com/office/drawing/2014/main" id="{E5CCE0BC-8D55-D59C-E99E-A41077E1D7BE}"/>
              </a:ext>
            </a:extLst>
          </p:cNvPr>
          <p:cNvSpPr/>
          <p:nvPr/>
        </p:nvSpPr>
        <p:spPr>
          <a:xfrm>
            <a:off x="433791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App Backend</a:t>
            </a:r>
          </a:p>
        </p:txBody>
      </p:sp>
      <p:sp>
        <p:nvSpPr>
          <p:cNvPr id="16" name="Rechteck: abgerundete Ecken 15">
            <a:extLst>
              <a:ext uri="{FF2B5EF4-FFF2-40B4-BE49-F238E27FC236}">
                <a16:creationId xmlns:a16="http://schemas.microsoft.com/office/drawing/2014/main" id="{FE9A531B-9E88-254A-CD1D-CEBEE92FABB9}"/>
              </a:ext>
            </a:extLst>
          </p:cNvPr>
          <p:cNvSpPr/>
          <p:nvPr/>
        </p:nvSpPr>
        <p:spPr>
          <a:xfrm>
            <a:off x="6307023"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App Database</a:t>
            </a:r>
          </a:p>
        </p:txBody>
      </p:sp>
      <p:sp>
        <p:nvSpPr>
          <p:cNvPr id="17" name="Rechteck: abgerundete Ecken 16">
            <a:extLst>
              <a:ext uri="{FF2B5EF4-FFF2-40B4-BE49-F238E27FC236}">
                <a16:creationId xmlns:a16="http://schemas.microsoft.com/office/drawing/2014/main" id="{6A929C06-7E30-A52B-529E-9F44C95FD0A2}"/>
              </a:ext>
            </a:extLst>
          </p:cNvPr>
          <p:cNvSpPr/>
          <p:nvPr/>
        </p:nvSpPr>
        <p:spPr>
          <a:xfrm>
            <a:off x="6307023"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Identity Provider</a:t>
            </a:r>
          </a:p>
        </p:txBody>
      </p:sp>
      <p:sp>
        <p:nvSpPr>
          <p:cNvPr id="18" name="Rechteck: abgerundete Ecken 17">
            <a:extLst>
              <a:ext uri="{FF2B5EF4-FFF2-40B4-BE49-F238E27FC236}">
                <a16:creationId xmlns:a16="http://schemas.microsoft.com/office/drawing/2014/main" id="{F78411FF-6ED7-65B0-DA6C-BA3D21F58FA0}"/>
              </a:ext>
            </a:extLst>
          </p:cNvPr>
          <p:cNvSpPr/>
          <p:nvPr/>
        </p:nvSpPr>
        <p:spPr>
          <a:xfrm>
            <a:off x="8144857"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JTL IDP</a:t>
            </a:r>
          </a:p>
        </p:txBody>
      </p:sp>
      <p:sp>
        <p:nvSpPr>
          <p:cNvPr id="19" name="Rechteck: abgerundete Ecken 18">
            <a:extLst>
              <a:ext uri="{FF2B5EF4-FFF2-40B4-BE49-F238E27FC236}">
                <a16:creationId xmlns:a16="http://schemas.microsoft.com/office/drawing/2014/main" id="{87DD4D8E-EF84-761E-5874-5A5E2844A9F4}"/>
              </a:ext>
            </a:extLst>
          </p:cNvPr>
          <p:cNvSpPr/>
          <p:nvPr/>
        </p:nvSpPr>
        <p:spPr>
          <a:xfrm>
            <a:off x="8144857"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Account Service</a:t>
            </a:r>
          </a:p>
        </p:txBody>
      </p:sp>
      <p:sp>
        <p:nvSpPr>
          <p:cNvPr id="20" name="Rechteck: abgerundete Ecken 19">
            <a:extLst>
              <a:ext uri="{FF2B5EF4-FFF2-40B4-BE49-F238E27FC236}">
                <a16:creationId xmlns:a16="http://schemas.microsoft.com/office/drawing/2014/main" id="{30FC6457-A74F-44F2-3E2F-103A064CDB91}"/>
              </a:ext>
            </a:extLst>
          </p:cNvPr>
          <p:cNvSpPr/>
          <p:nvPr/>
        </p:nvSpPr>
        <p:spPr>
          <a:xfrm>
            <a:off x="10113965" y="1257300"/>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dirty="0">
                <a:solidFill>
                  <a:schemeClr val="bg2"/>
                </a:solidFill>
              </a:rPr>
              <a:t>JTL Cloud API</a:t>
            </a:r>
          </a:p>
        </p:txBody>
      </p:sp>
      <p:sp>
        <p:nvSpPr>
          <p:cNvPr id="21" name="Rechteck: abgerundete Ecken 20">
            <a:extLst>
              <a:ext uri="{FF2B5EF4-FFF2-40B4-BE49-F238E27FC236}">
                <a16:creationId xmlns:a16="http://schemas.microsoft.com/office/drawing/2014/main" id="{F51727E0-1CBA-ECE7-DFCA-F2970A71BC26}"/>
              </a:ext>
            </a:extLst>
          </p:cNvPr>
          <p:cNvSpPr/>
          <p:nvPr/>
        </p:nvSpPr>
        <p:spPr>
          <a:xfrm>
            <a:off x="10113965" y="5630545"/>
            <a:ext cx="1706561" cy="515666"/>
          </a:xfrm>
          <a:prstGeom prst="roundRect">
            <a:avLst/>
          </a:prstGeom>
          <a:solidFill>
            <a:schemeClr val="accent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de-DE" sz="1500" b="1">
                <a:solidFill>
                  <a:schemeClr val="bg2"/>
                </a:solidFill>
              </a:rPr>
              <a:t>JTL Cloud API</a:t>
            </a:r>
          </a:p>
        </p:txBody>
      </p:sp>
      <p:cxnSp>
        <p:nvCxnSpPr>
          <p:cNvPr id="22" name="Gerade Verbindung mit Pfeil 21">
            <a:extLst>
              <a:ext uri="{FF2B5EF4-FFF2-40B4-BE49-F238E27FC236}">
                <a16:creationId xmlns:a16="http://schemas.microsoft.com/office/drawing/2014/main" id="{3732AC45-6999-B2E8-F544-2BBDEA712C14}"/>
              </a:ext>
            </a:extLst>
          </p:cNvPr>
          <p:cNvCxnSpPr/>
          <p:nvPr/>
        </p:nvCxnSpPr>
        <p:spPr>
          <a:xfrm>
            <a:off x="1252978"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3" name="Gerade Verbindung mit Pfeil 22">
            <a:extLst>
              <a:ext uri="{FF2B5EF4-FFF2-40B4-BE49-F238E27FC236}">
                <a16:creationId xmlns:a16="http://schemas.microsoft.com/office/drawing/2014/main" id="{99C9A2EA-5BC3-4879-77B2-305ABD50EF3A}"/>
              </a:ext>
            </a:extLst>
          </p:cNvPr>
          <p:cNvCxnSpPr/>
          <p:nvPr/>
        </p:nvCxnSpPr>
        <p:spPr>
          <a:xfrm>
            <a:off x="322208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AC7057D9-4547-A8D3-3C30-701CB8C8B29B}"/>
              </a:ext>
            </a:extLst>
          </p:cNvPr>
          <p:cNvCxnSpPr/>
          <p:nvPr/>
        </p:nvCxnSpPr>
        <p:spPr>
          <a:xfrm>
            <a:off x="5191195"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5" name="Gerade Verbindung mit Pfeil 24">
            <a:extLst>
              <a:ext uri="{FF2B5EF4-FFF2-40B4-BE49-F238E27FC236}">
                <a16:creationId xmlns:a16="http://schemas.microsoft.com/office/drawing/2014/main" id="{D8542ECE-88D2-B9BC-D152-4BEDDD992391}"/>
              </a:ext>
            </a:extLst>
          </p:cNvPr>
          <p:cNvCxnSpPr/>
          <p:nvPr/>
        </p:nvCxnSpPr>
        <p:spPr>
          <a:xfrm>
            <a:off x="7160303"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6" name="Gerade Verbindung mit Pfeil 25">
            <a:extLst>
              <a:ext uri="{FF2B5EF4-FFF2-40B4-BE49-F238E27FC236}">
                <a16:creationId xmlns:a16="http://schemas.microsoft.com/office/drawing/2014/main" id="{D7A4CD4E-686D-27FD-A3C6-5C087F1F0A53}"/>
              </a:ext>
            </a:extLst>
          </p:cNvPr>
          <p:cNvCxnSpPr/>
          <p:nvPr/>
        </p:nvCxnSpPr>
        <p:spPr>
          <a:xfrm>
            <a:off x="8998137"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7" name="Gerade Verbindung mit Pfeil 26">
            <a:extLst>
              <a:ext uri="{FF2B5EF4-FFF2-40B4-BE49-F238E27FC236}">
                <a16:creationId xmlns:a16="http://schemas.microsoft.com/office/drawing/2014/main" id="{E0CDE81B-43AE-581A-BFA0-2A06482F4DA1}"/>
              </a:ext>
            </a:extLst>
          </p:cNvPr>
          <p:cNvCxnSpPr/>
          <p:nvPr/>
        </p:nvCxnSpPr>
        <p:spPr>
          <a:xfrm>
            <a:off x="10967246" y="1772966"/>
            <a:ext cx="13127" cy="3857579"/>
          </a:xfrm>
          <a:prstGeom prst="straightConnector1">
            <a:avLst/>
          </a:prstGeom>
          <a:ln w="19050" cap="flat" cmpd="sng" algn="ctr">
            <a:solidFill>
              <a:schemeClr val="accent1"/>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29" name="Textfeld 28">
            <a:extLst>
              <a:ext uri="{FF2B5EF4-FFF2-40B4-BE49-F238E27FC236}">
                <a16:creationId xmlns:a16="http://schemas.microsoft.com/office/drawing/2014/main" id="{7E752D58-B3B8-CDCC-B9B3-87D3B785559B}"/>
              </a:ext>
            </a:extLst>
          </p:cNvPr>
          <p:cNvSpPr txBox="1"/>
          <p:nvPr/>
        </p:nvSpPr>
        <p:spPr>
          <a:xfrm>
            <a:off x="4843318" y="2984404"/>
            <a:ext cx="5697287" cy="158666"/>
          </a:xfrm>
          <a:prstGeom prst="rect">
            <a:avLst/>
          </a:prstGeom>
          <a:noFill/>
          <a:ln>
            <a:noFill/>
          </a:ln>
        </p:spPr>
        <p:txBody>
          <a:bodyPr vertOverflow="overflow" vert="horz" wrap="square" rtlCol="0" anchor="ctr" anchorCtr="0">
            <a:noAutofit/>
          </a:bodyPr>
          <a:lstStyle/>
          <a:p>
            <a:pPr algn="ctr"/>
            <a:r>
              <a:rPr lang="de-DE" sz="1000" b="1" dirty="0">
                <a:solidFill>
                  <a:srgbClr val="1F1F1F"/>
                </a:solidFill>
              </a:rPr>
              <a:t>[Backend </a:t>
            </a:r>
            <a:r>
              <a:rPr lang="de-DE" sz="1000" b="1" dirty="0" err="1">
                <a:solidFill>
                  <a:srgbClr val="1F1F1F"/>
                </a:solidFill>
              </a:rPr>
              <a:t>authentication</a:t>
            </a:r>
            <a:r>
              <a:rPr lang="de-DE" sz="1000" b="1" dirty="0">
                <a:solidFill>
                  <a:srgbClr val="1F1F1F"/>
                </a:solidFill>
              </a:rPr>
              <a:t>]</a:t>
            </a:r>
          </a:p>
        </p:txBody>
      </p:sp>
      <p:sp>
        <p:nvSpPr>
          <p:cNvPr id="31" name="Textfeld 30">
            <a:extLst>
              <a:ext uri="{FF2B5EF4-FFF2-40B4-BE49-F238E27FC236}">
                <a16:creationId xmlns:a16="http://schemas.microsoft.com/office/drawing/2014/main" id="{B0656F84-C9DD-CA42-31C1-7E8D510E9931}"/>
              </a:ext>
            </a:extLst>
          </p:cNvPr>
          <p:cNvSpPr txBox="1"/>
          <p:nvPr/>
        </p:nvSpPr>
        <p:spPr>
          <a:xfrm>
            <a:off x="5007412" y="3944714"/>
            <a:ext cx="2336674" cy="158666"/>
          </a:xfrm>
          <a:prstGeom prst="rect">
            <a:avLst/>
          </a:prstGeom>
          <a:noFill/>
          <a:ln>
            <a:noFill/>
          </a:ln>
        </p:spPr>
        <p:txBody>
          <a:bodyPr vertOverflow="overflow" vert="horz" wrap="square" rtlCol="0" anchor="ctr" anchorCtr="0">
            <a:noAutofit/>
          </a:bodyPr>
          <a:lstStyle/>
          <a:p>
            <a:pPr algn="ctr"/>
            <a:r>
              <a:rPr lang="de-DE" sz="1000" b="1" dirty="0">
                <a:solidFill>
                  <a:srgbClr val="1F1F1F"/>
                </a:solidFill>
              </a:rPr>
              <a:t>[JTL Tenant Lookup]</a:t>
            </a:r>
          </a:p>
        </p:txBody>
      </p:sp>
      <p:cxnSp>
        <p:nvCxnSpPr>
          <p:cNvPr id="32" name="Gerade Verbindung mit Pfeil 31">
            <a:extLst>
              <a:ext uri="{FF2B5EF4-FFF2-40B4-BE49-F238E27FC236}">
                <a16:creationId xmlns:a16="http://schemas.microsoft.com/office/drawing/2014/main" id="{0DB09A3A-82BC-547E-53EF-6ECD17982B3B}"/>
              </a:ext>
            </a:extLst>
          </p:cNvPr>
          <p:cNvCxnSpPr>
            <a:cxnSpLocks/>
          </p:cNvCxnSpPr>
          <p:nvPr/>
        </p:nvCxnSpPr>
        <p:spPr>
          <a:xfrm>
            <a:off x="1252978" y="2005833"/>
            <a:ext cx="1982235" cy="0"/>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3" name="Textfeld 32">
            <a:extLst>
              <a:ext uri="{FF2B5EF4-FFF2-40B4-BE49-F238E27FC236}">
                <a16:creationId xmlns:a16="http://schemas.microsoft.com/office/drawing/2014/main" id="{A926890F-5095-03A4-A9CF-74E6A5DCE97F}"/>
              </a:ext>
            </a:extLst>
          </p:cNvPr>
          <p:cNvSpPr txBox="1"/>
          <p:nvPr/>
        </p:nvSpPr>
        <p:spPr>
          <a:xfrm>
            <a:off x="1010121" y="1786528"/>
            <a:ext cx="2572968"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Login </a:t>
            </a:r>
            <a:r>
              <a:rPr lang="de-DE" sz="1000" dirty="0" err="1">
                <a:solidFill>
                  <a:srgbClr val="1F1F1F"/>
                </a:solidFill>
              </a:rPr>
              <a:t>with</a:t>
            </a:r>
            <a:r>
              <a:rPr lang="de-DE" sz="1000" dirty="0">
                <a:solidFill>
                  <a:srgbClr val="1F1F1F"/>
                </a:solidFill>
              </a:rPr>
              <a:t> </a:t>
            </a:r>
            <a:r>
              <a:rPr lang="de-DE" sz="1000" dirty="0" err="1">
                <a:solidFill>
                  <a:srgbClr val="1F1F1F"/>
                </a:solidFill>
              </a:rPr>
              <a:t>credentials</a:t>
            </a:r>
            <a:endParaRPr lang="de-DE" sz="1000" dirty="0">
              <a:solidFill>
                <a:srgbClr val="1F1F1F"/>
              </a:solidFill>
            </a:endParaRPr>
          </a:p>
        </p:txBody>
      </p:sp>
      <p:cxnSp>
        <p:nvCxnSpPr>
          <p:cNvPr id="34" name="Gerade Verbindung mit Pfeil 33">
            <a:extLst>
              <a:ext uri="{FF2B5EF4-FFF2-40B4-BE49-F238E27FC236}">
                <a16:creationId xmlns:a16="http://schemas.microsoft.com/office/drawing/2014/main" id="{1E93FAC3-DA34-53CA-CA82-D4E1F6A51213}"/>
              </a:ext>
            </a:extLst>
          </p:cNvPr>
          <p:cNvCxnSpPr/>
          <p:nvPr/>
        </p:nvCxnSpPr>
        <p:spPr>
          <a:xfrm>
            <a:off x="1252978" y="2308465"/>
            <a:ext cx="1969108"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35" name="Textfeld 34">
            <a:extLst>
              <a:ext uri="{FF2B5EF4-FFF2-40B4-BE49-F238E27FC236}">
                <a16:creationId xmlns:a16="http://schemas.microsoft.com/office/drawing/2014/main" id="{88450484-37E7-4385-09A0-63A3899E4F19}"/>
              </a:ext>
            </a:extLst>
          </p:cNvPr>
          <p:cNvSpPr txBox="1"/>
          <p:nvPr/>
        </p:nvSpPr>
        <p:spPr>
          <a:xfrm>
            <a:off x="1357997" y="2090299"/>
            <a:ext cx="1877216"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Auth </a:t>
            </a:r>
            <a:r>
              <a:rPr lang="de-DE" sz="1000" dirty="0" err="1">
                <a:solidFill>
                  <a:srgbClr val="1F1F1F"/>
                </a:solidFill>
              </a:rPr>
              <a:t>token</a:t>
            </a:r>
            <a:endParaRPr lang="de-DE" sz="1000" dirty="0">
              <a:solidFill>
                <a:srgbClr val="1F1F1F"/>
              </a:solidFill>
            </a:endParaRPr>
          </a:p>
        </p:txBody>
      </p:sp>
      <p:cxnSp>
        <p:nvCxnSpPr>
          <p:cNvPr id="36" name="Gerade Verbindung mit Pfeil 35">
            <a:extLst>
              <a:ext uri="{FF2B5EF4-FFF2-40B4-BE49-F238E27FC236}">
                <a16:creationId xmlns:a16="http://schemas.microsoft.com/office/drawing/2014/main" id="{B4568E0D-4286-7AFF-7C6C-62C48EF90CFB}"/>
              </a:ext>
            </a:extLst>
          </p:cNvPr>
          <p:cNvCxnSpPr/>
          <p:nvPr/>
        </p:nvCxnSpPr>
        <p:spPr>
          <a:xfrm>
            <a:off x="1252978" y="2787682"/>
            <a:ext cx="3938217" cy="9917"/>
          </a:xfrm>
          <a:prstGeom prst="straightConnector1">
            <a:avLst/>
          </a:prstGeom>
          <a:ln w="15875" cap="flat" cmpd="sng" algn="ctr">
            <a:solidFill>
              <a:srgbClr val="1F1F1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37" name="Textfeld 36">
            <a:extLst>
              <a:ext uri="{FF2B5EF4-FFF2-40B4-BE49-F238E27FC236}">
                <a16:creationId xmlns:a16="http://schemas.microsoft.com/office/drawing/2014/main" id="{EB351D00-E05F-67CB-1E7A-B9573B355742}"/>
              </a:ext>
            </a:extLst>
          </p:cNvPr>
          <p:cNvSpPr txBox="1"/>
          <p:nvPr/>
        </p:nvSpPr>
        <p:spPr>
          <a:xfrm>
            <a:off x="1568036" y="2486965"/>
            <a:ext cx="306746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Request data (with auth token of app)</a:t>
            </a:r>
            <a:endParaRPr lang="de-DE" sz="1000" dirty="0">
              <a:solidFill>
                <a:srgbClr val="1F1F1F"/>
              </a:solidFill>
            </a:endParaRPr>
          </a:p>
        </p:txBody>
      </p:sp>
      <p:cxnSp>
        <p:nvCxnSpPr>
          <p:cNvPr id="38" name="Gerade Verbindung mit Pfeil 37">
            <a:extLst>
              <a:ext uri="{FF2B5EF4-FFF2-40B4-BE49-F238E27FC236}">
                <a16:creationId xmlns:a16="http://schemas.microsoft.com/office/drawing/2014/main" id="{7DFF3641-9F42-AA0D-77C7-C948750C0716}"/>
              </a:ext>
            </a:extLst>
          </p:cNvPr>
          <p:cNvCxnSpPr>
            <a:cxnSpLocks/>
          </p:cNvCxnSpPr>
          <p:nvPr/>
        </p:nvCxnSpPr>
        <p:spPr>
          <a:xfrm>
            <a:off x="5191195" y="3419131"/>
            <a:ext cx="3806941" cy="4429"/>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39" name="Textfeld 38">
            <a:extLst>
              <a:ext uri="{FF2B5EF4-FFF2-40B4-BE49-F238E27FC236}">
                <a16:creationId xmlns:a16="http://schemas.microsoft.com/office/drawing/2014/main" id="{6F7B1AB0-E1C5-5E84-A54A-25FE6D126E8B}"/>
              </a:ext>
            </a:extLst>
          </p:cNvPr>
          <p:cNvSpPr txBox="1"/>
          <p:nvPr/>
        </p:nvSpPr>
        <p:spPr>
          <a:xfrm>
            <a:off x="5506252" y="3200964"/>
            <a:ext cx="4880213"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Request access token (client credentials)</a:t>
            </a:r>
            <a:endParaRPr lang="de-DE" sz="1000" dirty="0">
              <a:solidFill>
                <a:srgbClr val="1F1F1F"/>
              </a:solidFill>
            </a:endParaRPr>
          </a:p>
        </p:txBody>
      </p:sp>
      <p:cxnSp>
        <p:nvCxnSpPr>
          <p:cNvPr id="40" name="Gerade Verbindung mit Pfeil 39">
            <a:extLst>
              <a:ext uri="{FF2B5EF4-FFF2-40B4-BE49-F238E27FC236}">
                <a16:creationId xmlns:a16="http://schemas.microsoft.com/office/drawing/2014/main" id="{0F119D34-38AA-4B31-3315-E0B17A9D5CDD}"/>
              </a:ext>
            </a:extLst>
          </p:cNvPr>
          <p:cNvCxnSpPr>
            <a:cxnSpLocks/>
            <a:endCxn id="56" idx="2"/>
          </p:cNvCxnSpPr>
          <p:nvPr/>
        </p:nvCxnSpPr>
        <p:spPr>
          <a:xfrm>
            <a:off x="5191195" y="3647214"/>
            <a:ext cx="3662541" cy="8742"/>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1" name="Textfeld 40">
            <a:extLst>
              <a:ext uri="{FF2B5EF4-FFF2-40B4-BE49-F238E27FC236}">
                <a16:creationId xmlns:a16="http://schemas.microsoft.com/office/drawing/2014/main" id="{22B64319-C5AF-BD98-A283-1207D243FE84}"/>
              </a:ext>
            </a:extLst>
          </p:cNvPr>
          <p:cNvSpPr txBox="1"/>
          <p:nvPr/>
        </p:nvSpPr>
        <p:spPr>
          <a:xfrm>
            <a:off x="5650654" y="3456451"/>
            <a:ext cx="3360610" cy="170929"/>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access</a:t>
            </a:r>
            <a:r>
              <a:rPr lang="de-DE" sz="1000" dirty="0">
                <a:solidFill>
                  <a:srgbClr val="1F1F1F"/>
                </a:solidFill>
              </a:rPr>
              <a:t> </a:t>
            </a:r>
            <a:r>
              <a:rPr lang="de-DE" sz="1000" dirty="0" err="1">
                <a:solidFill>
                  <a:srgbClr val="1F1F1F"/>
                </a:solidFill>
              </a:rPr>
              <a:t>token</a:t>
            </a:r>
            <a:endParaRPr lang="de-DE" sz="1000" dirty="0">
              <a:solidFill>
                <a:srgbClr val="1F1F1F"/>
              </a:solidFill>
            </a:endParaRPr>
          </a:p>
        </p:txBody>
      </p:sp>
      <p:cxnSp>
        <p:nvCxnSpPr>
          <p:cNvPr id="42" name="Gerade Verbindung mit Pfeil 41">
            <a:extLst>
              <a:ext uri="{FF2B5EF4-FFF2-40B4-BE49-F238E27FC236}">
                <a16:creationId xmlns:a16="http://schemas.microsoft.com/office/drawing/2014/main" id="{71637FFC-C15E-B1CE-188F-4BB6259F3085}"/>
              </a:ext>
            </a:extLst>
          </p:cNvPr>
          <p:cNvCxnSpPr>
            <a:cxnSpLocks/>
          </p:cNvCxnSpPr>
          <p:nvPr/>
        </p:nvCxnSpPr>
        <p:spPr>
          <a:xfrm>
            <a:off x="5191195" y="4291796"/>
            <a:ext cx="1995362" cy="0"/>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3" name="Textfeld 42">
            <a:extLst>
              <a:ext uri="{FF2B5EF4-FFF2-40B4-BE49-F238E27FC236}">
                <a16:creationId xmlns:a16="http://schemas.microsoft.com/office/drawing/2014/main" id="{69E23C5F-4A91-36C0-7DF0-B85AF53BCFAA}"/>
              </a:ext>
            </a:extLst>
          </p:cNvPr>
          <p:cNvSpPr txBox="1"/>
          <p:nvPr/>
        </p:nvSpPr>
        <p:spPr>
          <a:xfrm>
            <a:off x="5070756" y="4081201"/>
            <a:ext cx="2389184" cy="198333"/>
          </a:xfrm>
          <a:prstGeom prst="rect">
            <a:avLst/>
          </a:prstGeom>
          <a:noFill/>
          <a:ln>
            <a:noFill/>
          </a:ln>
        </p:spPr>
        <p:txBody>
          <a:bodyPr vertOverflow="overflow" vert="horz" wrap="square" rtlCol="0" anchor="ctr" anchorCtr="0">
            <a:noAutofit/>
          </a:bodyPr>
          <a:lstStyle/>
          <a:p>
            <a:pPr algn="ctr"/>
            <a:r>
              <a:rPr lang="de-DE" sz="1000" dirty="0" err="1">
                <a:solidFill>
                  <a:srgbClr val="1F1F1F"/>
                </a:solidFill>
              </a:rPr>
              <a:t>Get</a:t>
            </a:r>
            <a:r>
              <a:rPr lang="de-DE" sz="1000" dirty="0">
                <a:solidFill>
                  <a:srgbClr val="1F1F1F"/>
                </a:solidFill>
              </a:rPr>
              <a:t> JTL Tenant ID </a:t>
            </a:r>
            <a:r>
              <a:rPr lang="de-DE" sz="1000" dirty="0" err="1">
                <a:solidFill>
                  <a:srgbClr val="1F1F1F"/>
                </a:solidFill>
              </a:rPr>
              <a:t>of</a:t>
            </a:r>
            <a:r>
              <a:rPr lang="de-DE" sz="1000" dirty="0">
                <a:solidFill>
                  <a:srgbClr val="1F1F1F"/>
                </a:solidFill>
              </a:rPr>
              <a:t> </a:t>
            </a:r>
            <a:r>
              <a:rPr lang="de-DE" sz="1000" dirty="0" err="1">
                <a:solidFill>
                  <a:srgbClr val="1F1F1F"/>
                </a:solidFill>
              </a:rPr>
              <a:t>request</a:t>
            </a:r>
            <a:endParaRPr lang="de-DE" sz="1000" dirty="0">
              <a:solidFill>
                <a:srgbClr val="1F1F1F"/>
              </a:solidFill>
            </a:endParaRPr>
          </a:p>
        </p:txBody>
      </p:sp>
      <p:cxnSp>
        <p:nvCxnSpPr>
          <p:cNvPr id="44" name="Gerade Verbindung mit Pfeil 43">
            <a:extLst>
              <a:ext uri="{FF2B5EF4-FFF2-40B4-BE49-F238E27FC236}">
                <a16:creationId xmlns:a16="http://schemas.microsoft.com/office/drawing/2014/main" id="{EC958111-1CA4-1F09-388C-E6E1E7A98D07}"/>
              </a:ext>
            </a:extLst>
          </p:cNvPr>
          <p:cNvCxnSpPr>
            <a:cxnSpLocks/>
          </p:cNvCxnSpPr>
          <p:nvPr/>
        </p:nvCxnSpPr>
        <p:spPr>
          <a:xfrm>
            <a:off x="5191195" y="4638879"/>
            <a:ext cx="1969108" cy="9916"/>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5" name="Textfeld 44">
            <a:extLst>
              <a:ext uri="{FF2B5EF4-FFF2-40B4-BE49-F238E27FC236}">
                <a16:creationId xmlns:a16="http://schemas.microsoft.com/office/drawing/2014/main" id="{5E7F22D6-0A50-F354-28E3-6E8EB02CE671}"/>
              </a:ext>
            </a:extLst>
          </p:cNvPr>
          <p:cNvSpPr txBox="1"/>
          <p:nvPr/>
        </p:nvSpPr>
        <p:spPr>
          <a:xfrm>
            <a:off x="5296214" y="4420713"/>
            <a:ext cx="1890343"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JTL Tenant ID</a:t>
            </a:r>
          </a:p>
        </p:txBody>
      </p:sp>
      <p:cxnSp>
        <p:nvCxnSpPr>
          <p:cNvPr id="46" name="Gerade Verbindung mit Pfeil 45">
            <a:extLst>
              <a:ext uri="{FF2B5EF4-FFF2-40B4-BE49-F238E27FC236}">
                <a16:creationId xmlns:a16="http://schemas.microsoft.com/office/drawing/2014/main" id="{B51C754E-78F3-39AA-5D77-8A55B57C55B4}"/>
              </a:ext>
            </a:extLst>
          </p:cNvPr>
          <p:cNvCxnSpPr/>
          <p:nvPr/>
        </p:nvCxnSpPr>
        <p:spPr>
          <a:xfrm>
            <a:off x="5191195" y="5035546"/>
            <a:ext cx="5776051" cy="9917"/>
          </a:xfrm>
          <a:prstGeom prst="straightConnector1">
            <a:avLst/>
          </a:prstGeom>
          <a:ln w="15875" cap="flat" cmpd="sng" algn="ctr">
            <a:solidFill>
              <a:srgbClr val="1F1F1F"/>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
        <p:nvSpPr>
          <p:cNvPr id="47" name="Textfeld 46">
            <a:extLst>
              <a:ext uri="{FF2B5EF4-FFF2-40B4-BE49-F238E27FC236}">
                <a16:creationId xmlns:a16="http://schemas.microsoft.com/office/drawing/2014/main" id="{04C2C5D2-A7D9-FCF8-CB11-8BC8246B692C}"/>
              </a:ext>
            </a:extLst>
          </p:cNvPr>
          <p:cNvSpPr txBox="1"/>
          <p:nvPr/>
        </p:nvSpPr>
        <p:spPr>
          <a:xfrm>
            <a:off x="5506253" y="4817379"/>
            <a:ext cx="2673794" cy="198333"/>
          </a:xfrm>
          <a:prstGeom prst="rect">
            <a:avLst/>
          </a:prstGeom>
          <a:noFill/>
          <a:ln>
            <a:noFill/>
          </a:ln>
        </p:spPr>
        <p:txBody>
          <a:bodyPr vertOverflow="overflow" vert="horz" wrap="square" rtlCol="0" anchor="ctr" anchorCtr="0">
            <a:noAutofit/>
          </a:bodyPr>
          <a:lstStyle/>
          <a:p>
            <a:pPr algn="ctr"/>
            <a:r>
              <a:rPr lang="en-US" sz="1000" dirty="0">
                <a:solidFill>
                  <a:srgbClr val="1F1F1F"/>
                </a:solidFill>
              </a:rPr>
              <a:t>Call API (access token + tenant ID)</a:t>
            </a:r>
            <a:endParaRPr lang="de-DE" sz="1000" dirty="0">
              <a:solidFill>
                <a:srgbClr val="1F1F1F"/>
              </a:solidFill>
            </a:endParaRPr>
          </a:p>
        </p:txBody>
      </p:sp>
      <p:cxnSp>
        <p:nvCxnSpPr>
          <p:cNvPr id="48" name="Gerade Verbindung mit Pfeil 47">
            <a:extLst>
              <a:ext uri="{FF2B5EF4-FFF2-40B4-BE49-F238E27FC236}">
                <a16:creationId xmlns:a16="http://schemas.microsoft.com/office/drawing/2014/main" id="{AC1A97E8-8F74-6FB6-95F1-51DF59102E3F}"/>
              </a:ext>
            </a:extLst>
          </p:cNvPr>
          <p:cNvCxnSpPr/>
          <p:nvPr/>
        </p:nvCxnSpPr>
        <p:spPr>
          <a:xfrm>
            <a:off x="5191195" y="5283462"/>
            <a:ext cx="5776051"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49" name="Textfeld 48">
            <a:extLst>
              <a:ext uri="{FF2B5EF4-FFF2-40B4-BE49-F238E27FC236}">
                <a16:creationId xmlns:a16="http://schemas.microsoft.com/office/drawing/2014/main" id="{C8B8BB55-817F-5AD2-EC32-2A4A3584280A}"/>
              </a:ext>
            </a:extLst>
          </p:cNvPr>
          <p:cNvSpPr txBox="1"/>
          <p:nvPr/>
        </p:nvSpPr>
        <p:spPr>
          <a:xfrm>
            <a:off x="5296214" y="5065296"/>
            <a:ext cx="5355975" cy="198333"/>
          </a:xfrm>
          <a:prstGeom prst="rect">
            <a:avLst/>
          </a:prstGeom>
          <a:noFill/>
          <a:ln>
            <a:noFill/>
          </a:ln>
        </p:spPr>
        <p:txBody>
          <a:bodyPr vertOverflow="overflow" vert="horz" wrap="square" rtlCol="0" anchor="ctr" anchorCtr="0">
            <a:noAutofit/>
          </a:bodyPr>
          <a:lstStyle/>
          <a:p>
            <a:pPr algn="ctr"/>
            <a:r>
              <a:rPr lang="de-DE" sz="1000" dirty="0">
                <a:solidFill>
                  <a:srgbClr val="1F1F1F"/>
                </a:solidFill>
              </a:rPr>
              <a:t>Return </a:t>
            </a:r>
            <a:r>
              <a:rPr lang="de-DE" sz="1000" dirty="0" err="1">
                <a:solidFill>
                  <a:srgbClr val="1F1F1F"/>
                </a:solidFill>
              </a:rPr>
              <a:t>data</a:t>
            </a:r>
            <a:endParaRPr lang="de-DE" sz="1000" dirty="0">
              <a:solidFill>
                <a:srgbClr val="1F1F1F"/>
              </a:solidFill>
            </a:endParaRPr>
          </a:p>
        </p:txBody>
      </p:sp>
      <p:cxnSp>
        <p:nvCxnSpPr>
          <p:cNvPr id="50" name="Gerade Verbindung mit Pfeil 49">
            <a:extLst>
              <a:ext uri="{FF2B5EF4-FFF2-40B4-BE49-F238E27FC236}">
                <a16:creationId xmlns:a16="http://schemas.microsoft.com/office/drawing/2014/main" id="{EF5B1EB5-4F20-9E51-CD0D-F11A03B5899C}"/>
              </a:ext>
            </a:extLst>
          </p:cNvPr>
          <p:cNvCxnSpPr/>
          <p:nvPr/>
        </p:nvCxnSpPr>
        <p:spPr>
          <a:xfrm>
            <a:off x="1252978" y="5474228"/>
            <a:ext cx="3938217" cy="9917"/>
          </a:xfrm>
          <a:prstGeom prst="straightConnector1">
            <a:avLst/>
          </a:prstGeom>
          <a:ln w="15875" cap="flat" cmpd="sng" algn="ctr">
            <a:solidFill>
              <a:srgbClr val="1F1F1F"/>
            </a:solidFill>
            <a:prstDash val="dash"/>
            <a:miter lim="800000"/>
            <a:headEnd type="triangle"/>
          </a:ln>
        </p:spPr>
        <p:style>
          <a:lnRef idx="2">
            <a:schemeClr val="accent1"/>
          </a:lnRef>
          <a:fillRef idx="0">
            <a:schemeClr val="accent1"/>
          </a:fillRef>
          <a:effectRef idx="1">
            <a:schemeClr val="accent1"/>
          </a:effectRef>
          <a:fontRef idx="minor">
            <a:schemeClr val="tx1"/>
          </a:fontRef>
        </p:style>
      </p:cxnSp>
      <p:sp>
        <p:nvSpPr>
          <p:cNvPr id="51" name="Textfeld 50">
            <a:extLst>
              <a:ext uri="{FF2B5EF4-FFF2-40B4-BE49-F238E27FC236}">
                <a16:creationId xmlns:a16="http://schemas.microsoft.com/office/drawing/2014/main" id="{3A80A5B9-DA59-B813-05A1-978924E111C9}"/>
              </a:ext>
            </a:extLst>
          </p:cNvPr>
          <p:cNvSpPr txBox="1"/>
          <p:nvPr/>
        </p:nvSpPr>
        <p:spPr>
          <a:xfrm>
            <a:off x="1357997" y="4852086"/>
            <a:ext cx="1772197" cy="505749"/>
          </a:xfrm>
          <a:prstGeom prst="rect">
            <a:avLst/>
          </a:prstGeom>
          <a:noFill/>
          <a:ln>
            <a:noFill/>
          </a:ln>
        </p:spPr>
        <p:txBody>
          <a:bodyPr vertOverflow="overflow" vert="horz" wrap="square" rtlCol="0" anchor="ctr" anchorCtr="0">
            <a:noAutofit/>
          </a:bodyPr>
          <a:lstStyle/>
          <a:p>
            <a:pPr algn="ctr"/>
            <a:r>
              <a:rPr lang="de-DE" sz="1500" dirty="0">
                <a:solidFill>
                  <a:srgbClr val="1F1F1F"/>
                </a:solidFill>
              </a:rPr>
              <a:t>Forward </a:t>
            </a:r>
            <a:r>
              <a:rPr lang="de-DE" sz="1500" dirty="0" err="1">
                <a:solidFill>
                  <a:srgbClr val="1F1F1F"/>
                </a:solidFill>
              </a:rPr>
              <a:t>response</a:t>
            </a:r>
            <a:endParaRPr lang="de-DE" sz="1500" dirty="0">
              <a:solidFill>
                <a:srgbClr val="1F1F1F"/>
              </a:solidFill>
            </a:endParaRPr>
          </a:p>
        </p:txBody>
      </p:sp>
      <p:sp>
        <p:nvSpPr>
          <p:cNvPr id="52" name="Ellipse 51">
            <a:extLst>
              <a:ext uri="{FF2B5EF4-FFF2-40B4-BE49-F238E27FC236}">
                <a16:creationId xmlns:a16="http://schemas.microsoft.com/office/drawing/2014/main" id="{9D0A8902-1BAF-57C5-A04E-3435DFBCD278}"/>
              </a:ext>
            </a:extLst>
          </p:cNvPr>
          <p:cNvSpPr/>
          <p:nvPr/>
        </p:nvSpPr>
        <p:spPr>
          <a:xfrm>
            <a:off x="1108577" y="1852298"/>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a:t>
            </a:r>
          </a:p>
        </p:txBody>
      </p:sp>
      <p:sp>
        <p:nvSpPr>
          <p:cNvPr id="53" name="Ellipse 52">
            <a:extLst>
              <a:ext uri="{FF2B5EF4-FFF2-40B4-BE49-F238E27FC236}">
                <a16:creationId xmlns:a16="http://schemas.microsoft.com/office/drawing/2014/main" id="{93538DFC-BF50-6E63-6299-62A2564AF2F8}"/>
              </a:ext>
            </a:extLst>
          </p:cNvPr>
          <p:cNvSpPr/>
          <p:nvPr/>
        </p:nvSpPr>
        <p:spPr>
          <a:xfrm>
            <a:off x="3103938" y="2199382"/>
            <a:ext cx="249422" cy="218166"/>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2</a:t>
            </a:r>
          </a:p>
        </p:txBody>
      </p:sp>
      <p:sp>
        <p:nvSpPr>
          <p:cNvPr id="54" name="Ellipse 53">
            <a:extLst>
              <a:ext uri="{FF2B5EF4-FFF2-40B4-BE49-F238E27FC236}">
                <a16:creationId xmlns:a16="http://schemas.microsoft.com/office/drawing/2014/main" id="{9CA553B8-A8C5-6B14-DF25-081090977799}"/>
              </a:ext>
            </a:extLst>
          </p:cNvPr>
          <p:cNvSpPr/>
          <p:nvPr/>
        </p:nvSpPr>
        <p:spPr>
          <a:xfrm>
            <a:off x="1108577" y="267859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3</a:t>
            </a:r>
          </a:p>
        </p:txBody>
      </p:sp>
      <p:sp>
        <p:nvSpPr>
          <p:cNvPr id="55" name="Ellipse 54">
            <a:extLst>
              <a:ext uri="{FF2B5EF4-FFF2-40B4-BE49-F238E27FC236}">
                <a16:creationId xmlns:a16="http://schemas.microsoft.com/office/drawing/2014/main" id="{CB66408D-5D02-FDBA-97AD-257C5A90498F}"/>
              </a:ext>
            </a:extLst>
          </p:cNvPr>
          <p:cNvSpPr/>
          <p:nvPr/>
        </p:nvSpPr>
        <p:spPr>
          <a:xfrm>
            <a:off x="5046794" y="3310047"/>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4</a:t>
            </a:r>
          </a:p>
        </p:txBody>
      </p:sp>
      <p:sp>
        <p:nvSpPr>
          <p:cNvPr id="56" name="Ellipse 55">
            <a:extLst>
              <a:ext uri="{FF2B5EF4-FFF2-40B4-BE49-F238E27FC236}">
                <a16:creationId xmlns:a16="http://schemas.microsoft.com/office/drawing/2014/main" id="{91AF74A3-1D5A-8319-FA8A-3BEEFB932F98}"/>
              </a:ext>
            </a:extLst>
          </p:cNvPr>
          <p:cNvSpPr/>
          <p:nvPr/>
        </p:nvSpPr>
        <p:spPr>
          <a:xfrm>
            <a:off x="8853736" y="3515949"/>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5</a:t>
            </a:r>
          </a:p>
        </p:txBody>
      </p:sp>
      <p:sp>
        <p:nvSpPr>
          <p:cNvPr id="57" name="Ellipse 56">
            <a:extLst>
              <a:ext uri="{FF2B5EF4-FFF2-40B4-BE49-F238E27FC236}">
                <a16:creationId xmlns:a16="http://schemas.microsoft.com/office/drawing/2014/main" id="{3CE59966-F210-1BD3-7D9C-5A64D1D1D7AA}"/>
              </a:ext>
            </a:extLst>
          </p:cNvPr>
          <p:cNvSpPr/>
          <p:nvPr/>
        </p:nvSpPr>
        <p:spPr>
          <a:xfrm>
            <a:off x="5046794" y="4182712"/>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6</a:t>
            </a:r>
          </a:p>
        </p:txBody>
      </p:sp>
      <p:sp>
        <p:nvSpPr>
          <p:cNvPr id="58" name="Ellipse 57">
            <a:extLst>
              <a:ext uri="{FF2B5EF4-FFF2-40B4-BE49-F238E27FC236}">
                <a16:creationId xmlns:a16="http://schemas.microsoft.com/office/drawing/2014/main" id="{EC12D01F-BE0B-9CEA-072C-8F093526640C}"/>
              </a:ext>
            </a:extLst>
          </p:cNvPr>
          <p:cNvSpPr/>
          <p:nvPr/>
        </p:nvSpPr>
        <p:spPr>
          <a:xfrm>
            <a:off x="7015900" y="4488183"/>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dirty="0">
                <a:solidFill>
                  <a:srgbClr val="FFFFFF"/>
                </a:solidFill>
              </a:rPr>
              <a:t>7</a:t>
            </a:r>
          </a:p>
        </p:txBody>
      </p:sp>
      <p:sp>
        <p:nvSpPr>
          <p:cNvPr id="59" name="Ellipse 58">
            <a:extLst>
              <a:ext uri="{FF2B5EF4-FFF2-40B4-BE49-F238E27FC236}">
                <a16:creationId xmlns:a16="http://schemas.microsoft.com/office/drawing/2014/main" id="{30A8543F-1CC6-C11B-F12E-FD2EFACB246A}"/>
              </a:ext>
            </a:extLst>
          </p:cNvPr>
          <p:cNvSpPr/>
          <p:nvPr/>
        </p:nvSpPr>
        <p:spPr>
          <a:xfrm>
            <a:off x="5046794" y="4926461"/>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8</a:t>
            </a:r>
          </a:p>
        </p:txBody>
      </p:sp>
      <p:sp>
        <p:nvSpPr>
          <p:cNvPr id="60" name="Ellipse 59">
            <a:extLst>
              <a:ext uri="{FF2B5EF4-FFF2-40B4-BE49-F238E27FC236}">
                <a16:creationId xmlns:a16="http://schemas.microsoft.com/office/drawing/2014/main" id="{9258C700-4F33-0B08-B2BA-5135CCC7ED17}"/>
              </a:ext>
            </a:extLst>
          </p:cNvPr>
          <p:cNvSpPr/>
          <p:nvPr/>
        </p:nvSpPr>
        <p:spPr>
          <a:xfrm>
            <a:off x="10822844" y="5174378"/>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9</a:t>
            </a:r>
          </a:p>
        </p:txBody>
      </p:sp>
      <p:sp>
        <p:nvSpPr>
          <p:cNvPr id="61" name="Ellipse 60">
            <a:extLst>
              <a:ext uri="{FF2B5EF4-FFF2-40B4-BE49-F238E27FC236}">
                <a16:creationId xmlns:a16="http://schemas.microsoft.com/office/drawing/2014/main" id="{8E467558-1398-CE78-5676-13F3A99176EC}"/>
              </a:ext>
            </a:extLst>
          </p:cNvPr>
          <p:cNvSpPr/>
          <p:nvPr/>
        </p:nvSpPr>
        <p:spPr>
          <a:xfrm>
            <a:off x="5046794" y="5422294"/>
            <a:ext cx="288803" cy="280013"/>
          </a:xfrm>
          <a:prstGeom prst="ellipse">
            <a:avLst/>
          </a:prstGeom>
          <a:solidFill>
            <a:srgbClr val="1F1F1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de-DE" sz="1500" b="1">
                <a:solidFill>
                  <a:srgbClr val="FFFFFF"/>
                </a:solidFill>
              </a:rPr>
              <a:t>10</a:t>
            </a:r>
          </a:p>
        </p:txBody>
      </p:sp>
    </p:spTree>
    <p:extLst>
      <p:ext uri="{BB962C8B-B14F-4D97-AF65-F5344CB8AC3E}">
        <p14:creationId xmlns:p14="http://schemas.microsoft.com/office/powerpoint/2010/main" val="457504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D02CAC-4873-680E-99A6-65777DBE1796}"/>
              </a:ext>
            </a:extLst>
          </p:cNvPr>
          <p:cNvSpPr>
            <a:spLocks noGrp="1"/>
          </p:cNvSpPr>
          <p:nvPr>
            <p:ph type="dt" sz="half" idx="12"/>
          </p:nvPr>
        </p:nvSpPr>
        <p:spPr/>
        <p:txBody>
          <a:bodyPr/>
          <a:lstStyle/>
          <a:p>
            <a:fld id="{A87EA477-5155-4005-BAB6-750FD79FA5F3}" type="datetime1">
              <a:rPr lang="de-DE" smtClean="0"/>
              <a:t>28.05.26</a:t>
            </a:fld>
            <a:endParaRPr lang="de-DE">
              <a:solidFill>
                <a:schemeClr val="bg1"/>
              </a:solidFill>
            </a:endParaRPr>
          </a:p>
        </p:txBody>
      </p:sp>
      <p:sp>
        <p:nvSpPr>
          <p:cNvPr id="3" name="Footer Placeholder 2">
            <a:extLst>
              <a:ext uri="{FF2B5EF4-FFF2-40B4-BE49-F238E27FC236}">
                <a16:creationId xmlns:a16="http://schemas.microsoft.com/office/drawing/2014/main" id="{BBD29954-4472-E051-CB20-B02ED496EC1F}"/>
              </a:ext>
            </a:extLst>
          </p:cNvPr>
          <p:cNvSpPr>
            <a:spLocks noGrp="1"/>
          </p:cNvSpPr>
          <p:nvPr>
            <p:ph type="ftr" sz="quarter" idx="13"/>
          </p:nvPr>
        </p:nvSpPr>
        <p:spPr/>
        <p:txBody>
          <a:bodyPr/>
          <a:lstStyle/>
          <a:p>
            <a:r>
              <a:rPr lang="de-DE"/>
              <a:t>Hackathon 2026</a:t>
            </a:r>
          </a:p>
        </p:txBody>
      </p:sp>
      <p:sp>
        <p:nvSpPr>
          <p:cNvPr id="5" name="Text Placeholder 4">
            <a:extLst>
              <a:ext uri="{FF2B5EF4-FFF2-40B4-BE49-F238E27FC236}">
                <a16:creationId xmlns:a16="http://schemas.microsoft.com/office/drawing/2014/main" id="{2C81B907-D783-A788-FD66-33FB90A97E22}"/>
              </a:ext>
            </a:extLst>
          </p:cNvPr>
          <p:cNvSpPr>
            <a:spLocks noGrp="1"/>
          </p:cNvSpPr>
          <p:nvPr>
            <p:ph type="body" sz="quarter" idx="10"/>
          </p:nvPr>
        </p:nvSpPr>
        <p:spPr>
          <a:xfrm>
            <a:off x="358776" y="2136338"/>
            <a:ext cx="7010400" cy="2585323"/>
          </a:xfrm>
        </p:spPr>
        <p:txBody>
          <a:bodyPr>
            <a:spAutoFit/>
          </a:bodyPr>
          <a:lstStyle/>
          <a:p>
            <a:pPr>
              <a:lnSpc>
                <a:spcPts val="6600"/>
              </a:lnSpc>
            </a:pPr>
            <a:r>
              <a:rPr lang="en-US" dirty="0"/>
              <a:t>What can you build as a developer?</a:t>
            </a:r>
            <a:endParaRPr lang="de-DE" dirty="0">
              <a:effectLst/>
            </a:endParaRPr>
          </a:p>
        </p:txBody>
      </p:sp>
      <p:sp>
        <p:nvSpPr>
          <p:cNvPr id="6" name="Text Placeholder 5">
            <a:extLst>
              <a:ext uri="{FF2B5EF4-FFF2-40B4-BE49-F238E27FC236}">
                <a16:creationId xmlns:a16="http://schemas.microsoft.com/office/drawing/2014/main" id="{6F3D8F70-4109-0F1F-C21F-AB6F84DCE5F6}"/>
              </a:ext>
            </a:extLst>
          </p:cNvPr>
          <p:cNvSpPr>
            <a:spLocks noGrp="1"/>
          </p:cNvSpPr>
          <p:nvPr>
            <p:ph type="body" sz="quarter" idx="11"/>
          </p:nvPr>
        </p:nvSpPr>
        <p:spPr>
          <a:xfrm>
            <a:off x="358775" y="1761800"/>
            <a:ext cx="7010401" cy="360767"/>
          </a:xfrm>
        </p:spPr>
        <p:txBody>
          <a:bodyPr/>
          <a:lstStyle/>
          <a:p>
            <a:r>
              <a:rPr lang="en-US" dirty="0"/>
              <a:t>CHAPTER 03</a:t>
            </a:r>
            <a:endParaRPr lang="de-DE" dirty="0">
              <a:effectLst/>
            </a:endParaRPr>
          </a:p>
        </p:txBody>
      </p:sp>
      <p:pic>
        <p:nvPicPr>
          <p:cNvPr id="8" name="Grafik 7">
            <a:extLst>
              <a:ext uri="{FF2B5EF4-FFF2-40B4-BE49-F238E27FC236}">
                <a16:creationId xmlns:a16="http://schemas.microsoft.com/office/drawing/2014/main" id="{44701962-9959-03B3-66E0-A98B459F9F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77450" y="0"/>
            <a:ext cx="2914650" cy="2914650"/>
          </a:xfrm>
          <a:prstGeom prst="rect">
            <a:avLst/>
          </a:prstGeom>
        </p:spPr>
      </p:pic>
    </p:spTree>
    <p:extLst>
      <p:ext uri="{BB962C8B-B14F-4D97-AF65-F5344CB8AC3E}">
        <p14:creationId xmlns:p14="http://schemas.microsoft.com/office/powerpoint/2010/main" val="2674671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67B0A3-31B5-4537-BF17-DB3F80D86A8E}"/>
              </a:ext>
            </a:extLst>
          </p:cNvPr>
          <p:cNvSpPr>
            <a:spLocks noGrp="1"/>
          </p:cNvSpPr>
          <p:nvPr>
            <p:ph type="body" sz="quarter" idx="10"/>
          </p:nvPr>
        </p:nvSpPr>
        <p:spPr/>
        <p:txBody>
          <a:bodyPr/>
          <a:lstStyle/>
          <a:p>
            <a:r>
              <a:rPr lang="en-US" b="1" dirty="0"/>
              <a:t>Frontend templates </a:t>
            </a:r>
            <a:r>
              <a:rPr lang="en-US" dirty="0"/>
              <a:t>for React (Cloud App Starter)</a:t>
            </a:r>
          </a:p>
          <a:p>
            <a:r>
              <a:rPr lang="en-US" b="1" dirty="0"/>
              <a:t>Webhook handler template </a:t>
            </a:r>
            <a:r>
              <a:rPr lang="en-US" dirty="0"/>
              <a:t>for pure backend services</a:t>
            </a:r>
          </a:p>
          <a:p>
            <a:r>
              <a:rPr lang="en-US" b="1" dirty="0"/>
              <a:t>SDKs:</a:t>
            </a:r>
            <a:r>
              <a:rPr lang="en-US" dirty="0"/>
              <a:t> JavaScript/TypeScript incl. React hooks, C#/.NET</a:t>
            </a:r>
          </a:p>
          <a:p>
            <a:r>
              <a:rPr lang="en-US" b="1" dirty="0"/>
              <a:t>Official JTL CLI for auth</a:t>
            </a:r>
            <a:r>
              <a:rPr lang="en-US" dirty="0"/>
              <a:t>, scaffolding and app submission</a:t>
            </a:r>
          </a:p>
        </p:txBody>
      </p:sp>
      <p:sp>
        <p:nvSpPr>
          <p:cNvPr id="3" name="Date Placeholder 2">
            <a:extLst>
              <a:ext uri="{FF2B5EF4-FFF2-40B4-BE49-F238E27FC236}">
                <a16:creationId xmlns:a16="http://schemas.microsoft.com/office/drawing/2014/main" id="{470039C3-B62F-AD04-3790-9309057EEA87}"/>
              </a:ext>
            </a:extLst>
          </p:cNvPr>
          <p:cNvSpPr>
            <a:spLocks noGrp="1"/>
          </p:cNvSpPr>
          <p:nvPr>
            <p:ph type="dt" sz="half" idx="16"/>
          </p:nvPr>
        </p:nvSpPr>
        <p:spPr/>
        <p:txBody>
          <a:bodyPr/>
          <a:lstStyle/>
          <a:p>
            <a:fld id="{CD0D39B7-E845-44CC-A4CB-3301C3D67157}" type="datetime1">
              <a:rPr lang="de-DE" smtClean="0"/>
              <a:t>28.05.26</a:t>
            </a:fld>
            <a:endParaRPr lang="de-DE"/>
          </a:p>
        </p:txBody>
      </p:sp>
      <p:sp>
        <p:nvSpPr>
          <p:cNvPr id="4" name="Footer Placeholder 3">
            <a:extLst>
              <a:ext uri="{FF2B5EF4-FFF2-40B4-BE49-F238E27FC236}">
                <a16:creationId xmlns:a16="http://schemas.microsoft.com/office/drawing/2014/main" id="{1979E5F1-7FCD-C085-1D02-EC53E869CBBD}"/>
              </a:ext>
            </a:extLst>
          </p:cNvPr>
          <p:cNvSpPr>
            <a:spLocks noGrp="1"/>
          </p:cNvSpPr>
          <p:nvPr>
            <p:ph type="ftr" sz="quarter" idx="17"/>
          </p:nvPr>
        </p:nvSpPr>
        <p:spPr/>
        <p:txBody>
          <a:bodyPr/>
          <a:lstStyle/>
          <a:p>
            <a:r>
              <a:rPr lang="de-DE"/>
              <a:t>Hackathon 2026</a:t>
            </a:r>
          </a:p>
        </p:txBody>
      </p:sp>
      <p:sp>
        <p:nvSpPr>
          <p:cNvPr id="6" name="Text Placeholder 5">
            <a:extLst>
              <a:ext uri="{FF2B5EF4-FFF2-40B4-BE49-F238E27FC236}">
                <a16:creationId xmlns:a16="http://schemas.microsoft.com/office/drawing/2014/main" id="{DBEF81F0-0EA7-B440-59B1-5FAD4A2C0B2A}"/>
              </a:ext>
            </a:extLst>
          </p:cNvPr>
          <p:cNvSpPr>
            <a:spLocks noGrp="1"/>
          </p:cNvSpPr>
          <p:nvPr>
            <p:ph type="body" sz="quarter" idx="15"/>
          </p:nvPr>
        </p:nvSpPr>
        <p:spPr/>
        <p:txBody>
          <a:bodyPr>
            <a:spAutoFit/>
          </a:bodyPr>
          <a:lstStyle/>
          <a:p>
            <a:r>
              <a:rPr lang="en-US" dirty="0">
                <a:solidFill>
                  <a:schemeClr val="accent1"/>
                </a:solidFill>
              </a:rPr>
              <a:t>CHAPTER 03 </a:t>
            </a:r>
            <a:r>
              <a:rPr lang="en-US" dirty="0"/>
              <a:t>· What can you build as a developer?</a:t>
            </a:r>
          </a:p>
        </p:txBody>
      </p:sp>
      <p:sp>
        <p:nvSpPr>
          <p:cNvPr id="7" name="Text Placeholder 6">
            <a:extLst>
              <a:ext uri="{FF2B5EF4-FFF2-40B4-BE49-F238E27FC236}">
                <a16:creationId xmlns:a16="http://schemas.microsoft.com/office/drawing/2014/main" id="{062FC7FE-9F36-6CEC-421D-6E232FA187A6}"/>
              </a:ext>
            </a:extLst>
          </p:cNvPr>
          <p:cNvSpPr>
            <a:spLocks noGrp="1"/>
          </p:cNvSpPr>
          <p:nvPr>
            <p:ph type="body" sz="quarter" idx="14"/>
          </p:nvPr>
        </p:nvSpPr>
        <p:spPr/>
        <p:txBody>
          <a:bodyPr/>
          <a:lstStyle/>
          <a:p>
            <a:r>
              <a:rPr lang="en-US" dirty="0"/>
              <a:t>Tech-stack options</a:t>
            </a:r>
          </a:p>
        </p:txBody>
      </p:sp>
    </p:spTree>
    <p:extLst>
      <p:ext uri="{BB962C8B-B14F-4D97-AF65-F5344CB8AC3E}">
        <p14:creationId xmlns:p14="http://schemas.microsoft.com/office/powerpoint/2010/main" val="3937928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5E149C-B2FA-3E0D-C819-FC9F679FBBF4}"/>
              </a:ext>
            </a:extLst>
          </p:cNvPr>
          <p:cNvSpPr>
            <a:spLocks noGrp="1"/>
          </p:cNvSpPr>
          <p:nvPr>
            <p:ph type="dt" sz="half" idx="12"/>
          </p:nvPr>
        </p:nvSpPr>
        <p:spPr>
          <a:xfrm>
            <a:off x="4241844" y="6488491"/>
            <a:ext cx="1854156" cy="218835"/>
          </a:xfrm>
        </p:spPr>
        <p:txBody>
          <a:bodyPr/>
          <a:lstStyle/>
          <a:p>
            <a:fld id="{98626F16-2DD4-4A6A-AE99-847E6F2A79BA}" type="datetime1">
              <a:rPr lang="de-DE" smtClean="0"/>
              <a:pPr/>
              <a:t>28.05.26</a:t>
            </a:fld>
            <a:endParaRPr lang="de-DE"/>
          </a:p>
        </p:txBody>
      </p:sp>
      <p:sp>
        <p:nvSpPr>
          <p:cNvPr id="3" name="Footer Placeholder 2">
            <a:extLst>
              <a:ext uri="{FF2B5EF4-FFF2-40B4-BE49-F238E27FC236}">
                <a16:creationId xmlns:a16="http://schemas.microsoft.com/office/drawing/2014/main" id="{C052CCD6-AEE5-5911-ED0A-E6BC68C78883}"/>
              </a:ext>
            </a:extLst>
          </p:cNvPr>
          <p:cNvSpPr>
            <a:spLocks noGrp="1"/>
          </p:cNvSpPr>
          <p:nvPr>
            <p:ph type="ftr" sz="quarter" idx="13"/>
          </p:nvPr>
        </p:nvSpPr>
        <p:spPr>
          <a:xfrm>
            <a:off x="1285875" y="6488353"/>
            <a:ext cx="2777640" cy="218973"/>
          </a:xfrm>
        </p:spPr>
        <p:txBody>
          <a:bodyPr/>
          <a:lstStyle/>
          <a:p>
            <a:r>
              <a:rPr lang="de-DE"/>
              <a:t>Hackathon 2026</a:t>
            </a:r>
          </a:p>
        </p:txBody>
      </p:sp>
      <p:sp>
        <p:nvSpPr>
          <p:cNvPr id="5" name="Text Placeholder 4">
            <a:extLst>
              <a:ext uri="{FF2B5EF4-FFF2-40B4-BE49-F238E27FC236}">
                <a16:creationId xmlns:a16="http://schemas.microsoft.com/office/drawing/2014/main" id="{A9C69C2A-EFCD-B9E4-8E84-71C0F76E9221}"/>
              </a:ext>
            </a:extLst>
          </p:cNvPr>
          <p:cNvSpPr>
            <a:spLocks noGrp="1"/>
          </p:cNvSpPr>
          <p:nvPr>
            <p:ph type="body" sz="quarter" idx="10"/>
          </p:nvPr>
        </p:nvSpPr>
        <p:spPr>
          <a:xfrm>
            <a:off x="358774" y="2101215"/>
            <a:ext cx="8510905" cy="2559675"/>
          </a:xfrm>
        </p:spPr>
        <p:txBody>
          <a:bodyPr wrap="square">
            <a:spAutoFit/>
          </a:bodyPr>
          <a:lstStyle/>
          <a:p>
            <a:pPr>
              <a:lnSpc>
                <a:spcPts val="6200"/>
              </a:lnSpc>
            </a:pPr>
            <a:r>
              <a:rPr lang="en-US" dirty="0"/>
              <a:t>Hands-on.</a:t>
            </a:r>
          </a:p>
          <a:p>
            <a:pPr>
              <a:lnSpc>
                <a:spcPts val="6200"/>
              </a:lnSpc>
            </a:pPr>
            <a:r>
              <a:rPr lang="en-US" dirty="0"/>
              <a:t>Build a JTL Cloud App.</a:t>
            </a:r>
          </a:p>
        </p:txBody>
      </p:sp>
      <p:sp>
        <p:nvSpPr>
          <p:cNvPr id="6" name="Text Placeholder 5">
            <a:extLst>
              <a:ext uri="{FF2B5EF4-FFF2-40B4-BE49-F238E27FC236}">
                <a16:creationId xmlns:a16="http://schemas.microsoft.com/office/drawing/2014/main" id="{A42A5553-3E5E-3627-AA20-D7087F601E74}"/>
              </a:ext>
            </a:extLst>
          </p:cNvPr>
          <p:cNvSpPr>
            <a:spLocks noGrp="1"/>
          </p:cNvSpPr>
          <p:nvPr>
            <p:ph type="body" sz="quarter" idx="11"/>
          </p:nvPr>
        </p:nvSpPr>
        <p:spPr>
          <a:xfrm>
            <a:off x="358775" y="1726565"/>
            <a:ext cx="7010400" cy="360363"/>
          </a:xfrm>
        </p:spPr>
        <p:txBody>
          <a:bodyPr/>
          <a:lstStyle/>
          <a:p>
            <a:r>
              <a:rPr lang="en-US" dirty="0"/>
              <a:t>CHAPTER 04</a:t>
            </a:r>
          </a:p>
        </p:txBody>
      </p:sp>
      <p:pic>
        <p:nvPicPr>
          <p:cNvPr id="12" name="Grafik 11">
            <a:extLst>
              <a:ext uri="{FF2B5EF4-FFF2-40B4-BE49-F238E27FC236}">
                <a16:creationId xmlns:a16="http://schemas.microsoft.com/office/drawing/2014/main" id="{44E0E624-8766-D818-74B8-45D36976CF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30050" y="233302"/>
            <a:ext cx="3606350" cy="2950648"/>
          </a:xfrm>
          <a:prstGeom prst="rect">
            <a:avLst/>
          </a:prstGeom>
        </p:spPr>
      </p:pic>
    </p:spTree>
    <p:extLst>
      <p:ext uri="{BB962C8B-B14F-4D97-AF65-F5344CB8AC3E}">
        <p14:creationId xmlns:p14="http://schemas.microsoft.com/office/powerpoint/2010/main" val="1736452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hteck: abgerundete Ecken 15">
            <a:extLst>
              <a:ext uri="{FF2B5EF4-FFF2-40B4-BE49-F238E27FC236}">
                <a16:creationId xmlns:a16="http://schemas.microsoft.com/office/drawing/2014/main" id="{BB8AEF75-5912-6251-77E2-9AC6B18CE6E1}"/>
              </a:ext>
            </a:extLst>
          </p:cNvPr>
          <p:cNvSpPr/>
          <p:nvPr/>
        </p:nvSpPr>
        <p:spPr>
          <a:xfrm>
            <a:off x="6192839" y="1541318"/>
            <a:ext cx="5627688" cy="4475018"/>
          </a:xfrm>
          <a:prstGeom prst="roundRect">
            <a:avLst>
              <a:gd name="adj" fmla="val 8617"/>
            </a:avLst>
          </a:prstGeom>
          <a:solidFill>
            <a:schemeClr val="bg2"/>
          </a:solidFill>
          <a:ln w="15990" cap="flat">
            <a:noFill/>
            <a:prstDash val="solid"/>
            <a:miter/>
          </a:ln>
        </p:spPr>
        <p:txBody>
          <a:bodyPr rtlCol="0" anchor="ctr"/>
          <a:lstStyle/>
          <a:p>
            <a:pPr algn="l"/>
            <a:endParaRPr lang="de-DE"/>
          </a:p>
        </p:txBody>
      </p:sp>
      <p:sp>
        <p:nvSpPr>
          <p:cNvPr id="15" name="Rechteck: abgerundete Ecken 14">
            <a:extLst>
              <a:ext uri="{FF2B5EF4-FFF2-40B4-BE49-F238E27FC236}">
                <a16:creationId xmlns:a16="http://schemas.microsoft.com/office/drawing/2014/main" id="{6723C341-A313-2650-69A4-A3D68AA78F5A}"/>
              </a:ext>
            </a:extLst>
          </p:cNvPr>
          <p:cNvSpPr/>
          <p:nvPr/>
        </p:nvSpPr>
        <p:spPr>
          <a:xfrm>
            <a:off x="371475" y="1541318"/>
            <a:ext cx="5627688" cy="4475018"/>
          </a:xfrm>
          <a:prstGeom prst="roundRect">
            <a:avLst>
              <a:gd name="adj" fmla="val 8617"/>
            </a:avLst>
          </a:prstGeom>
          <a:solidFill>
            <a:schemeClr val="accent2"/>
          </a:solidFill>
          <a:ln w="15990" cap="flat">
            <a:noFill/>
            <a:prstDash val="solid"/>
            <a:miter/>
          </a:ln>
        </p:spPr>
        <p:txBody>
          <a:bodyPr rtlCol="0" anchor="ctr"/>
          <a:lstStyle/>
          <a:p>
            <a:pPr algn="l"/>
            <a:endParaRPr lang="de-DE"/>
          </a:p>
        </p:txBody>
      </p:sp>
      <p:sp>
        <p:nvSpPr>
          <p:cNvPr id="7" name="Text Placeholder 6">
            <a:extLst>
              <a:ext uri="{FF2B5EF4-FFF2-40B4-BE49-F238E27FC236}">
                <a16:creationId xmlns:a16="http://schemas.microsoft.com/office/drawing/2014/main" id="{0FFFAF36-7D98-F5F9-10AE-E8138CFF5A52}"/>
              </a:ext>
            </a:extLst>
          </p:cNvPr>
          <p:cNvSpPr>
            <a:spLocks noGrp="1"/>
          </p:cNvSpPr>
          <p:nvPr>
            <p:ph type="body" sz="quarter" idx="10"/>
          </p:nvPr>
        </p:nvSpPr>
        <p:spPr>
          <a:xfrm>
            <a:off x="685801" y="2092758"/>
            <a:ext cx="5063836" cy="4865687"/>
          </a:xfrm>
        </p:spPr>
        <p:txBody>
          <a:bodyPr anchor="t"/>
          <a:lstStyle/>
          <a:p>
            <a:pPr marL="0" indent="0">
              <a:buNone/>
            </a:pPr>
            <a:r>
              <a:rPr lang="en-US" sz="2400" b="1" dirty="0"/>
              <a:t>From Template</a:t>
            </a:r>
          </a:p>
          <a:p>
            <a:r>
              <a:rPr lang="en-US" dirty="0"/>
              <a:t>15 minutes to a working app</a:t>
            </a:r>
          </a:p>
          <a:p>
            <a:r>
              <a:rPr lang="en-US" dirty="0"/>
              <a:t>React starter with everything included</a:t>
            </a:r>
          </a:p>
          <a:p>
            <a:r>
              <a:rPr lang="en-US" dirty="0"/>
              <a:t>Manifest, auth flow and </a:t>
            </a:r>
            <a:r>
              <a:rPr lang="en-US" dirty="0" err="1"/>
              <a:t>AppBridge</a:t>
            </a:r>
            <a:r>
              <a:rPr lang="en-US" dirty="0"/>
              <a:t> pre-wired</a:t>
            </a:r>
          </a:p>
          <a:p>
            <a:pPr marL="0" indent="0">
              <a:buNone/>
            </a:pPr>
            <a:r>
              <a:rPr lang="en-US" b="1" u="sng" dirty="0"/>
              <a:t>This is the path we'll take.</a:t>
            </a:r>
          </a:p>
        </p:txBody>
      </p:sp>
      <p:sp>
        <p:nvSpPr>
          <p:cNvPr id="8" name="Text Placeholder 7">
            <a:extLst>
              <a:ext uri="{FF2B5EF4-FFF2-40B4-BE49-F238E27FC236}">
                <a16:creationId xmlns:a16="http://schemas.microsoft.com/office/drawing/2014/main" id="{E83FA874-0B27-136B-81D0-8C0A23BDCABB}"/>
              </a:ext>
            </a:extLst>
          </p:cNvPr>
          <p:cNvSpPr>
            <a:spLocks noGrp="1"/>
          </p:cNvSpPr>
          <p:nvPr>
            <p:ph type="body" sz="quarter" idx="19"/>
          </p:nvPr>
        </p:nvSpPr>
        <p:spPr>
          <a:xfrm>
            <a:off x="6509285" y="2092758"/>
            <a:ext cx="5072404" cy="4865687"/>
          </a:xfrm>
        </p:spPr>
        <p:txBody>
          <a:bodyPr anchor="t"/>
          <a:lstStyle/>
          <a:p>
            <a:pPr marL="0" indent="0">
              <a:buNone/>
            </a:pPr>
            <a:r>
              <a:rPr lang="en-US" sz="2400" b="1" dirty="0"/>
              <a:t>From Scratch</a:t>
            </a:r>
          </a:p>
          <a:p>
            <a:r>
              <a:rPr lang="en-US" dirty="0"/>
              <a:t>In detail with Next.js</a:t>
            </a:r>
          </a:p>
          <a:p>
            <a:r>
              <a:rPr lang="en-US" dirty="0"/>
              <a:t>Full control over every building block</a:t>
            </a:r>
          </a:p>
          <a:p>
            <a:r>
              <a:rPr lang="en-US" dirty="0"/>
              <a:t>Wire up manifest, auth, </a:t>
            </a:r>
            <a:r>
              <a:rPr lang="en-US" dirty="0" err="1"/>
              <a:t>AppBridge</a:t>
            </a:r>
            <a:r>
              <a:rPr lang="en-US" dirty="0"/>
              <a:t> yourself</a:t>
            </a:r>
            <a:br>
              <a:rPr lang="en-US" dirty="0"/>
            </a:br>
            <a:endParaRPr lang="en-US" dirty="0"/>
          </a:p>
          <a:p>
            <a:pPr marL="0" indent="0">
              <a:buNone/>
            </a:pPr>
            <a:r>
              <a:rPr lang="en-US" b="1" dirty="0"/>
              <a:t>Bonus material for after the workshop.</a:t>
            </a:r>
          </a:p>
        </p:txBody>
      </p:sp>
      <p:sp>
        <p:nvSpPr>
          <p:cNvPr id="3" name="Date Placeholder 2">
            <a:extLst>
              <a:ext uri="{FF2B5EF4-FFF2-40B4-BE49-F238E27FC236}">
                <a16:creationId xmlns:a16="http://schemas.microsoft.com/office/drawing/2014/main" id="{E2951CB3-8B6B-A3DE-F8E9-11D9CC735467}"/>
              </a:ext>
            </a:extLst>
          </p:cNvPr>
          <p:cNvSpPr>
            <a:spLocks noGrp="1"/>
          </p:cNvSpPr>
          <p:nvPr>
            <p:ph type="dt" sz="half" idx="20"/>
          </p:nvPr>
        </p:nvSpPr>
        <p:spPr>
          <a:xfrm>
            <a:off x="4241844" y="6488491"/>
            <a:ext cx="1854156" cy="218835"/>
          </a:xfrm>
        </p:spPr>
        <p:txBody>
          <a:bodyPr/>
          <a:lstStyle/>
          <a:p>
            <a:fld id="{C900A20A-DCD0-4582-8716-39762C32321E}" type="datetime1">
              <a:rPr lang="de-DE" smtClean="0"/>
              <a:pPr/>
              <a:t>28.05.26</a:t>
            </a:fld>
            <a:endParaRPr lang="de-DE"/>
          </a:p>
        </p:txBody>
      </p:sp>
      <p:sp>
        <p:nvSpPr>
          <p:cNvPr id="4" name="Footer Placeholder 3">
            <a:extLst>
              <a:ext uri="{FF2B5EF4-FFF2-40B4-BE49-F238E27FC236}">
                <a16:creationId xmlns:a16="http://schemas.microsoft.com/office/drawing/2014/main" id="{D7D84737-03A3-639A-F0FC-FDCFDBC9F813}"/>
              </a:ext>
            </a:extLst>
          </p:cNvPr>
          <p:cNvSpPr>
            <a:spLocks noGrp="1"/>
          </p:cNvSpPr>
          <p:nvPr>
            <p:ph type="ftr" sz="quarter" idx="21"/>
          </p:nvPr>
        </p:nvSpPr>
        <p:spPr>
          <a:xfrm>
            <a:off x="1285875" y="6488353"/>
            <a:ext cx="2777640" cy="218973"/>
          </a:xfrm>
        </p:spPr>
        <p:txBody>
          <a:bodyPr/>
          <a:lstStyle/>
          <a:p>
            <a:r>
              <a:rPr lang="de-DE"/>
              <a:t>Hackathon 2026</a:t>
            </a:r>
          </a:p>
        </p:txBody>
      </p:sp>
      <p:sp>
        <p:nvSpPr>
          <p:cNvPr id="14" name="Textplatzhalter 13">
            <a:extLst>
              <a:ext uri="{FF2B5EF4-FFF2-40B4-BE49-F238E27FC236}">
                <a16:creationId xmlns:a16="http://schemas.microsoft.com/office/drawing/2014/main" id="{DB1F05C3-4B87-81E4-A7FE-4D52E0C7B411}"/>
              </a:ext>
            </a:extLst>
          </p:cNvPr>
          <p:cNvSpPr>
            <a:spLocks noGrp="1"/>
          </p:cNvSpPr>
          <p:nvPr>
            <p:ph type="body" sz="quarter" idx="15"/>
          </p:nvPr>
        </p:nvSpPr>
        <p:spPr/>
        <p:txBody>
          <a:bodyPr/>
          <a:lstStyle/>
          <a:p>
            <a:endParaRPr lang="de-DE"/>
          </a:p>
        </p:txBody>
      </p:sp>
      <p:sp>
        <p:nvSpPr>
          <p:cNvPr id="6" name="Text Placeholder 5">
            <a:extLst>
              <a:ext uri="{FF2B5EF4-FFF2-40B4-BE49-F238E27FC236}">
                <a16:creationId xmlns:a16="http://schemas.microsoft.com/office/drawing/2014/main" id="{F5E95125-9351-3F95-3809-5C140E630B75}"/>
              </a:ext>
            </a:extLst>
          </p:cNvPr>
          <p:cNvSpPr>
            <a:spLocks noGrp="1"/>
          </p:cNvSpPr>
          <p:nvPr>
            <p:ph type="body" sz="quarter" idx="14"/>
          </p:nvPr>
        </p:nvSpPr>
        <p:spPr>
          <a:xfrm>
            <a:off x="356835" y="631484"/>
            <a:ext cx="11474803" cy="297769"/>
          </a:xfrm>
        </p:spPr>
        <p:txBody>
          <a:bodyPr>
            <a:spAutoFit/>
          </a:bodyPr>
          <a:lstStyle/>
          <a:p>
            <a:r>
              <a:rPr lang="en-US" dirty="0"/>
              <a:t>Two </a:t>
            </a:r>
            <a:r>
              <a:rPr lang="en-US" dirty="0" err="1"/>
              <a:t>quickstart</a:t>
            </a:r>
            <a:r>
              <a:rPr lang="en-US" dirty="0"/>
              <a:t> paths · we'll take the fast one</a:t>
            </a:r>
          </a:p>
        </p:txBody>
      </p:sp>
    </p:spTree>
    <p:extLst>
      <p:ext uri="{BB962C8B-B14F-4D97-AF65-F5344CB8AC3E}">
        <p14:creationId xmlns:p14="http://schemas.microsoft.com/office/powerpoint/2010/main" val="349344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7F30F-1091-3D16-8045-7F5B93C1108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2FDB9ED-2C03-5689-8579-DBB3BB0F8F28}"/>
              </a:ext>
            </a:extLst>
          </p:cNvPr>
          <p:cNvSpPr>
            <a:spLocks noGrp="1"/>
          </p:cNvSpPr>
          <p:nvPr>
            <p:ph type="dt" sz="half" idx="20"/>
          </p:nvPr>
        </p:nvSpPr>
        <p:spPr>
          <a:xfrm>
            <a:off x="4241844" y="6488491"/>
            <a:ext cx="1854156" cy="218835"/>
          </a:xfrm>
        </p:spPr>
        <p:txBody>
          <a:bodyPr/>
          <a:lstStyle/>
          <a:p>
            <a:fld id="{C900A20A-DCD0-4582-8716-39762C32321E}" type="datetime1">
              <a:rPr lang="de-DE" smtClean="0"/>
              <a:pPr/>
              <a:t>28.05.26</a:t>
            </a:fld>
            <a:endParaRPr lang="de-DE"/>
          </a:p>
        </p:txBody>
      </p:sp>
      <p:sp>
        <p:nvSpPr>
          <p:cNvPr id="4" name="Footer Placeholder 3">
            <a:extLst>
              <a:ext uri="{FF2B5EF4-FFF2-40B4-BE49-F238E27FC236}">
                <a16:creationId xmlns:a16="http://schemas.microsoft.com/office/drawing/2014/main" id="{9D196B27-6169-11CA-56B0-E3A5839C42B5}"/>
              </a:ext>
            </a:extLst>
          </p:cNvPr>
          <p:cNvSpPr>
            <a:spLocks noGrp="1"/>
          </p:cNvSpPr>
          <p:nvPr>
            <p:ph type="ftr" sz="quarter" idx="21"/>
          </p:nvPr>
        </p:nvSpPr>
        <p:spPr>
          <a:xfrm>
            <a:off x="1285875" y="6488353"/>
            <a:ext cx="2777640" cy="218973"/>
          </a:xfrm>
        </p:spPr>
        <p:txBody>
          <a:bodyPr/>
          <a:lstStyle/>
          <a:p>
            <a:r>
              <a:rPr lang="de-DE"/>
              <a:t>Hackathon 2026</a:t>
            </a:r>
          </a:p>
        </p:txBody>
      </p:sp>
      <p:sp>
        <p:nvSpPr>
          <p:cNvPr id="14" name="Textplatzhalter 13">
            <a:extLst>
              <a:ext uri="{FF2B5EF4-FFF2-40B4-BE49-F238E27FC236}">
                <a16:creationId xmlns:a16="http://schemas.microsoft.com/office/drawing/2014/main" id="{BCC0A647-6093-4718-EA9B-7184B18043FA}"/>
              </a:ext>
            </a:extLst>
          </p:cNvPr>
          <p:cNvSpPr>
            <a:spLocks noGrp="1"/>
          </p:cNvSpPr>
          <p:nvPr>
            <p:ph type="body" sz="quarter" idx="15"/>
          </p:nvPr>
        </p:nvSpPr>
        <p:spPr/>
        <p:txBody>
          <a:bodyPr/>
          <a:lstStyle/>
          <a:p>
            <a:endParaRPr lang="de-DE"/>
          </a:p>
        </p:txBody>
      </p:sp>
      <p:sp>
        <p:nvSpPr>
          <p:cNvPr id="6" name="Text Placeholder 5">
            <a:extLst>
              <a:ext uri="{FF2B5EF4-FFF2-40B4-BE49-F238E27FC236}">
                <a16:creationId xmlns:a16="http://schemas.microsoft.com/office/drawing/2014/main" id="{C8B65B5E-63D4-4ED2-CA70-BB09650E142D}"/>
              </a:ext>
            </a:extLst>
          </p:cNvPr>
          <p:cNvSpPr>
            <a:spLocks noGrp="1"/>
          </p:cNvSpPr>
          <p:nvPr>
            <p:ph type="body" sz="quarter" idx="14"/>
          </p:nvPr>
        </p:nvSpPr>
        <p:spPr>
          <a:xfrm>
            <a:off x="356835" y="631484"/>
            <a:ext cx="11474803" cy="340093"/>
          </a:xfrm>
        </p:spPr>
        <p:txBody>
          <a:bodyPr>
            <a:spAutoFit/>
          </a:bodyPr>
          <a:lstStyle/>
          <a:p>
            <a:r>
              <a:rPr lang="en-US" dirty="0"/>
              <a:t>Demo showcase: CustomerVoice</a:t>
            </a:r>
          </a:p>
        </p:txBody>
      </p:sp>
      <p:sp>
        <p:nvSpPr>
          <p:cNvPr id="100" name="Intro"/>
          <p:cNvSpPr txBox="1"/>
          <p:nvPr/>
        </p:nvSpPr>
        <p:spPr>
          <a:xfrm>
            <a:off x="355600" y="1143000"/>
            <a:ext cx="11480800" cy="635000"/>
          </a:xfrm>
          <a:prstGeom prst="rect">
            <a:avLst/>
          </a:prstGeom>
          <a:noFill/>
          <a:ln>
            <a:noFill/>
          </a:ln>
        </p:spPr>
        <p:txBody>
          <a:bodyPr wrap="square" lIns="180000" tIns="144000" rIns="180000" bIns="144000" anchor="t"/>
          <a:lstStyle/>
          <a:p>
            <a:pPr algn="l">
              <a:lnSpc>
                <a:spcPct val="120000"/>
              </a:lnSpc>
              <a:buNone/>
            </a:pPr>
            <a:r>
              <a:rPr lang="en-US" sz="1600" dirty="0">
                <a:solidFill>
                  <a:srgbClr val="0A1A45"/>
                </a:solidFill>
              </a:rPr>
              <a:t>A lean </a:t>
            </a:r>
            <a:r>
              <a:rPr lang="en-US" sz="1600" b="1" dirty="0">
                <a:solidFill>
                  <a:srgbClr val="0A1A45"/>
                </a:solidFill>
              </a:rPr>
              <a:t>multi-tenant feedback management app</a:t>
            </a:r>
            <a:r>
              <a:rPr lang="en-US" sz="1600" dirty="0">
                <a:solidFill>
                  <a:srgbClr val="0A1A45"/>
                </a:solidFill>
              </a:rPr>
              <a:t> that serves as a reference implementation, demonstrating every relevant integration point of the JTL Cloud Platform in a single app.</a:t>
            </a:r>
          </a:p>
        </p:txBody>
      </p:sp>
      <p:sp>
        <p:nvSpPr>
          <p:cNvPr id="101" name="Was-Box"/>
          <p:cNvSpPr txBox="1"/>
          <p:nvPr/>
        </p:nvSpPr>
        <p:spPr>
          <a:xfrm>
            <a:off x="355600" y="1905000"/>
            <a:ext cx="5638800" cy="4064000"/>
          </a:xfrm>
          <a:prstGeom prst="roundRect">
            <a:avLst>
              <a:gd name="adj" fmla="val 8000"/>
            </a:avLst>
          </a:prstGeom>
          <a:solidFill>
            <a:srgbClr val="FFFFFF"/>
          </a:solidFill>
          <a:ln w="9525">
            <a:solidFill>
              <a:srgbClr val="D8D8CF"/>
            </a:solidFill>
          </a:ln>
        </p:spPr>
        <p:txBody>
          <a:bodyPr wrap="square" lIns="180000" tIns="144000" rIns="180000" bIns="144000" anchor="t"/>
          <a:lstStyle/>
          <a:p>
            <a:pPr algn="l">
              <a:spcAft>
                <a:spcPts val="600"/>
              </a:spcAft>
              <a:buNone/>
            </a:pPr>
            <a:r>
              <a:rPr lang="en-US" sz="1800" b="1" dirty="0">
                <a:solidFill>
                  <a:srgbClr val="0A1A45"/>
                </a:solidFill>
              </a:rPr>
              <a:t>What the app does</a:t>
            </a:r>
          </a:p>
          <a:p>
            <a:pPr marL="171450" indent="-171450">
              <a:lnSpc>
                <a:spcPct val="120000"/>
              </a:lnSpc>
              <a:spcAft>
                <a:spcPts val="400"/>
              </a:spcAft>
              <a:buClr>
                <a:srgbClr val="FB571F"/>
              </a:buClr>
              <a:buFont typeface="Arial"/>
              <a:buChar char="■"/>
            </a:pPr>
            <a:r>
              <a:rPr lang="en-US" sz="1400" b="1" dirty="0">
                <a:solidFill>
                  <a:srgbClr val="0A1A45"/>
                </a:solidFill>
              </a:rPr>
              <a:t>Capture feedback – </a:t>
            </a:r>
            <a:r>
              <a:rPr lang="en-US" sz="1400" dirty="0">
                <a:solidFill>
                  <a:srgbClr val="0A1A45"/>
                </a:solidFill>
              </a:rPr>
              <a:t>Customers rate articles in the shop (rating + comment) via an embeddable widget</a:t>
            </a:r>
          </a:p>
          <a:p>
            <a:pPr marL="171450" indent="-171450">
              <a:lnSpc>
                <a:spcPct val="120000"/>
              </a:lnSpc>
              <a:spcAft>
                <a:spcPts val="400"/>
              </a:spcAft>
              <a:buClr>
                <a:srgbClr val="FB571F"/>
              </a:buClr>
              <a:buFont typeface="Arial"/>
              <a:buChar char="■"/>
            </a:pPr>
            <a:r>
              <a:rPr lang="en-US" sz="1400" b="1" dirty="0">
                <a:solidFill>
                  <a:srgbClr val="0A1A45"/>
                </a:solidFill>
              </a:rPr>
              <a:t>Dashboard – </a:t>
            </a:r>
            <a:r>
              <a:rPr lang="en-US" sz="1400" dirty="0">
                <a:solidFill>
                  <a:srgbClr val="0A1A45"/>
                </a:solidFill>
              </a:rPr>
              <a:t>Merchants see all feedback centrally with KPI tiles (new feedback, ⌀ rating, open, resolved)</a:t>
            </a:r>
          </a:p>
          <a:p>
            <a:pPr marL="171450" indent="-171450">
              <a:lnSpc>
                <a:spcPct val="120000"/>
              </a:lnSpc>
              <a:spcAft>
                <a:spcPts val="400"/>
              </a:spcAft>
              <a:buClr>
                <a:srgbClr val="FB571F"/>
              </a:buClr>
              <a:buFont typeface="Arial"/>
              <a:buChar char="■"/>
            </a:pPr>
            <a:r>
              <a:rPr lang="en-US" sz="1400" b="1" dirty="0">
                <a:solidFill>
                  <a:srgbClr val="0A1A45"/>
                </a:solidFill>
              </a:rPr>
              <a:t>Cloud ERP integration – </a:t>
            </a:r>
            <a:r>
              <a:rPr lang="en-US" sz="1400" dirty="0">
                <a:solidFill>
                  <a:srgbClr val="0A1A45"/>
                </a:solidFill>
              </a:rPr>
              <a:t>Context-aware view of feedback for the currently opened article or customer</a:t>
            </a:r>
          </a:p>
          <a:p>
            <a:pPr marL="171450" indent="-171450">
              <a:lnSpc>
                <a:spcPct val="120000"/>
              </a:lnSpc>
              <a:spcAft>
                <a:spcPts val="400"/>
              </a:spcAft>
              <a:buClr>
                <a:srgbClr val="FB571F"/>
              </a:buClr>
              <a:buFont typeface="Arial"/>
              <a:buChar char="■"/>
            </a:pPr>
            <a:r>
              <a:rPr lang="en-US" sz="1400" b="1" dirty="0">
                <a:solidFill>
                  <a:srgbClr val="0A1A45"/>
                </a:solidFill>
              </a:rPr>
              <a:t>Workflow – </a:t>
            </a:r>
            <a:r>
              <a:rPr lang="en-US" sz="1400" dirty="0">
                <a:solidFill>
                  <a:srgbClr val="0A1A45"/>
                </a:solidFill>
              </a:rPr>
              <a:t>Status workflow for processing: open → in progress → resolved</a:t>
            </a:r>
          </a:p>
          <a:p>
            <a:pPr marL="171450" indent="-171450">
              <a:lnSpc>
                <a:spcPct val="120000"/>
              </a:lnSpc>
              <a:spcAft>
                <a:spcPts val="400"/>
              </a:spcAft>
              <a:buClr>
                <a:srgbClr val="FB571F"/>
              </a:buClr>
              <a:buFont typeface="Arial"/>
              <a:buChar char="■"/>
            </a:pPr>
            <a:r>
              <a:rPr lang="en-US" sz="1400" b="1" dirty="0">
                <a:solidFill>
                  <a:srgbClr val="0A1A45"/>
                </a:solidFill>
              </a:rPr>
              <a:t>Configuration – </a:t>
            </a:r>
            <a:r>
              <a:rPr lang="en-US" sz="1400" dirty="0">
                <a:solidFill>
                  <a:srgbClr val="0A1A45"/>
                </a:solidFill>
              </a:rPr>
              <a:t>Per-tenant settings for shop name, contact email, and welcome message</a:t>
            </a:r>
          </a:p>
        </p:txBody>
      </p:sp>
      <p:sp>
        <p:nvSpPr>
          <p:cNvPr id="102" name="Integration-Box"/>
          <p:cNvSpPr txBox="1"/>
          <p:nvPr/>
        </p:nvSpPr>
        <p:spPr>
          <a:xfrm>
            <a:off x="6197600" y="1905000"/>
            <a:ext cx="5638800" cy="4064000"/>
          </a:xfrm>
          <a:prstGeom prst="roundRect">
            <a:avLst>
              <a:gd name="adj" fmla="val 8000"/>
            </a:avLst>
          </a:prstGeom>
          <a:solidFill>
            <a:srgbClr val="FFFFFF"/>
          </a:solidFill>
          <a:ln w="9525">
            <a:solidFill>
              <a:srgbClr val="D8D8CF"/>
            </a:solidFill>
          </a:ln>
        </p:spPr>
        <p:txBody>
          <a:bodyPr wrap="square" lIns="180000" tIns="144000" rIns="180000" bIns="144000" anchor="t"/>
          <a:lstStyle/>
          <a:p>
            <a:pPr algn="l">
              <a:spcAft>
                <a:spcPts val="600"/>
              </a:spcAft>
              <a:buNone/>
            </a:pPr>
            <a:r>
              <a:rPr lang="en-US" sz="1800" b="1" dirty="0">
                <a:solidFill>
                  <a:srgbClr val="0A1A45"/>
                </a:solidFill>
              </a:rPr>
              <a:t>JTL Cloud integration points</a:t>
            </a:r>
          </a:p>
          <a:p>
            <a:pPr marL="171450" indent="-171450">
              <a:lnSpc>
                <a:spcPct val="120000"/>
              </a:lnSpc>
              <a:spcAft>
                <a:spcPts val="400"/>
              </a:spcAft>
              <a:buClr>
                <a:srgbClr val="FB571F"/>
              </a:buClr>
              <a:buFont typeface="Arial"/>
              <a:buChar char="■"/>
            </a:pPr>
            <a:r>
              <a:rPr lang="en-US" sz="1400" b="1" dirty="0">
                <a:solidFill>
                  <a:srgbClr val="0A1A45"/>
                </a:solidFill>
              </a:rPr>
              <a:t>Hub link – </a:t>
            </a:r>
            <a:r>
              <a:rPr lang="en-US" sz="1400" dirty="0">
                <a:solidFill>
                  <a:srgbClr val="0A1A45"/>
                </a:solidFill>
              </a:rPr>
              <a:t>Entry point from the JTL Hub directly into the web app</a:t>
            </a:r>
          </a:p>
          <a:p>
            <a:pPr marL="171450" indent="-171450">
              <a:lnSpc>
                <a:spcPct val="120000"/>
              </a:lnSpc>
              <a:spcAft>
                <a:spcPts val="400"/>
              </a:spcAft>
              <a:buClr>
                <a:srgbClr val="FB571F"/>
              </a:buClr>
              <a:buFont typeface="Arial"/>
              <a:buChar char="■"/>
            </a:pPr>
            <a:r>
              <a:rPr lang="en-US" sz="1400" b="1" dirty="0">
                <a:solidFill>
                  <a:srgbClr val="0A1A45"/>
                </a:solidFill>
              </a:rPr>
              <a:t>Menu items – </a:t>
            </a:r>
            <a:r>
              <a:rPr lang="en-US" sz="1400" dirty="0">
                <a:solidFill>
                  <a:srgbClr val="0A1A45"/>
                </a:solidFill>
              </a:rPr>
              <a:t>Custom navigation items in the Cloud ERP (Dashboard &amp; Configuration)</a:t>
            </a:r>
          </a:p>
          <a:p>
            <a:pPr marL="171450" indent="-171450">
              <a:lnSpc>
                <a:spcPct val="120000"/>
              </a:lnSpc>
              <a:spcAft>
                <a:spcPts val="400"/>
              </a:spcAft>
              <a:buClr>
                <a:srgbClr val="FB571F"/>
              </a:buClr>
              <a:buFont typeface="Arial"/>
              <a:buChar char="■"/>
            </a:pPr>
            <a:r>
              <a:rPr lang="en-US" sz="1400" b="1" dirty="0">
                <a:solidFill>
                  <a:srgbClr val="0A1A45"/>
                </a:solidFill>
              </a:rPr>
              <a:t>Side panels – </a:t>
            </a:r>
            <a:r>
              <a:rPr lang="en-US" sz="1400" dirty="0">
                <a:solidFill>
                  <a:srgbClr val="0A1A45"/>
                </a:solidFill>
              </a:rPr>
              <a:t>React to the currently opened article or customer in the ERP</a:t>
            </a:r>
          </a:p>
          <a:p>
            <a:pPr marL="171450" indent="-171450">
              <a:lnSpc>
                <a:spcPct val="120000"/>
              </a:lnSpc>
              <a:spcAft>
                <a:spcPts val="400"/>
              </a:spcAft>
              <a:buClr>
                <a:srgbClr val="FB571F"/>
              </a:buClr>
              <a:buFont typeface="Arial"/>
              <a:buChar char="■"/>
            </a:pPr>
            <a:r>
              <a:rPr lang="en-US" sz="1400" b="1" dirty="0">
                <a:solidFill>
                  <a:srgbClr val="0A1A45"/>
                </a:solidFill>
              </a:rPr>
              <a:t>Public widget (iFrame) – </a:t>
            </a:r>
            <a:r>
              <a:rPr lang="en-US" sz="1400" dirty="0">
                <a:solidFill>
                  <a:srgbClr val="0A1A45"/>
                </a:solidFill>
              </a:rPr>
              <a:t>Embeddable on shop article pages to capture feedback</a:t>
            </a:r>
          </a:p>
          <a:p>
            <a:pPr marL="171450" indent="-171450">
              <a:lnSpc>
                <a:spcPct val="120000"/>
              </a:lnSpc>
              <a:spcAft>
                <a:spcPts val="400"/>
              </a:spcAft>
              <a:buClr>
                <a:srgbClr val="FB571F"/>
              </a:buClr>
              <a:buFont typeface="Arial"/>
              <a:buChar char="■"/>
            </a:pPr>
            <a:r>
              <a:rPr lang="en-US" sz="1400" b="1" dirty="0">
                <a:solidFill>
                  <a:srgbClr val="0A1A45"/>
                </a:solidFill>
              </a:rPr>
              <a:t>Backend API access – </a:t>
            </a:r>
            <a:r>
              <a:rPr lang="en-US" sz="1400" dirty="0">
                <a:solidFill>
                  <a:srgbClr val="0A1A45"/>
                </a:solidFill>
              </a:rPr>
              <a:t>Calls JTL Cloud APIs from the backend using the session token</a:t>
            </a:r>
          </a:p>
        </p:txBody>
      </p:sp>
    </p:spTree>
    <p:extLst>
      <p:ext uri="{BB962C8B-B14F-4D97-AF65-F5344CB8AC3E}">
        <p14:creationId xmlns:p14="http://schemas.microsoft.com/office/powerpoint/2010/main" val="4167889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EEAF1B-A600-4020-A015-2194887A365B}"/>
              </a:ext>
            </a:extLst>
          </p:cNvPr>
          <p:cNvSpPr>
            <a:spLocks noGrp="1"/>
          </p:cNvSpPr>
          <p:nvPr>
            <p:ph type="dt" sz="half" idx="12"/>
          </p:nvPr>
        </p:nvSpPr>
        <p:spPr/>
        <p:txBody>
          <a:bodyPr/>
          <a:lstStyle/>
          <a:p>
            <a:fld id="{3B2B9BF1-F37A-4215-8148-5C3639A52704}" type="datetime1">
              <a:rPr lang="de-DE" smtClean="0"/>
              <a:t>28.05.26</a:t>
            </a:fld>
            <a:endParaRPr lang="de-DE">
              <a:solidFill>
                <a:schemeClr val="bg1"/>
              </a:solidFill>
            </a:endParaRPr>
          </a:p>
        </p:txBody>
      </p:sp>
      <p:sp>
        <p:nvSpPr>
          <p:cNvPr id="3" name="Footer Placeholder 2">
            <a:extLst>
              <a:ext uri="{FF2B5EF4-FFF2-40B4-BE49-F238E27FC236}">
                <a16:creationId xmlns:a16="http://schemas.microsoft.com/office/drawing/2014/main" id="{6DBC28E1-89C5-76F2-F773-6DC1C43284A0}"/>
              </a:ext>
            </a:extLst>
          </p:cNvPr>
          <p:cNvSpPr>
            <a:spLocks noGrp="1"/>
          </p:cNvSpPr>
          <p:nvPr>
            <p:ph type="ftr" sz="quarter" idx="13"/>
          </p:nvPr>
        </p:nvSpPr>
        <p:spPr/>
        <p:txBody>
          <a:bodyPr/>
          <a:lstStyle/>
          <a:p>
            <a:r>
              <a:rPr lang="de-DE"/>
              <a:t>Hackathon 2026</a:t>
            </a:r>
          </a:p>
        </p:txBody>
      </p:sp>
      <p:sp>
        <p:nvSpPr>
          <p:cNvPr id="5" name="Text Placeholder 4">
            <a:extLst>
              <a:ext uri="{FF2B5EF4-FFF2-40B4-BE49-F238E27FC236}">
                <a16:creationId xmlns:a16="http://schemas.microsoft.com/office/drawing/2014/main" id="{75E0290A-71C0-E42C-67C1-11AFFAA8D8BC}"/>
              </a:ext>
            </a:extLst>
          </p:cNvPr>
          <p:cNvSpPr>
            <a:spLocks noGrp="1"/>
          </p:cNvSpPr>
          <p:nvPr>
            <p:ph type="body" sz="quarter" idx="10"/>
          </p:nvPr>
        </p:nvSpPr>
        <p:spPr>
          <a:xfrm>
            <a:off x="358775" y="2471799"/>
            <a:ext cx="7410381" cy="1892826"/>
          </a:xfrm>
        </p:spPr>
        <p:txBody>
          <a:bodyPr wrap="square">
            <a:spAutoFit/>
          </a:bodyPr>
          <a:lstStyle/>
          <a:p>
            <a:pPr>
              <a:lnSpc>
                <a:spcPct val="100000"/>
              </a:lnSpc>
            </a:pPr>
            <a:r>
              <a:rPr lang="en-US" dirty="0"/>
              <a:t>Handoff to the Hackathon.</a:t>
            </a:r>
          </a:p>
        </p:txBody>
      </p:sp>
      <p:sp>
        <p:nvSpPr>
          <p:cNvPr id="6" name="Text Placeholder 5">
            <a:extLst>
              <a:ext uri="{FF2B5EF4-FFF2-40B4-BE49-F238E27FC236}">
                <a16:creationId xmlns:a16="http://schemas.microsoft.com/office/drawing/2014/main" id="{11B26702-8154-B885-3761-10DE0704FD90}"/>
              </a:ext>
            </a:extLst>
          </p:cNvPr>
          <p:cNvSpPr>
            <a:spLocks noGrp="1"/>
          </p:cNvSpPr>
          <p:nvPr>
            <p:ph type="body" sz="quarter" idx="11"/>
          </p:nvPr>
        </p:nvSpPr>
        <p:spPr>
          <a:xfrm>
            <a:off x="358775" y="2097261"/>
            <a:ext cx="7010401" cy="360767"/>
          </a:xfrm>
        </p:spPr>
        <p:txBody>
          <a:bodyPr/>
          <a:lstStyle/>
          <a:p>
            <a:r>
              <a:rPr lang="en-US" dirty="0"/>
              <a:t>CHAPTER 05</a:t>
            </a:r>
          </a:p>
        </p:txBody>
      </p:sp>
    </p:spTree>
    <p:extLst>
      <p:ext uri="{BB962C8B-B14F-4D97-AF65-F5344CB8AC3E}">
        <p14:creationId xmlns:p14="http://schemas.microsoft.com/office/powerpoint/2010/main" val="3918069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5C9775E-1CA5-9A9C-27B2-4A7AC949DC9D}"/>
              </a:ext>
            </a:extLst>
          </p:cNvPr>
          <p:cNvSpPr>
            <a:spLocks noGrp="1"/>
          </p:cNvSpPr>
          <p:nvPr>
            <p:ph type="body" sz="quarter" idx="19"/>
          </p:nvPr>
        </p:nvSpPr>
        <p:spPr>
          <a:xfrm>
            <a:off x="6234008" y="1305720"/>
            <a:ext cx="5597629" cy="4828380"/>
          </a:xfrm>
        </p:spPr>
        <p:txBody>
          <a:bodyPr anchor="t"/>
          <a:lstStyle/>
          <a:p>
            <a:pPr marL="0" indent="0">
              <a:buNone/>
            </a:pPr>
            <a:r>
              <a:rPr lang="en-US" sz="2000" b="1" dirty="0">
                <a:solidFill>
                  <a:schemeClr val="accent1"/>
                </a:solidFill>
              </a:rPr>
              <a:t>Resources to snap a photo of</a:t>
            </a:r>
          </a:p>
          <a:p>
            <a:r>
              <a:rPr lang="en-US" b="1" dirty="0"/>
              <a:t>developer.jtl-software.com </a:t>
            </a:r>
            <a:r>
              <a:rPr lang="en-US" dirty="0"/>
              <a:t>· Developer Portal</a:t>
            </a:r>
          </a:p>
          <a:p>
            <a:r>
              <a:rPr lang="en-US" b="1" dirty="0"/>
              <a:t>packathon2026.jtl-software.com </a:t>
            </a:r>
            <a:r>
              <a:rPr lang="en-US" dirty="0"/>
              <a:t>· Hackathon entry point</a:t>
            </a:r>
          </a:p>
        </p:txBody>
      </p:sp>
      <p:sp>
        <p:nvSpPr>
          <p:cNvPr id="3" name="Date Placeholder 2">
            <a:extLst>
              <a:ext uri="{FF2B5EF4-FFF2-40B4-BE49-F238E27FC236}">
                <a16:creationId xmlns:a16="http://schemas.microsoft.com/office/drawing/2014/main" id="{81D61FF7-C639-0ED3-B68F-337024ED7F84}"/>
              </a:ext>
            </a:extLst>
          </p:cNvPr>
          <p:cNvSpPr>
            <a:spLocks noGrp="1"/>
          </p:cNvSpPr>
          <p:nvPr>
            <p:ph type="dt" sz="half" idx="20"/>
          </p:nvPr>
        </p:nvSpPr>
        <p:spPr>
          <a:xfrm>
            <a:off x="4241844" y="6488491"/>
            <a:ext cx="1854156" cy="218835"/>
          </a:xfrm>
        </p:spPr>
        <p:txBody>
          <a:bodyPr/>
          <a:lstStyle/>
          <a:p>
            <a:fld id="{FE57E781-D9B8-4EEF-B415-D0C4AFCE069C}" type="datetime1">
              <a:rPr lang="de-DE" smtClean="0"/>
              <a:pPr/>
              <a:t>28.05.26</a:t>
            </a:fld>
            <a:endParaRPr lang="de-DE"/>
          </a:p>
        </p:txBody>
      </p:sp>
      <p:sp>
        <p:nvSpPr>
          <p:cNvPr id="4" name="Footer Placeholder 3">
            <a:extLst>
              <a:ext uri="{FF2B5EF4-FFF2-40B4-BE49-F238E27FC236}">
                <a16:creationId xmlns:a16="http://schemas.microsoft.com/office/drawing/2014/main" id="{79D15939-F3C6-07C4-6996-6C265ABFDD02}"/>
              </a:ext>
            </a:extLst>
          </p:cNvPr>
          <p:cNvSpPr>
            <a:spLocks noGrp="1"/>
          </p:cNvSpPr>
          <p:nvPr>
            <p:ph type="ftr" sz="quarter" idx="21"/>
          </p:nvPr>
        </p:nvSpPr>
        <p:spPr>
          <a:xfrm>
            <a:off x="1285875" y="6488353"/>
            <a:ext cx="2777640" cy="218973"/>
          </a:xfrm>
        </p:spPr>
        <p:txBody>
          <a:bodyPr/>
          <a:lstStyle/>
          <a:p>
            <a:r>
              <a:rPr lang="de-DE"/>
              <a:t>Hackathon 2026</a:t>
            </a:r>
          </a:p>
        </p:txBody>
      </p:sp>
      <p:sp>
        <p:nvSpPr>
          <p:cNvPr id="2" name="Text Placeholder 1">
            <a:extLst>
              <a:ext uri="{FF2B5EF4-FFF2-40B4-BE49-F238E27FC236}">
                <a16:creationId xmlns:a16="http://schemas.microsoft.com/office/drawing/2014/main" id="{59EF7DD2-2003-8DA4-F357-00E03B3836DA}"/>
              </a:ext>
            </a:extLst>
          </p:cNvPr>
          <p:cNvSpPr>
            <a:spLocks noGrp="1"/>
          </p:cNvSpPr>
          <p:nvPr>
            <p:ph type="body" sz="quarter" idx="15"/>
          </p:nvPr>
        </p:nvSpPr>
        <p:spPr>
          <a:xfrm>
            <a:off x="370585" y="330122"/>
            <a:ext cx="11461053" cy="256989"/>
          </a:xfrm>
        </p:spPr>
        <p:txBody>
          <a:bodyPr/>
          <a:lstStyle/>
          <a:p>
            <a:r>
              <a:rPr lang="en-US" dirty="0">
                <a:solidFill>
                  <a:schemeClr val="accent1"/>
                </a:solidFill>
              </a:rPr>
              <a:t>CHAPTER 07 </a:t>
            </a:r>
            <a:r>
              <a:rPr lang="en-US" dirty="0"/>
              <a:t>· </a:t>
            </a:r>
            <a:r>
              <a:rPr lang="en-US" spc="0" dirty="0"/>
              <a:t>Hackathon briefing</a:t>
            </a:r>
          </a:p>
        </p:txBody>
      </p:sp>
      <p:sp>
        <p:nvSpPr>
          <p:cNvPr id="6" name="Text Placeholder 5">
            <a:extLst>
              <a:ext uri="{FF2B5EF4-FFF2-40B4-BE49-F238E27FC236}">
                <a16:creationId xmlns:a16="http://schemas.microsoft.com/office/drawing/2014/main" id="{5585F11E-0756-6919-A6E2-CB3E935B0F15}"/>
              </a:ext>
            </a:extLst>
          </p:cNvPr>
          <p:cNvSpPr>
            <a:spLocks noGrp="1"/>
          </p:cNvSpPr>
          <p:nvPr>
            <p:ph type="body" sz="quarter" idx="14"/>
          </p:nvPr>
        </p:nvSpPr>
        <p:spPr>
          <a:xfrm>
            <a:off x="357188" y="631825"/>
            <a:ext cx="11474450" cy="340093"/>
          </a:xfrm>
        </p:spPr>
        <p:txBody>
          <a:bodyPr>
            <a:spAutoFit/>
          </a:bodyPr>
          <a:lstStyle/>
          <a:p>
            <a:r>
              <a:rPr lang="en-US" dirty="0"/>
              <a:t>Your task and where to look things up</a:t>
            </a:r>
          </a:p>
        </p:txBody>
      </p:sp>
      <p:sp>
        <p:nvSpPr>
          <p:cNvPr id="20" name="Text Placeholder 7">
            <a:extLst>
              <a:ext uri="{FF2B5EF4-FFF2-40B4-BE49-F238E27FC236}">
                <a16:creationId xmlns:a16="http://schemas.microsoft.com/office/drawing/2014/main" id="{2004451E-2A40-F687-3842-E39CA0A75956}"/>
              </a:ext>
            </a:extLst>
          </p:cNvPr>
          <p:cNvSpPr txBox="1">
            <a:spLocks/>
          </p:cNvSpPr>
          <p:nvPr/>
        </p:nvSpPr>
        <p:spPr>
          <a:xfrm>
            <a:off x="371476" y="1305720"/>
            <a:ext cx="5627688" cy="1086583"/>
          </a:xfrm>
          <a:prstGeom prst="rect">
            <a:avLst/>
          </a:prstGeom>
        </p:spPr>
        <p:txBody>
          <a:bodyPr vert="horz" lIns="0" tIns="0" rIns="0" bIns="45720" rtlCol="0" anchor="t" anchorCtr="0">
            <a:noAutofit/>
          </a:bodyPr>
          <a:lstStyle>
            <a:lvl1pPr marL="450850" marR="0" indent="-450850" algn="l" defTabSz="914400" rtl="0" eaLnBrk="1" fontAlgn="auto" latinLnBrk="0" hangingPunct="1">
              <a:lnSpc>
                <a:spcPct val="110000"/>
              </a:lnSpc>
              <a:spcBef>
                <a:spcPts val="1000"/>
              </a:spcBef>
              <a:spcAft>
                <a:spcPts val="1200"/>
              </a:spcAft>
              <a:buClrTx/>
              <a:buSzPct val="95000"/>
              <a:buFontTx/>
              <a:buBlip>
                <a:blip>
                  <a:extLst>
                    <a:ext uri="{96DAC541-7B7A-43D3-8B79-37D633B846F1}">
                      <asvg:svgBlip xmlns:asvg="http://schemas.microsoft.com/office/drawing/2016/SVG/main" r:embed="rId2"/>
                    </a:ext>
                  </a:extLst>
                </a:blip>
              </a:buBlip>
              <a:tabLst/>
              <a:defRPr sz="1800" b="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1"/>
              </a:buClr>
              <a:buFontTx/>
              <a:buNone/>
              <a:defRPr sz="1800"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1"/>
              </a:buClr>
              <a:buFontTx/>
              <a:buNone/>
              <a:defRPr sz="1800"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1"/>
              </a:buClr>
              <a:buFontTx/>
              <a:buNone/>
              <a:defRPr sz="1800"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1"/>
              </a:buClr>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sz="2000" b="1" dirty="0">
                <a:solidFill>
                  <a:schemeClr val="accent1"/>
                </a:solidFill>
              </a:rPr>
              <a:t>Your Task</a:t>
            </a:r>
            <a:br>
              <a:rPr lang="en-US" sz="2000" b="1" dirty="0">
                <a:solidFill>
                  <a:schemeClr val="accent1"/>
                </a:solidFill>
              </a:rPr>
            </a:br>
            <a:r>
              <a:rPr lang="en-US" b="1" dirty="0"/>
              <a:t>By the end of day 2, a working prototype in </a:t>
            </a:r>
            <a:br>
              <a:rPr lang="en-US" b="1" dirty="0"/>
            </a:br>
            <a:r>
              <a:rPr lang="en-US" b="1" dirty="0"/>
              <a:t>the Hub.</a:t>
            </a:r>
            <a:endParaRPr lang="en-US" sz="2000" b="1" dirty="0">
              <a:solidFill>
                <a:schemeClr val="accent1"/>
              </a:solidFill>
            </a:endParaRPr>
          </a:p>
        </p:txBody>
      </p:sp>
      <p:sp>
        <p:nvSpPr>
          <p:cNvPr id="21" name="Rechteck: abgerundete Ecken 20">
            <a:extLst>
              <a:ext uri="{FF2B5EF4-FFF2-40B4-BE49-F238E27FC236}">
                <a16:creationId xmlns:a16="http://schemas.microsoft.com/office/drawing/2014/main" id="{BA61CB7C-D14A-4998-4198-B5A561718456}"/>
              </a:ext>
            </a:extLst>
          </p:cNvPr>
          <p:cNvSpPr/>
          <p:nvPr/>
        </p:nvSpPr>
        <p:spPr>
          <a:xfrm>
            <a:off x="362742" y="2411411"/>
            <a:ext cx="5633245" cy="1341439"/>
          </a:xfrm>
          <a:prstGeom prst="roundRect">
            <a:avLst/>
          </a:prstGeom>
          <a:solidFill>
            <a:schemeClr val="bg2"/>
          </a:solidFill>
          <a:ln w="15990" cap="flat">
            <a:noFill/>
            <a:prstDash val="solid"/>
            <a:miter/>
          </a:ln>
        </p:spPr>
        <p:txBody>
          <a:bodyPr lIns="972000" rIns="108000" rtlCol="0" anchor="ctr"/>
          <a:lstStyle/>
          <a:p>
            <a:r>
              <a:rPr lang="en-US" b="1" dirty="0"/>
              <a:t>Required</a:t>
            </a:r>
            <a:br>
              <a:rPr lang="en-US" dirty="0"/>
            </a:br>
            <a:r>
              <a:rPr lang="en-US" dirty="0"/>
              <a:t>one API call against the Platform API plus a visualization in the Hub</a:t>
            </a:r>
          </a:p>
        </p:txBody>
      </p:sp>
      <p:sp>
        <p:nvSpPr>
          <p:cNvPr id="22" name="Rechteck: abgerundete Ecken 21">
            <a:extLst>
              <a:ext uri="{FF2B5EF4-FFF2-40B4-BE49-F238E27FC236}">
                <a16:creationId xmlns:a16="http://schemas.microsoft.com/office/drawing/2014/main" id="{6C814CD7-9EA1-F399-C53F-B79837FD514E}"/>
              </a:ext>
            </a:extLst>
          </p:cNvPr>
          <p:cNvSpPr/>
          <p:nvPr/>
        </p:nvSpPr>
        <p:spPr>
          <a:xfrm>
            <a:off x="362742" y="4970461"/>
            <a:ext cx="5633245" cy="1255714"/>
          </a:xfrm>
          <a:prstGeom prst="roundRect">
            <a:avLst/>
          </a:prstGeom>
          <a:solidFill>
            <a:schemeClr val="accent2"/>
          </a:solidFill>
          <a:ln w="15990" cap="flat">
            <a:noFill/>
            <a:prstDash val="solid"/>
            <a:miter/>
          </a:ln>
        </p:spPr>
        <p:txBody>
          <a:bodyPr lIns="972000" rIns="108000" rtlCol="0" anchor="ctr"/>
          <a:lstStyle/>
          <a:p>
            <a:r>
              <a:rPr lang="en-US" b="1" dirty="0"/>
              <a:t>Bonus</a:t>
            </a:r>
            <a:r>
              <a:rPr lang="en-US" dirty="0"/>
              <a:t> </a:t>
            </a:r>
            <a:br>
              <a:rPr lang="en-US" dirty="0"/>
            </a:br>
            <a:r>
              <a:rPr lang="en-US" dirty="0"/>
              <a:t>lifecycle webhook, your own settings page, or real Wawi actions</a:t>
            </a:r>
          </a:p>
        </p:txBody>
      </p:sp>
      <p:sp>
        <p:nvSpPr>
          <p:cNvPr id="23" name="Rechteck: abgerundete Ecken 22">
            <a:extLst>
              <a:ext uri="{FF2B5EF4-FFF2-40B4-BE49-F238E27FC236}">
                <a16:creationId xmlns:a16="http://schemas.microsoft.com/office/drawing/2014/main" id="{4BF70631-A498-6650-CE02-34407FD1CBA8}"/>
              </a:ext>
            </a:extLst>
          </p:cNvPr>
          <p:cNvSpPr/>
          <p:nvPr/>
        </p:nvSpPr>
        <p:spPr>
          <a:xfrm>
            <a:off x="362742" y="3879849"/>
            <a:ext cx="5633245" cy="963612"/>
          </a:xfrm>
          <a:prstGeom prst="roundRect">
            <a:avLst/>
          </a:prstGeom>
          <a:solidFill>
            <a:schemeClr val="bg2"/>
          </a:solidFill>
          <a:ln w="15990" cap="flat">
            <a:noFill/>
            <a:prstDash val="solid"/>
            <a:miter/>
          </a:ln>
        </p:spPr>
        <p:txBody>
          <a:bodyPr lIns="972000" rIns="108000" rtlCol="0" anchor="ctr"/>
          <a:lstStyle/>
          <a:p>
            <a:r>
              <a:rPr lang="en-US" b="1" dirty="0"/>
              <a:t>Teams</a:t>
            </a:r>
            <a:r>
              <a:rPr lang="en-US" dirty="0"/>
              <a:t> of two or three are allowed and encouraged.</a:t>
            </a:r>
          </a:p>
        </p:txBody>
      </p:sp>
      <p:pic>
        <p:nvPicPr>
          <p:cNvPr id="25" name="Grafik 24">
            <a:extLst>
              <a:ext uri="{FF2B5EF4-FFF2-40B4-BE49-F238E27FC236}">
                <a16:creationId xmlns:a16="http://schemas.microsoft.com/office/drawing/2014/main" id="{FB550C00-8D39-21B2-6D28-0B0E16C44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69" y="2785003"/>
            <a:ext cx="467139" cy="570948"/>
          </a:xfrm>
          <a:prstGeom prst="rect">
            <a:avLst/>
          </a:prstGeom>
        </p:spPr>
      </p:pic>
      <p:pic>
        <p:nvPicPr>
          <p:cNvPr id="27" name="Grafik 26">
            <a:extLst>
              <a:ext uri="{FF2B5EF4-FFF2-40B4-BE49-F238E27FC236}">
                <a16:creationId xmlns:a16="http://schemas.microsoft.com/office/drawing/2014/main" id="{5BE27C07-023F-BEA2-F90E-275BD9838B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100" y="5312844"/>
            <a:ext cx="570948" cy="570948"/>
          </a:xfrm>
          <a:prstGeom prst="rect">
            <a:avLst/>
          </a:prstGeom>
        </p:spPr>
      </p:pic>
      <p:pic>
        <p:nvPicPr>
          <p:cNvPr id="29" name="Grafik 28">
            <a:extLst>
              <a:ext uri="{FF2B5EF4-FFF2-40B4-BE49-F238E27FC236}">
                <a16:creationId xmlns:a16="http://schemas.microsoft.com/office/drawing/2014/main" id="{239B386C-4489-EA85-CAE0-01A7B5D67C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764" y="4050539"/>
            <a:ext cx="570948" cy="570948"/>
          </a:xfrm>
          <a:prstGeom prst="rect">
            <a:avLst/>
          </a:prstGeom>
        </p:spPr>
      </p:pic>
    </p:spTree>
    <p:extLst>
      <p:ext uri="{BB962C8B-B14F-4D97-AF65-F5344CB8AC3E}">
        <p14:creationId xmlns:p14="http://schemas.microsoft.com/office/powerpoint/2010/main" val="4090932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0428666"/>
      </p:ext>
    </p:extLst>
  </p:cSld>
  <p:clrMapOvr>
    <a:masterClrMapping/>
  </p:clrMapOvr>
</p:sld>
</file>

<file path=ppt/theme/theme1.xml><?xml version="1.0" encoding="utf-8"?>
<a:theme xmlns:a="http://schemas.openxmlformats.org/drawingml/2006/main" name="JTL C2E [1779893921050]">
  <a:themeElements>
    <a:clrScheme name="JTL">
      <a:dk1>
        <a:srgbClr val="0A1A45"/>
      </a:dk1>
      <a:lt1>
        <a:srgbClr val="EDEDE6"/>
      </a:lt1>
      <a:dk2>
        <a:srgbClr val="000000"/>
      </a:dk2>
      <a:lt2>
        <a:srgbClr val="FFFFFF"/>
      </a:lt2>
      <a:accent1>
        <a:srgbClr val="2721F7"/>
      </a:accent1>
      <a:accent2>
        <a:srgbClr val="89D2FF"/>
      </a:accent2>
      <a:accent3>
        <a:srgbClr val="FB571F"/>
      </a:accent3>
      <a:accent4>
        <a:srgbClr val="00DA69"/>
      </a:accent4>
      <a:accent5>
        <a:srgbClr val="DA2000"/>
      </a:accent5>
      <a:accent6>
        <a:srgbClr val="330036"/>
      </a:accent6>
      <a:hlink>
        <a:srgbClr val="7EF7F4"/>
      </a:hlink>
      <a:folHlink>
        <a:srgbClr val="FB571F"/>
      </a:folHlink>
    </a:clrScheme>
    <a:fontScheme name="JTL Fonts">
      <a:majorFont>
        <a:latin typeface="Inter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15990" cap="flat">
          <a:noFill/>
          <a:prstDash val="solid"/>
          <a:miter/>
        </a:ln>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6" row="1">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F53B2DE-673E-406E-8E38-06A5FF83D280}">
  <we:reference id="wa200010001" version="1.0.0.1" store="de-DE" storeType="OMEX"/>
  <we:alternateReferences>
    <we:reference id="WA200010001" version="1.0.0.1" store="WA200010001" storeType="OMEX"/>
  </we:alternateReferences>
  <we:properties>
    <we:property name="claude.fileId" value="&quot;2025fc8a-63a0-4b7d-a70a-63cd3a87cd1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03EB036E-7A0B-BD49-97C7-2958859D1B98}">
  <we:reference id="WA200010725" version="1.0.0.1" store="Omex" storeType="OMEX"/>
  <we:alternateReferences>
    <we:reference id="WA200010725" version="1.0.0.1" store="WA200010725" storeType="OMEX"/>
  </we:alternateReferences>
  <we:properties>
    <we:property name="claude.fileId" value="&quot;17bf6339-38c8-4772-ae7b-bb678919457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ce5ceee-ecd7-4520-8c20-5560d670e16c">
      <Terms xmlns="http://schemas.microsoft.com/office/infopath/2007/PartnerControls"/>
    </lcf76f155ced4ddcb4097134ff3c332f>
    <TaxCatchAll xmlns="45c6f879-0a5f-4b0a-9b6f-a3038ee5dd0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F513185EE82089489A3DF74A05FAFC15" ma:contentTypeVersion="14" ma:contentTypeDescription="Ein neues Dokument erstellen." ma:contentTypeScope="" ma:versionID="9b154e2b081190d54e9e88f69414172b">
  <xsd:schema xmlns:xsd="http://www.w3.org/2001/XMLSchema" xmlns:xs="http://www.w3.org/2001/XMLSchema" xmlns:p="http://schemas.microsoft.com/office/2006/metadata/properties" xmlns:ns2="cce5ceee-ecd7-4520-8c20-5560d670e16c" xmlns:ns3="45c6f879-0a5f-4b0a-9b6f-a3038ee5dd0c" targetNamespace="http://schemas.microsoft.com/office/2006/metadata/properties" ma:root="true" ma:fieldsID="c1c9a4bb81c5159c8b0e06a4e61a4b15" ns2:_="" ns3:_="">
    <xsd:import namespace="cce5ceee-ecd7-4520-8c20-5560d670e16c"/>
    <xsd:import namespace="45c6f879-0a5f-4b0a-9b6f-a3038ee5dd0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e5ceee-ecd7-4520-8c20-5560d670e1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672cc0e1-94c3-4e95-ac7e-56cc2af1f80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c6f879-0a5f-4b0a-9b6f-a3038ee5dd0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31ec5ea-3951-4d90-85b9-1ccf42b56cf2}" ma:internalName="TaxCatchAll" ma:showField="CatchAllData" ma:web="45c6f879-0a5f-4b0a-9b6f-a3038ee5dd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407973-2DBE-4E6B-A999-1B224D40EE54}">
  <ds:schemaRefs>
    <ds:schemaRef ds:uri="45c6f879-0a5f-4b0a-9b6f-a3038ee5dd0c"/>
    <ds:schemaRef ds:uri="http://schemas.microsoft.com/office/2006/metadata/properties"/>
    <ds:schemaRef ds:uri="http://schemas.microsoft.com/office/infopath/2007/PartnerControls"/>
    <ds:schemaRef ds:uri="http://purl.org/dc/terms/"/>
    <ds:schemaRef ds:uri="http://purl.org/dc/elements/1.1/"/>
    <ds:schemaRef ds:uri="http://purl.org/dc/dcmitype/"/>
    <ds:schemaRef ds:uri="http://schemas.openxmlformats.org/package/2006/metadata/core-properties"/>
    <ds:schemaRef ds:uri="http://schemas.microsoft.com/office/2006/documentManagement/types"/>
    <ds:schemaRef ds:uri="http://www.w3.org/XML/1998/namespace"/>
    <ds:schemaRef ds:uri="cce5ceee-ecd7-4520-8c20-5560d670e16c"/>
  </ds:schemaRefs>
</ds:datastoreItem>
</file>

<file path=customXml/itemProps2.xml><?xml version="1.0" encoding="utf-8"?>
<ds:datastoreItem xmlns:ds="http://schemas.openxmlformats.org/officeDocument/2006/customXml" ds:itemID="{464CD0C5-4DBA-400F-A6AD-4C86D8DEC012}">
  <ds:schemaRefs>
    <ds:schemaRef ds:uri="http://schemas.microsoft.com/sharepoint/v3/contenttype/forms"/>
  </ds:schemaRefs>
</ds:datastoreItem>
</file>

<file path=customXml/itemProps3.xml><?xml version="1.0" encoding="utf-8"?>
<ds:datastoreItem xmlns:ds="http://schemas.openxmlformats.org/officeDocument/2006/customXml" ds:itemID="{06CDE709-6C6A-4B81-A389-281724416592}">
  <ds:schemaRefs>
    <ds:schemaRef ds:uri="45c6f879-0a5f-4b0a-9b6f-a3038ee5dd0c"/>
    <ds:schemaRef ds:uri="cce5ceee-ecd7-4520-8c20-5560d670e16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228</TotalTime>
  <Words>3222</Words>
  <Application>Microsoft Macintosh PowerPoint</Application>
  <PresentationFormat>Widescreen</PresentationFormat>
  <Paragraphs>544</Paragraphs>
  <Slides>44</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Inter</vt:lpstr>
      <vt:lpstr>Kurdis Wide</vt:lpstr>
      <vt:lpstr>Inter Semi Bold</vt:lpstr>
      <vt:lpstr>Arial</vt:lpstr>
      <vt:lpstr>JTL C2E [1779893921050]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JTL-Software-GmbH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Leonie Lenzen</dc:creator>
  <cp:lastModifiedBy>Sebastian Küsters</cp:lastModifiedBy>
  <cp:revision>20</cp:revision>
  <dcterms:created xsi:type="dcterms:W3CDTF">2025-07-09T09:19:54Z</dcterms:created>
  <dcterms:modified xsi:type="dcterms:W3CDTF">2026-05-28T07:09:17Z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0x010100F513185EE82089489A3DF74A05FAFC15</vt:lpwstr>
  </property>
  <property fmtid="{D5CDD505-2E9C-101B-9397-08002B2CF9AE}" pid="3" name="MediaServiceImageTags">
    <vt:lpwstr/>
  </property>
</Properties>
</file>